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  <p:sldMasterId id="2147483694" r:id="rId5"/>
    <p:sldMasterId id="2147483779" r:id="rId6"/>
    <p:sldMasterId id="2147483796" r:id="rId7"/>
  </p:sldMasterIdLst>
  <p:sldIdLst>
    <p:sldId id="256" r:id="rId8"/>
    <p:sldId id="257" r:id="rId9"/>
    <p:sldId id="275" r:id="rId10"/>
    <p:sldId id="272" r:id="rId11"/>
    <p:sldId id="273" r:id="rId12"/>
    <p:sldId id="274" r:id="rId13"/>
    <p:sldId id="276" r:id="rId14"/>
    <p:sldId id="258" r:id="rId15"/>
    <p:sldId id="259" r:id="rId16"/>
    <p:sldId id="260" r:id="rId17"/>
    <p:sldId id="261" r:id="rId18"/>
    <p:sldId id="262" r:id="rId19"/>
    <p:sldId id="263" r:id="rId20"/>
    <p:sldId id="293" r:id="rId21"/>
    <p:sldId id="277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94" r:id="rId31"/>
    <p:sldId id="278" r:id="rId32"/>
    <p:sldId id="279" r:id="rId33"/>
    <p:sldId id="282" r:id="rId34"/>
    <p:sldId id="295" r:id="rId35"/>
    <p:sldId id="280" r:id="rId36"/>
    <p:sldId id="281" r:id="rId37"/>
    <p:sldId id="283" r:id="rId38"/>
    <p:sldId id="284" r:id="rId39"/>
    <p:sldId id="285" r:id="rId40"/>
    <p:sldId id="286" r:id="rId41"/>
    <p:sldId id="296" r:id="rId42"/>
    <p:sldId id="287" r:id="rId43"/>
    <p:sldId id="289" r:id="rId44"/>
    <p:sldId id="290" r:id="rId45"/>
    <p:sldId id="291" r:id="rId46"/>
    <p:sldId id="292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E05742-1618-48EC-9EAF-9422F713840E}">
          <p14:sldIdLst>
            <p14:sldId id="256"/>
            <p14:sldId id="257"/>
            <p14:sldId id="275"/>
            <p14:sldId id="272"/>
            <p14:sldId id="273"/>
            <p14:sldId id="274"/>
          </p14:sldIdLst>
        </p14:section>
        <p14:section name="Topic sentence" id="{5DDF8793-3598-4BF4-8975-F7CBE3EB8C0A}">
          <p14:sldIdLst>
            <p14:sldId id="276"/>
            <p14:sldId id="258"/>
            <p14:sldId id="259"/>
            <p14:sldId id="260"/>
            <p14:sldId id="261"/>
            <p14:sldId id="262"/>
            <p14:sldId id="263"/>
            <p14:sldId id="293"/>
          </p14:sldIdLst>
        </p14:section>
        <p14:section name="Explanation" id="{3A8EF3B8-7078-49E9-BFF5-9F5F3851DEEF}">
          <p14:sldIdLst>
            <p14:sldId id="277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94"/>
          </p14:sldIdLst>
        </p14:section>
        <p14:section name="Evidence" id="{B9D11E33-BEFD-44A3-A8B7-4F5E450B9D0D}">
          <p14:sldIdLst>
            <p14:sldId id="278"/>
            <p14:sldId id="279"/>
            <p14:sldId id="282"/>
            <p14:sldId id="295"/>
          </p14:sldIdLst>
        </p14:section>
        <p14:section name="Link Sentence" id="{5563F96A-3826-455D-99DD-7A9DAD373DB7}">
          <p14:sldIdLst>
            <p14:sldId id="280"/>
            <p14:sldId id="281"/>
            <p14:sldId id="283"/>
            <p14:sldId id="284"/>
            <p14:sldId id="285"/>
            <p14:sldId id="286"/>
            <p14:sldId id="296"/>
          </p14:sldIdLst>
        </p14:section>
        <p14:section name="Examples" id="{C99271CD-9785-4F06-9565-AC01D9176E08}">
          <p14:sldIdLst>
            <p14:sldId id="287"/>
            <p14:sldId id="289"/>
            <p14:sldId id="290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3B25"/>
    <a:srgbClr val="48691D"/>
    <a:srgbClr val="ECF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86A238-A9D8-486C-A6B1-D2E2CA7B8BFA}" v="732" dt="2024-11-06T02:59:53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5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presProps" Target="presProps.xml"/><Relationship Id="rId8" Type="http://schemas.openxmlformats.org/officeDocument/2006/relationships/slide" Target="slides/slide1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cher" userId="Teacher" providerId="ADAL" clId="{FA86A238-A9D8-486C-A6B1-D2E2CA7B8BFA}"/>
    <pc:docChg chg="undo redo custSel addSld delSld modSld sldOrd addSection modSection">
      <pc:chgData name="Teacher" userId="Teacher" providerId="ADAL" clId="{FA86A238-A9D8-486C-A6B1-D2E2CA7B8BFA}" dt="2024-11-06T02:59:53.726" v="5568"/>
      <pc:docMkLst>
        <pc:docMk/>
      </pc:docMkLst>
      <pc:sldChg chg="modSp mod">
        <pc:chgData name="Teacher" userId="Teacher" providerId="ADAL" clId="{FA86A238-A9D8-486C-A6B1-D2E2CA7B8BFA}" dt="2024-11-06T02:43:47.757" v="3975" actId="207"/>
        <pc:sldMkLst>
          <pc:docMk/>
          <pc:sldMk cId="1078442755" sldId="260"/>
        </pc:sldMkLst>
        <pc:spChg chg="mod">
          <ac:chgData name="Teacher" userId="Teacher" providerId="ADAL" clId="{FA86A238-A9D8-486C-A6B1-D2E2CA7B8BFA}" dt="2024-11-06T02:43:47.757" v="3975" actId="207"/>
          <ac:spMkLst>
            <pc:docMk/>
            <pc:sldMk cId="1078442755" sldId="260"/>
            <ac:spMk id="3" creationId="{0F668BBB-5255-B3F2-4C8C-58E0F1F32029}"/>
          </ac:spMkLst>
        </pc:spChg>
      </pc:sldChg>
      <pc:sldChg chg="addSp modSp">
        <pc:chgData name="Teacher" userId="Teacher" providerId="ADAL" clId="{FA86A238-A9D8-486C-A6B1-D2E2CA7B8BFA}" dt="2024-11-06T02:44:10.517" v="3976"/>
        <pc:sldMkLst>
          <pc:docMk/>
          <pc:sldMk cId="3968101901" sldId="261"/>
        </pc:sldMkLst>
        <pc:picChg chg="add mod">
          <ac:chgData name="Teacher" userId="Teacher" providerId="ADAL" clId="{FA86A238-A9D8-486C-A6B1-D2E2CA7B8BFA}" dt="2024-11-06T02:44:10.517" v="3976"/>
          <ac:picMkLst>
            <pc:docMk/>
            <pc:sldMk cId="3968101901" sldId="261"/>
            <ac:picMk id="4" creationId="{DEA9FB81-F0BE-2D25-82AD-07990C8DEC06}"/>
          </ac:picMkLst>
        </pc:picChg>
      </pc:sldChg>
      <pc:sldChg chg="addSp modSp">
        <pc:chgData name="Teacher" userId="Teacher" providerId="ADAL" clId="{FA86A238-A9D8-486C-A6B1-D2E2CA7B8BFA}" dt="2024-11-06T02:44:11.564" v="3977"/>
        <pc:sldMkLst>
          <pc:docMk/>
          <pc:sldMk cId="3080779168" sldId="262"/>
        </pc:sldMkLst>
        <pc:picChg chg="add mod">
          <ac:chgData name="Teacher" userId="Teacher" providerId="ADAL" clId="{FA86A238-A9D8-486C-A6B1-D2E2CA7B8BFA}" dt="2024-11-06T02:44:11.564" v="3977"/>
          <ac:picMkLst>
            <pc:docMk/>
            <pc:sldMk cId="3080779168" sldId="262"/>
            <ac:picMk id="4" creationId="{3832B1AF-783F-02BE-C4DC-7C2B67442DF6}"/>
          </ac:picMkLst>
        </pc:picChg>
      </pc:sldChg>
      <pc:sldChg chg="addSp modSp">
        <pc:chgData name="Teacher" userId="Teacher" providerId="ADAL" clId="{FA86A238-A9D8-486C-A6B1-D2E2CA7B8BFA}" dt="2024-11-06T02:44:12.337" v="3978"/>
        <pc:sldMkLst>
          <pc:docMk/>
          <pc:sldMk cId="3499325368" sldId="263"/>
        </pc:sldMkLst>
        <pc:picChg chg="add mod">
          <ac:chgData name="Teacher" userId="Teacher" providerId="ADAL" clId="{FA86A238-A9D8-486C-A6B1-D2E2CA7B8BFA}" dt="2024-11-06T02:44:12.337" v="3978"/>
          <ac:picMkLst>
            <pc:docMk/>
            <pc:sldMk cId="3499325368" sldId="263"/>
            <ac:picMk id="4" creationId="{BF9659F1-926D-8C1D-2B68-7E23E4C69997}"/>
          </ac:picMkLst>
        </pc:picChg>
      </pc:sldChg>
      <pc:sldChg chg="addSp modSp mod">
        <pc:chgData name="Teacher" userId="Teacher" providerId="ADAL" clId="{FA86A238-A9D8-486C-A6B1-D2E2CA7B8BFA}" dt="2024-11-06T02:53:08.751" v="4520" actId="113"/>
        <pc:sldMkLst>
          <pc:docMk/>
          <pc:sldMk cId="2678185313" sldId="264"/>
        </pc:sldMkLst>
        <pc:spChg chg="mod">
          <ac:chgData name="Teacher" userId="Teacher" providerId="ADAL" clId="{FA86A238-A9D8-486C-A6B1-D2E2CA7B8BFA}" dt="2024-11-06T02:53:08.751" v="4520" actId="113"/>
          <ac:spMkLst>
            <pc:docMk/>
            <pc:sldMk cId="2678185313" sldId="264"/>
            <ac:spMk id="3" creationId="{4EFA725F-F485-0262-6C13-5E5E088C58C6}"/>
          </ac:spMkLst>
        </pc:spChg>
        <pc:picChg chg="add mod">
          <ac:chgData name="Teacher" userId="Teacher" providerId="ADAL" clId="{FA86A238-A9D8-486C-A6B1-D2E2CA7B8BFA}" dt="2024-11-06T02:48:11.695" v="4418"/>
          <ac:picMkLst>
            <pc:docMk/>
            <pc:sldMk cId="2678185313" sldId="264"/>
            <ac:picMk id="4" creationId="{E2824B55-80DC-F44C-A5CF-130F013F45E8}"/>
          </ac:picMkLst>
        </pc:picChg>
        <pc:picChg chg="add mod">
          <ac:chgData name="Teacher" userId="Teacher" providerId="ADAL" clId="{FA86A238-A9D8-486C-A6B1-D2E2CA7B8BFA}" dt="2024-11-06T02:48:12.809" v="4419"/>
          <ac:picMkLst>
            <pc:docMk/>
            <pc:sldMk cId="2678185313" sldId="264"/>
            <ac:picMk id="5" creationId="{955DF4C9-8851-3854-4818-5CCBE58A47CE}"/>
          </ac:picMkLst>
        </pc:picChg>
      </pc:sldChg>
      <pc:sldChg chg="addSp modSp mod">
        <pc:chgData name="Teacher" userId="Teacher" providerId="ADAL" clId="{FA86A238-A9D8-486C-A6B1-D2E2CA7B8BFA}" dt="2024-11-06T02:50:37.607" v="4443" actId="113"/>
        <pc:sldMkLst>
          <pc:docMk/>
          <pc:sldMk cId="3256210908" sldId="265"/>
        </pc:sldMkLst>
        <pc:spChg chg="mod">
          <ac:chgData name="Teacher" userId="Teacher" providerId="ADAL" clId="{FA86A238-A9D8-486C-A6B1-D2E2CA7B8BFA}" dt="2024-11-06T02:50:37.607" v="4443" actId="113"/>
          <ac:spMkLst>
            <pc:docMk/>
            <pc:sldMk cId="3256210908" sldId="265"/>
            <ac:spMk id="3" creationId="{16461017-6226-B2EF-2526-918DC2CB6BB6}"/>
          </ac:spMkLst>
        </pc:spChg>
        <pc:picChg chg="add mod">
          <ac:chgData name="Teacher" userId="Teacher" providerId="ADAL" clId="{FA86A238-A9D8-486C-A6B1-D2E2CA7B8BFA}" dt="2024-11-06T02:48:15.762" v="4420"/>
          <ac:picMkLst>
            <pc:docMk/>
            <pc:sldMk cId="3256210908" sldId="265"/>
            <ac:picMk id="4" creationId="{5690AA6D-DF7E-20D4-594D-43E7D822961D}"/>
          </ac:picMkLst>
        </pc:picChg>
      </pc:sldChg>
      <pc:sldChg chg="addSp modSp mod">
        <pc:chgData name="Teacher" userId="Teacher" providerId="ADAL" clId="{FA86A238-A9D8-486C-A6B1-D2E2CA7B8BFA}" dt="2024-11-06T02:51:06.819" v="4449" actId="113"/>
        <pc:sldMkLst>
          <pc:docMk/>
          <pc:sldMk cId="3786943646" sldId="266"/>
        </pc:sldMkLst>
        <pc:spChg chg="mod">
          <ac:chgData name="Teacher" userId="Teacher" providerId="ADAL" clId="{FA86A238-A9D8-486C-A6B1-D2E2CA7B8BFA}" dt="2024-11-06T02:51:06.819" v="4449" actId="113"/>
          <ac:spMkLst>
            <pc:docMk/>
            <pc:sldMk cId="3786943646" sldId="266"/>
            <ac:spMk id="3" creationId="{BB799B0B-191F-C2D9-93E7-E8BDA0047D01}"/>
          </ac:spMkLst>
        </pc:spChg>
        <pc:picChg chg="add mod">
          <ac:chgData name="Teacher" userId="Teacher" providerId="ADAL" clId="{FA86A238-A9D8-486C-A6B1-D2E2CA7B8BFA}" dt="2024-11-06T02:48:18.674" v="4421"/>
          <ac:picMkLst>
            <pc:docMk/>
            <pc:sldMk cId="3786943646" sldId="266"/>
            <ac:picMk id="4" creationId="{3C2B8598-B118-DAC0-2F4C-F7CFC6EF562F}"/>
          </ac:picMkLst>
        </pc:picChg>
      </pc:sldChg>
      <pc:sldChg chg="addSp modSp mod">
        <pc:chgData name="Teacher" userId="Teacher" providerId="ADAL" clId="{FA86A238-A9D8-486C-A6B1-D2E2CA7B8BFA}" dt="2024-11-06T02:49:02.282" v="4425" actId="207"/>
        <pc:sldMkLst>
          <pc:docMk/>
          <pc:sldMk cId="283502382" sldId="267"/>
        </pc:sldMkLst>
        <pc:spChg chg="mod">
          <ac:chgData name="Teacher" userId="Teacher" providerId="ADAL" clId="{FA86A238-A9D8-486C-A6B1-D2E2CA7B8BFA}" dt="2024-11-06T02:49:02.282" v="4425" actId="207"/>
          <ac:spMkLst>
            <pc:docMk/>
            <pc:sldMk cId="283502382" sldId="267"/>
            <ac:spMk id="3" creationId="{86591DD1-3E65-0EB8-5E9E-1E1989E1D12C}"/>
          </ac:spMkLst>
        </pc:spChg>
        <pc:picChg chg="add mod">
          <ac:chgData name="Teacher" userId="Teacher" providerId="ADAL" clId="{FA86A238-A9D8-486C-A6B1-D2E2CA7B8BFA}" dt="2024-11-06T02:48:22.245" v="4422"/>
          <ac:picMkLst>
            <pc:docMk/>
            <pc:sldMk cId="283502382" sldId="267"/>
            <ac:picMk id="4" creationId="{C8B57CE7-559B-4EA4-08C8-664AAD320D83}"/>
          </ac:picMkLst>
        </pc:picChg>
      </pc:sldChg>
      <pc:sldChg chg="addSp modSp mod">
        <pc:chgData name="Teacher" userId="Teacher" providerId="ADAL" clId="{FA86A238-A9D8-486C-A6B1-D2E2CA7B8BFA}" dt="2024-11-06T02:51:27.173" v="4453" actId="20577"/>
        <pc:sldMkLst>
          <pc:docMk/>
          <pc:sldMk cId="4110728972" sldId="268"/>
        </pc:sldMkLst>
        <pc:spChg chg="mod">
          <ac:chgData name="Teacher" userId="Teacher" providerId="ADAL" clId="{FA86A238-A9D8-486C-A6B1-D2E2CA7B8BFA}" dt="2024-11-06T02:51:27.173" v="4453" actId="20577"/>
          <ac:spMkLst>
            <pc:docMk/>
            <pc:sldMk cId="4110728972" sldId="268"/>
            <ac:spMk id="2" creationId="{444CFB6F-573B-E07B-879A-751176962386}"/>
          </ac:spMkLst>
        </pc:spChg>
        <pc:spChg chg="mod">
          <ac:chgData name="Teacher" userId="Teacher" providerId="ADAL" clId="{FA86A238-A9D8-486C-A6B1-D2E2CA7B8BFA}" dt="2024-11-06T02:51:21.669" v="4450" actId="21"/>
          <ac:spMkLst>
            <pc:docMk/>
            <pc:sldMk cId="4110728972" sldId="268"/>
            <ac:spMk id="3" creationId="{97D50E0B-65FA-5F9D-324F-28CF10CF7120}"/>
          </ac:spMkLst>
        </pc:spChg>
        <pc:picChg chg="add mod">
          <ac:chgData name="Teacher" userId="Teacher" providerId="ADAL" clId="{FA86A238-A9D8-486C-A6B1-D2E2CA7B8BFA}" dt="2024-11-06T02:49:13.078" v="4426"/>
          <ac:picMkLst>
            <pc:docMk/>
            <pc:sldMk cId="4110728972" sldId="268"/>
            <ac:picMk id="4" creationId="{7B91BFA3-3530-2F2B-CD10-E832627007B9}"/>
          </ac:picMkLst>
        </pc:picChg>
      </pc:sldChg>
      <pc:sldChg chg="addSp modSp mod">
        <pc:chgData name="Teacher" userId="Teacher" providerId="ADAL" clId="{FA86A238-A9D8-486C-A6B1-D2E2CA7B8BFA}" dt="2024-11-06T02:51:36.596" v="4455" actId="20577"/>
        <pc:sldMkLst>
          <pc:docMk/>
          <pc:sldMk cId="2686859252" sldId="269"/>
        </pc:sldMkLst>
        <pc:spChg chg="mod">
          <ac:chgData name="Teacher" userId="Teacher" providerId="ADAL" clId="{FA86A238-A9D8-486C-A6B1-D2E2CA7B8BFA}" dt="2024-11-06T02:51:35.263" v="4454"/>
          <ac:spMkLst>
            <pc:docMk/>
            <pc:sldMk cId="2686859252" sldId="269"/>
            <ac:spMk id="2" creationId="{03475829-E8D4-8104-F34B-9ECB5A5B683B}"/>
          </ac:spMkLst>
        </pc:spChg>
        <pc:spChg chg="mod">
          <ac:chgData name="Teacher" userId="Teacher" providerId="ADAL" clId="{FA86A238-A9D8-486C-A6B1-D2E2CA7B8BFA}" dt="2024-11-06T02:51:36.596" v="4455" actId="20577"/>
          <ac:spMkLst>
            <pc:docMk/>
            <pc:sldMk cId="2686859252" sldId="269"/>
            <ac:spMk id="3" creationId="{2F778670-5B47-8416-AD4C-6EC0CC39D6D3}"/>
          </ac:spMkLst>
        </pc:spChg>
        <pc:picChg chg="add mod">
          <ac:chgData name="Teacher" userId="Teacher" providerId="ADAL" clId="{FA86A238-A9D8-486C-A6B1-D2E2CA7B8BFA}" dt="2024-11-06T02:49:15.441" v="4427"/>
          <ac:picMkLst>
            <pc:docMk/>
            <pc:sldMk cId="2686859252" sldId="269"/>
            <ac:picMk id="4" creationId="{B8025FAE-E0E3-0466-7D96-B92B35685D84}"/>
          </ac:picMkLst>
        </pc:picChg>
      </pc:sldChg>
      <pc:sldChg chg="addSp modSp mod">
        <pc:chgData name="Teacher" userId="Teacher" providerId="ADAL" clId="{FA86A238-A9D8-486C-A6B1-D2E2CA7B8BFA}" dt="2024-11-06T02:51:40.332" v="4457" actId="20577"/>
        <pc:sldMkLst>
          <pc:docMk/>
          <pc:sldMk cId="733047278" sldId="270"/>
        </pc:sldMkLst>
        <pc:spChg chg="mod">
          <ac:chgData name="Teacher" userId="Teacher" providerId="ADAL" clId="{FA86A238-A9D8-486C-A6B1-D2E2CA7B8BFA}" dt="2024-11-06T02:51:38.959" v="4456"/>
          <ac:spMkLst>
            <pc:docMk/>
            <pc:sldMk cId="733047278" sldId="270"/>
            <ac:spMk id="2" creationId="{7C0D4559-0136-9112-2B97-E0240925EB89}"/>
          </ac:spMkLst>
        </pc:spChg>
        <pc:spChg chg="mod">
          <ac:chgData name="Teacher" userId="Teacher" providerId="ADAL" clId="{FA86A238-A9D8-486C-A6B1-D2E2CA7B8BFA}" dt="2024-11-06T02:51:40.332" v="4457" actId="20577"/>
          <ac:spMkLst>
            <pc:docMk/>
            <pc:sldMk cId="733047278" sldId="270"/>
            <ac:spMk id="3" creationId="{CD6CA955-E919-7F38-9603-EE9995B56B0A}"/>
          </ac:spMkLst>
        </pc:spChg>
        <pc:picChg chg="add mod">
          <ac:chgData name="Teacher" userId="Teacher" providerId="ADAL" clId="{FA86A238-A9D8-486C-A6B1-D2E2CA7B8BFA}" dt="2024-11-06T02:49:16.655" v="4428"/>
          <ac:picMkLst>
            <pc:docMk/>
            <pc:sldMk cId="733047278" sldId="270"/>
            <ac:picMk id="4" creationId="{C2FE6277-FE3D-1E03-11C7-AB6BC7D3ED81}"/>
          </ac:picMkLst>
        </pc:picChg>
      </pc:sldChg>
      <pc:sldChg chg="addSp modSp mod">
        <pc:chgData name="Teacher" userId="Teacher" providerId="ADAL" clId="{FA86A238-A9D8-486C-A6B1-D2E2CA7B8BFA}" dt="2024-11-06T02:51:57.413" v="4464" actId="6549"/>
        <pc:sldMkLst>
          <pc:docMk/>
          <pc:sldMk cId="2939464037" sldId="271"/>
        </pc:sldMkLst>
        <pc:spChg chg="mod">
          <ac:chgData name="Teacher" userId="Teacher" providerId="ADAL" clId="{FA86A238-A9D8-486C-A6B1-D2E2CA7B8BFA}" dt="2024-11-06T02:51:53.054" v="4462"/>
          <ac:spMkLst>
            <pc:docMk/>
            <pc:sldMk cId="2939464037" sldId="271"/>
            <ac:spMk id="2" creationId="{E9DE0256-4183-7CD9-43F3-E82812429D59}"/>
          </ac:spMkLst>
        </pc:spChg>
        <pc:spChg chg="mod">
          <ac:chgData name="Teacher" userId="Teacher" providerId="ADAL" clId="{FA86A238-A9D8-486C-A6B1-D2E2CA7B8BFA}" dt="2024-11-06T02:51:57.413" v="4464" actId="6549"/>
          <ac:spMkLst>
            <pc:docMk/>
            <pc:sldMk cId="2939464037" sldId="271"/>
            <ac:spMk id="3" creationId="{B27F36F6-7407-DF5D-4C3C-18EA5B83E833}"/>
          </ac:spMkLst>
        </pc:spChg>
        <pc:picChg chg="add mod">
          <ac:chgData name="Teacher" userId="Teacher" providerId="ADAL" clId="{FA86A238-A9D8-486C-A6B1-D2E2CA7B8BFA}" dt="2024-11-06T02:49:18.049" v="4429"/>
          <ac:picMkLst>
            <pc:docMk/>
            <pc:sldMk cId="2939464037" sldId="271"/>
            <ac:picMk id="4" creationId="{AB50C1FF-CED0-ECA4-3E57-F07D5AF903F3}"/>
          </ac:picMkLst>
        </pc:picChg>
      </pc:sldChg>
      <pc:sldChg chg="addSp modSp">
        <pc:chgData name="Teacher" userId="Teacher" providerId="ADAL" clId="{FA86A238-A9D8-486C-A6B1-D2E2CA7B8BFA}" dt="2024-11-06T02:48:09.798" v="4417"/>
        <pc:sldMkLst>
          <pc:docMk/>
          <pc:sldMk cId="2100542692" sldId="277"/>
        </pc:sldMkLst>
        <pc:picChg chg="add mod">
          <ac:chgData name="Teacher" userId="Teacher" providerId="ADAL" clId="{FA86A238-A9D8-486C-A6B1-D2E2CA7B8BFA}" dt="2024-11-06T02:48:09.798" v="4417"/>
          <ac:picMkLst>
            <pc:docMk/>
            <pc:sldMk cId="2100542692" sldId="277"/>
            <ac:picMk id="4" creationId="{3D05658E-3FB6-FECD-F96A-F84D0EF12671}"/>
          </ac:picMkLst>
        </pc:picChg>
      </pc:sldChg>
      <pc:sldChg chg="addSp modSp mod">
        <pc:chgData name="Teacher" userId="Teacher" providerId="ADAL" clId="{FA86A238-A9D8-486C-A6B1-D2E2CA7B8BFA}" dt="2024-11-06T02:59:36.216" v="5558"/>
        <pc:sldMkLst>
          <pc:docMk/>
          <pc:sldMk cId="223365581" sldId="279"/>
        </pc:sldMkLst>
        <pc:spChg chg="mod">
          <ac:chgData name="Teacher" userId="Teacher" providerId="ADAL" clId="{FA86A238-A9D8-486C-A6B1-D2E2CA7B8BFA}" dt="2024-10-30T03:00:47.779" v="94" actId="403"/>
          <ac:spMkLst>
            <pc:docMk/>
            <pc:sldMk cId="223365581" sldId="279"/>
            <ac:spMk id="3" creationId="{2F9C0200-9A8D-31B1-3057-3AD74723378B}"/>
          </ac:spMkLst>
        </pc:spChg>
        <pc:picChg chg="add mod">
          <ac:chgData name="Teacher" userId="Teacher" providerId="ADAL" clId="{FA86A238-A9D8-486C-A6B1-D2E2CA7B8BFA}" dt="2024-11-06T02:59:36.216" v="5558"/>
          <ac:picMkLst>
            <pc:docMk/>
            <pc:sldMk cId="223365581" sldId="279"/>
            <ac:picMk id="4" creationId="{668CC690-8335-E69D-C43A-6C1498BB3569}"/>
          </ac:picMkLst>
        </pc:picChg>
      </pc:sldChg>
      <pc:sldChg chg="addSp modSp mod">
        <pc:chgData name="Teacher" userId="Teacher" providerId="ADAL" clId="{FA86A238-A9D8-486C-A6B1-D2E2CA7B8BFA}" dt="2024-11-06T02:59:39.531" v="5560"/>
        <pc:sldMkLst>
          <pc:docMk/>
          <pc:sldMk cId="1916642547" sldId="281"/>
        </pc:sldMkLst>
        <pc:spChg chg="mod">
          <ac:chgData name="Teacher" userId="Teacher" providerId="ADAL" clId="{FA86A238-A9D8-486C-A6B1-D2E2CA7B8BFA}" dt="2024-10-30T02:59:48.782" v="91" actId="242"/>
          <ac:spMkLst>
            <pc:docMk/>
            <pc:sldMk cId="1916642547" sldId="281"/>
            <ac:spMk id="3" creationId="{76849894-5BC6-7EAF-3630-1ECC9F5A3555}"/>
          </ac:spMkLst>
        </pc:spChg>
        <pc:picChg chg="add mod">
          <ac:chgData name="Teacher" userId="Teacher" providerId="ADAL" clId="{FA86A238-A9D8-486C-A6B1-D2E2CA7B8BFA}" dt="2024-11-06T02:59:39.531" v="5560"/>
          <ac:picMkLst>
            <pc:docMk/>
            <pc:sldMk cId="1916642547" sldId="281"/>
            <ac:picMk id="4" creationId="{2A04FED5-1680-9737-B119-3EC6E5DAB146}"/>
          </ac:picMkLst>
        </pc:picChg>
      </pc:sldChg>
      <pc:sldChg chg="addSp delSp modSp add mod">
        <pc:chgData name="Teacher" userId="Teacher" providerId="ADAL" clId="{FA86A238-A9D8-486C-A6B1-D2E2CA7B8BFA}" dt="2024-11-06T02:59:37.006" v="5559"/>
        <pc:sldMkLst>
          <pc:docMk/>
          <pc:sldMk cId="3056815636" sldId="282"/>
        </pc:sldMkLst>
        <pc:spChg chg="mod">
          <ac:chgData name="Teacher" userId="Teacher" providerId="ADAL" clId="{FA86A238-A9D8-486C-A6B1-D2E2CA7B8BFA}" dt="2024-10-30T03:05:37.973" v="913" actId="113"/>
          <ac:spMkLst>
            <pc:docMk/>
            <pc:sldMk cId="3056815636" sldId="282"/>
            <ac:spMk id="3" creationId="{93656D06-1A8D-1C2C-F472-54CBF776A1FA}"/>
          </ac:spMkLst>
        </pc:spChg>
        <pc:picChg chg="add mod">
          <ac:chgData name="Teacher" userId="Teacher" providerId="ADAL" clId="{FA86A238-A9D8-486C-A6B1-D2E2CA7B8BFA}" dt="2024-11-06T02:59:37.006" v="5559"/>
          <ac:picMkLst>
            <pc:docMk/>
            <pc:sldMk cId="3056815636" sldId="282"/>
            <ac:picMk id="4" creationId="{7CF45A20-9579-655A-86B4-C8FE8CC1317F}"/>
          </ac:picMkLst>
        </pc:picChg>
        <pc:picChg chg="del">
          <ac:chgData name="Teacher" userId="Teacher" providerId="ADAL" clId="{FA86A238-A9D8-486C-A6B1-D2E2CA7B8BFA}" dt="2024-10-30T03:00:44.003" v="93" actId="478"/>
          <ac:picMkLst>
            <pc:docMk/>
            <pc:sldMk cId="3056815636" sldId="282"/>
            <ac:picMk id="5" creationId="{C03AB039-7AE1-5AB0-43E0-F24E5ECE51C4}"/>
          </ac:picMkLst>
        </pc:picChg>
      </pc:sldChg>
      <pc:sldChg chg="addSp modSp add mod">
        <pc:chgData name="Teacher" userId="Teacher" providerId="ADAL" clId="{FA86A238-A9D8-486C-A6B1-D2E2CA7B8BFA}" dt="2024-11-06T02:59:40.329" v="5561"/>
        <pc:sldMkLst>
          <pc:docMk/>
          <pc:sldMk cId="1958190530" sldId="283"/>
        </pc:sldMkLst>
        <pc:spChg chg="mod">
          <ac:chgData name="Teacher" userId="Teacher" providerId="ADAL" clId="{FA86A238-A9D8-486C-A6B1-D2E2CA7B8BFA}" dt="2024-10-30T03:08:12.704" v="1222" actId="113"/>
          <ac:spMkLst>
            <pc:docMk/>
            <pc:sldMk cId="1958190530" sldId="283"/>
            <ac:spMk id="3" creationId="{A0CD16E0-08F3-F890-9D16-000FE820696D}"/>
          </ac:spMkLst>
        </pc:spChg>
        <pc:picChg chg="add mod">
          <ac:chgData name="Teacher" userId="Teacher" providerId="ADAL" clId="{FA86A238-A9D8-486C-A6B1-D2E2CA7B8BFA}" dt="2024-11-06T02:59:40.329" v="5561"/>
          <ac:picMkLst>
            <pc:docMk/>
            <pc:sldMk cId="1958190530" sldId="283"/>
            <ac:picMk id="4" creationId="{2DC59156-7FF9-0556-ECA6-4ABF222F6B8A}"/>
          </ac:picMkLst>
        </pc:picChg>
      </pc:sldChg>
      <pc:sldChg chg="addSp modSp add mod">
        <pc:chgData name="Teacher" userId="Teacher" providerId="ADAL" clId="{FA86A238-A9D8-486C-A6B1-D2E2CA7B8BFA}" dt="2024-11-06T02:59:42.062" v="5562"/>
        <pc:sldMkLst>
          <pc:docMk/>
          <pc:sldMk cId="925856328" sldId="284"/>
        </pc:sldMkLst>
        <pc:spChg chg="mod">
          <ac:chgData name="Teacher" userId="Teacher" providerId="ADAL" clId="{FA86A238-A9D8-486C-A6B1-D2E2CA7B8BFA}" dt="2024-10-30T04:07:17.501" v="2129" actId="6549"/>
          <ac:spMkLst>
            <pc:docMk/>
            <pc:sldMk cId="925856328" sldId="284"/>
            <ac:spMk id="3" creationId="{589E61D3-3A22-3902-BB52-9EEC5BB9798E}"/>
          </ac:spMkLst>
        </pc:spChg>
        <pc:picChg chg="add mod">
          <ac:chgData name="Teacher" userId="Teacher" providerId="ADAL" clId="{FA86A238-A9D8-486C-A6B1-D2E2CA7B8BFA}" dt="2024-11-06T02:59:42.062" v="5562"/>
          <ac:picMkLst>
            <pc:docMk/>
            <pc:sldMk cId="925856328" sldId="284"/>
            <ac:picMk id="4" creationId="{B54692C1-4036-BC7D-2DD9-1CBD7491D7C8}"/>
          </ac:picMkLst>
        </pc:picChg>
      </pc:sldChg>
      <pc:sldChg chg="addSp modSp add mod">
        <pc:chgData name="Teacher" userId="Teacher" providerId="ADAL" clId="{FA86A238-A9D8-486C-A6B1-D2E2CA7B8BFA}" dt="2024-11-06T02:59:43.512" v="5563"/>
        <pc:sldMkLst>
          <pc:docMk/>
          <pc:sldMk cId="3483649909" sldId="285"/>
        </pc:sldMkLst>
        <pc:spChg chg="mod">
          <ac:chgData name="Teacher" userId="Teacher" providerId="ADAL" clId="{FA86A238-A9D8-486C-A6B1-D2E2CA7B8BFA}" dt="2024-10-30T04:10:58.688" v="2327" actId="20577"/>
          <ac:spMkLst>
            <pc:docMk/>
            <pc:sldMk cId="3483649909" sldId="285"/>
            <ac:spMk id="3" creationId="{565A4508-2082-86F3-F52E-01D35E1B8BF8}"/>
          </ac:spMkLst>
        </pc:spChg>
        <pc:picChg chg="add mod">
          <ac:chgData name="Teacher" userId="Teacher" providerId="ADAL" clId="{FA86A238-A9D8-486C-A6B1-D2E2CA7B8BFA}" dt="2024-11-06T02:59:43.512" v="5563"/>
          <ac:picMkLst>
            <pc:docMk/>
            <pc:sldMk cId="3483649909" sldId="285"/>
            <ac:picMk id="4" creationId="{1CF2D059-E5E4-0C03-B207-475874970390}"/>
          </ac:picMkLst>
        </pc:picChg>
      </pc:sldChg>
      <pc:sldChg chg="addSp modSp add mod">
        <pc:chgData name="Teacher" userId="Teacher" providerId="ADAL" clId="{FA86A238-A9D8-486C-A6B1-D2E2CA7B8BFA}" dt="2024-11-06T02:59:45.669" v="5564"/>
        <pc:sldMkLst>
          <pc:docMk/>
          <pc:sldMk cId="1438950295" sldId="286"/>
        </pc:sldMkLst>
        <pc:spChg chg="mod">
          <ac:chgData name="Teacher" userId="Teacher" providerId="ADAL" clId="{FA86A238-A9D8-486C-A6B1-D2E2CA7B8BFA}" dt="2024-10-30T04:17:07.021" v="2768" actId="20577"/>
          <ac:spMkLst>
            <pc:docMk/>
            <pc:sldMk cId="1438950295" sldId="286"/>
            <ac:spMk id="3" creationId="{528F0818-5F84-42A0-A2B4-E4D1640CCC3F}"/>
          </ac:spMkLst>
        </pc:spChg>
        <pc:picChg chg="add mod">
          <ac:chgData name="Teacher" userId="Teacher" providerId="ADAL" clId="{FA86A238-A9D8-486C-A6B1-D2E2CA7B8BFA}" dt="2024-11-06T02:59:45.669" v="5564"/>
          <ac:picMkLst>
            <pc:docMk/>
            <pc:sldMk cId="1438950295" sldId="286"/>
            <ac:picMk id="4" creationId="{20FACFA6-C8A8-F0F6-5A2A-943B7B38A18C}"/>
          </ac:picMkLst>
        </pc:picChg>
      </pc:sldChg>
      <pc:sldChg chg="addSp modSp new mod setBg">
        <pc:chgData name="Teacher" userId="Teacher" providerId="ADAL" clId="{FA86A238-A9D8-486C-A6B1-D2E2CA7B8BFA}" dt="2024-10-30T04:25:40.404" v="2829" actId="26606"/>
        <pc:sldMkLst>
          <pc:docMk/>
          <pc:sldMk cId="479943157" sldId="287"/>
        </pc:sldMkLst>
        <pc:spChg chg="mod">
          <ac:chgData name="Teacher" userId="Teacher" providerId="ADAL" clId="{FA86A238-A9D8-486C-A6B1-D2E2CA7B8BFA}" dt="2024-10-30T04:25:40.404" v="2829" actId="26606"/>
          <ac:spMkLst>
            <pc:docMk/>
            <pc:sldMk cId="479943157" sldId="287"/>
            <ac:spMk id="2" creationId="{CC953252-5026-19F9-42C7-958B9C2787C8}"/>
          </ac:spMkLst>
        </pc:spChg>
        <pc:spChg chg="mod">
          <ac:chgData name="Teacher" userId="Teacher" providerId="ADAL" clId="{FA86A238-A9D8-486C-A6B1-D2E2CA7B8BFA}" dt="2024-10-30T04:25:40.404" v="2829" actId="26606"/>
          <ac:spMkLst>
            <pc:docMk/>
            <pc:sldMk cId="479943157" sldId="287"/>
            <ac:spMk id="3" creationId="{EBABA426-78CC-3E61-E56F-621030394AFD}"/>
          </ac:spMkLst>
        </pc:spChg>
        <pc:spChg chg="add">
          <ac:chgData name="Teacher" userId="Teacher" providerId="ADAL" clId="{FA86A238-A9D8-486C-A6B1-D2E2CA7B8BFA}" dt="2024-10-30T04:25:40.404" v="2829" actId="26606"/>
          <ac:spMkLst>
            <pc:docMk/>
            <pc:sldMk cId="479943157" sldId="287"/>
            <ac:spMk id="36" creationId="{6A10670B-6568-4038-91D8-392C78C0CFE4}"/>
          </ac:spMkLst>
        </pc:spChg>
        <pc:spChg chg="add">
          <ac:chgData name="Teacher" userId="Teacher" providerId="ADAL" clId="{FA86A238-A9D8-486C-A6B1-D2E2CA7B8BFA}" dt="2024-10-30T04:25:40.404" v="2829" actId="26606"/>
          <ac:spMkLst>
            <pc:docMk/>
            <pc:sldMk cId="479943157" sldId="287"/>
            <ac:spMk id="38" creationId="{62163DB6-3EE7-474C-8726-1A05F7DE4229}"/>
          </ac:spMkLst>
        </pc:spChg>
        <pc:spChg chg="add">
          <ac:chgData name="Teacher" userId="Teacher" providerId="ADAL" clId="{FA86A238-A9D8-486C-A6B1-D2E2CA7B8BFA}" dt="2024-10-30T04:25:40.404" v="2829" actId="26606"/>
          <ac:spMkLst>
            <pc:docMk/>
            <pc:sldMk cId="479943157" sldId="287"/>
            <ac:spMk id="40" creationId="{57ABABA7-0420-4200-9B65-1C1967CE9373}"/>
          </ac:spMkLst>
        </pc:spChg>
        <pc:spChg chg="add">
          <ac:chgData name="Teacher" userId="Teacher" providerId="ADAL" clId="{FA86A238-A9D8-486C-A6B1-D2E2CA7B8BFA}" dt="2024-10-30T04:25:40.404" v="2829" actId="26606"/>
          <ac:spMkLst>
            <pc:docMk/>
            <pc:sldMk cId="479943157" sldId="287"/>
            <ac:spMk id="42" creationId="{A317EBE3-FF86-4DA1-BC9A-331F7F2144E9}"/>
          </ac:spMkLst>
        </pc:spChg>
        <pc:grpChg chg="add">
          <ac:chgData name="Teacher" userId="Teacher" providerId="ADAL" clId="{FA86A238-A9D8-486C-A6B1-D2E2CA7B8BFA}" dt="2024-10-30T04:25:40.404" v="2829" actId="26606"/>
          <ac:grpSpMkLst>
            <pc:docMk/>
            <pc:sldMk cId="479943157" sldId="287"/>
            <ac:grpSpMk id="8" creationId="{04E9F44E-02E7-4A97-B7DB-1DB0F1F4EB04}"/>
          </ac:grpSpMkLst>
        </pc:grpChg>
        <pc:grpChg chg="add">
          <ac:chgData name="Teacher" userId="Teacher" providerId="ADAL" clId="{FA86A238-A9D8-486C-A6B1-D2E2CA7B8BFA}" dt="2024-10-30T04:25:40.404" v="2829" actId="26606"/>
          <ac:grpSpMkLst>
            <pc:docMk/>
            <pc:sldMk cId="479943157" sldId="287"/>
            <ac:grpSpMk id="22" creationId="{3F22DE9C-F188-48E2-A82C-4434A8EEEA57}"/>
          </ac:grpSpMkLst>
        </pc:grpChg>
        <pc:cxnChg chg="add">
          <ac:chgData name="Teacher" userId="Teacher" providerId="ADAL" clId="{FA86A238-A9D8-486C-A6B1-D2E2CA7B8BFA}" dt="2024-10-30T04:25:40.404" v="2829" actId="26606"/>
          <ac:cxnSpMkLst>
            <pc:docMk/>
            <pc:sldMk cId="479943157" sldId="287"/>
            <ac:cxnSpMk id="44" creationId="{34D43EC1-35FA-4FC3-8526-F655CEB09D9C}"/>
          </ac:cxnSpMkLst>
        </pc:cxnChg>
      </pc:sldChg>
      <pc:sldChg chg="addSp delSp modSp new del mod modClrScheme chgLayout">
        <pc:chgData name="Teacher" userId="Teacher" providerId="ADAL" clId="{FA86A238-A9D8-486C-A6B1-D2E2CA7B8BFA}" dt="2024-10-30T21:36:53.437" v="3030" actId="2696"/>
        <pc:sldMkLst>
          <pc:docMk/>
          <pc:sldMk cId="3055244389" sldId="288"/>
        </pc:sldMkLst>
        <pc:spChg chg="del mod ord">
          <ac:chgData name="Teacher" userId="Teacher" providerId="ADAL" clId="{FA86A238-A9D8-486C-A6B1-D2E2CA7B8BFA}" dt="2024-10-30T04:41:03.829" v="2948" actId="700"/>
          <ac:spMkLst>
            <pc:docMk/>
            <pc:sldMk cId="3055244389" sldId="288"/>
            <ac:spMk id="2" creationId="{9D2A74E6-8E02-FA78-C6EC-8692DBD5C8C6}"/>
          </ac:spMkLst>
        </pc:spChg>
        <pc:spChg chg="mod ord">
          <ac:chgData name="Teacher" userId="Teacher" providerId="ADAL" clId="{FA86A238-A9D8-486C-A6B1-D2E2CA7B8BFA}" dt="2024-10-30T04:42:51.192" v="2997" actId="700"/>
          <ac:spMkLst>
            <pc:docMk/>
            <pc:sldMk cId="3055244389" sldId="288"/>
            <ac:spMk id="3" creationId="{A9A55BC9-3751-286B-E953-3E237C835914}"/>
          </ac:spMkLst>
        </pc:spChg>
        <pc:spChg chg="add del mod ord">
          <ac:chgData name="Teacher" userId="Teacher" providerId="ADAL" clId="{FA86A238-A9D8-486C-A6B1-D2E2CA7B8BFA}" dt="2024-10-30T04:42:32.325" v="2992" actId="478"/>
          <ac:spMkLst>
            <pc:docMk/>
            <pc:sldMk cId="3055244389" sldId="288"/>
            <ac:spMk id="4" creationId="{C4FD35D1-35A0-7AA5-46BF-99A48F0C11F8}"/>
          </ac:spMkLst>
        </pc:spChg>
        <pc:spChg chg="add del mod ord">
          <ac:chgData name="Teacher" userId="Teacher" providerId="ADAL" clId="{FA86A238-A9D8-486C-A6B1-D2E2CA7B8BFA}" dt="2024-10-30T04:42:51.192" v="2997" actId="700"/>
          <ac:spMkLst>
            <pc:docMk/>
            <pc:sldMk cId="3055244389" sldId="288"/>
            <ac:spMk id="5" creationId="{48F71D6B-C3AB-D589-2D19-F5A4D8715422}"/>
          </ac:spMkLst>
        </pc:spChg>
        <pc:spChg chg="add del mod">
          <ac:chgData name="Teacher" userId="Teacher" providerId="ADAL" clId="{FA86A238-A9D8-486C-A6B1-D2E2CA7B8BFA}" dt="2024-10-30T04:42:34.190" v="2993" actId="478"/>
          <ac:spMkLst>
            <pc:docMk/>
            <pc:sldMk cId="3055244389" sldId="288"/>
            <ac:spMk id="7" creationId="{38E6D664-D54D-210D-AE47-AB83B02152BC}"/>
          </ac:spMkLst>
        </pc:spChg>
      </pc:sldChg>
      <pc:sldChg chg="addSp delSp modSp add mod">
        <pc:chgData name="Teacher" userId="Teacher" providerId="ADAL" clId="{FA86A238-A9D8-486C-A6B1-D2E2CA7B8BFA}" dt="2024-11-06T02:59:48.825" v="5565"/>
        <pc:sldMkLst>
          <pc:docMk/>
          <pc:sldMk cId="812631015" sldId="289"/>
        </pc:sldMkLst>
        <pc:spChg chg="del">
          <ac:chgData name="Teacher" userId="Teacher" providerId="ADAL" clId="{FA86A238-A9D8-486C-A6B1-D2E2CA7B8BFA}" dt="2024-10-30T04:43:10.707" v="2999" actId="478"/>
          <ac:spMkLst>
            <pc:docMk/>
            <pc:sldMk cId="812631015" sldId="289"/>
            <ac:spMk id="2" creationId="{B5C19404-1667-1A15-6CB6-D13C754DDA3E}"/>
          </ac:spMkLst>
        </pc:spChg>
        <pc:spChg chg="mod">
          <ac:chgData name="Teacher" userId="Teacher" providerId="ADAL" clId="{FA86A238-A9D8-486C-A6B1-D2E2CA7B8BFA}" dt="2024-10-31T00:51:39.431" v="3914" actId="1076"/>
          <ac:spMkLst>
            <pc:docMk/>
            <pc:sldMk cId="812631015" sldId="289"/>
            <ac:spMk id="3" creationId="{7EC220A2-569F-1289-DF5E-2D8DC77304B4}"/>
          </ac:spMkLst>
        </pc:spChg>
        <pc:spChg chg="add del mod">
          <ac:chgData name="Teacher" userId="Teacher" providerId="ADAL" clId="{FA86A238-A9D8-486C-A6B1-D2E2CA7B8BFA}" dt="2024-10-30T04:43:16.176" v="3001" actId="478"/>
          <ac:spMkLst>
            <pc:docMk/>
            <pc:sldMk cId="812631015" sldId="289"/>
            <ac:spMk id="5" creationId="{0FB2B7DB-3FA4-3620-4191-BC0670F97348}"/>
          </ac:spMkLst>
        </pc:spChg>
        <pc:spChg chg="add mod">
          <ac:chgData name="Teacher" userId="Teacher" providerId="ADAL" clId="{FA86A238-A9D8-486C-A6B1-D2E2CA7B8BFA}" dt="2024-10-31T00:51:39.431" v="3914" actId="1076"/>
          <ac:spMkLst>
            <pc:docMk/>
            <pc:sldMk cId="812631015" sldId="289"/>
            <ac:spMk id="7" creationId="{F63F00D1-AE0D-16B7-DBBC-647C16FD60E8}"/>
          </ac:spMkLst>
        </pc:spChg>
        <pc:spChg chg="add mod">
          <ac:chgData name="Teacher" userId="Teacher" providerId="ADAL" clId="{FA86A238-A9D8-486C-A6B1-D2E2CA7B8BFA}" dt="2024-10-31T00:54:02.791" v="3960" actId="113"/>
          <ac:spMkLst>
            <pc:docMk/>
            <pc:sldMk cId="812631015" sldId="289"/>
            <ac:spMk id="64" creationId="{2D852FEA-87FE-8910-1CF4-D86FCF96D064}"/>
          </ac:spMkLst>
        </pc:spChg>
        <pc:picChg chg="add mod">
          <ac:chgData name="Teacher" userId="Teacher" providerId="ADAL" clId="{FA86A238-A9D8-486C-A6B1-D2E2CA7B8BFA}" dt="2024-11-06T02:59:48.825" v="5565"/>
          <ac:picMkLst>
            <pc:docMk/>
            <pc:sldMk cId="812631015" sldId="289"/>
            <ac:picMk id="2" creationId="{14F79B7E-A019-7DD2-F772-058AF9480C6B}"/>
          </ac:picMkLst>
        </pc:picChg>
        <pc:cxnChg chg="add mod">
          <ac:chgData name="Teacher" userId="Teacher" providerId="ADAL" clId="{FA86A238-A9D8-486C-A6B1-D2E2CA7B8BFA}" dt="2024-10-31T00:51:39.431" v="3914" actId="1076"/>
          <ac:cxnSpMkLst>
            <pc:docMk/>
            <pc:sldMk cId="812631015" sldId="289"/>
            <ac:cxnSpMk id="35" creationId="{98134B31-7C3C-8E87-5BA6-AE4D1878C219}"/>
          </ac:cxnSpMkLst>
        </pc:cxnChg>
        <pc:cxnChg chg="add mod">
          <ac:chgData name="Teacher" userId="Teacher" providerId="ADAL" clId="{FA86A238-A9D8-486C-A6B1-D2E2CA7B8BFA}" dt="2024-10-31T00:51:39.431" v="3914" actId="1076"/>
          <ac:cxnSpMkLst>
            <pc:docMk/>
            <pc:sldMk cId="812631015" sldId="289"/>
            <ac:cxnSpMk id="39" creationId="{9D233FA8-8C04-D732-BE6F-25FF14E25CFD}"/>
          </ac:cxnSpMkLst>
        </pc:cxnChg>
        <pc:cxnChg chg="add mod">
          <ac:chgData name="Teacher" userId="Teacher" providerId="ADAL" clId="{FA86A238-A9D8-486C-A6B1-D2E2CA7B8BFA}" dt="2024-10-31T00:51:39.431" v="3914" actId="1076"/>
          <ac:cxnSpMkLst>
            <pc:docMk/>
            <pc:sldMk cId="812631015" sldId="289"/>
            <ac:cxnSpMk id="45" creationId="{9FA8CF9A-15E6-5467-24BC-83DB25E0ED3F}"/>
          </ac:cxnSpMkLst>
        </pc:cxnChg>
        <pc:cxnChg chg="add mod">
          <ac:chgData name="Teacher" userId="Teacher" providerId="ADAL" clId="{FA86A238-A9D8-486C-A6B1-D2E2CA7B8BFA}" dt="2024-10-31T00:51:39.431" v="3914" actId="1076"/>
          <ac:cxnSpMkLst>
            <pc:docMk/>
            <pc:sldMk cId="812631015" sldId="289"/>
            <ac:cxnSpMk id="46" creationId="{83E2E2FE-06C9-67DE-C7D2-F31A824A6563}"/>
          </ac:cxnSpMkLst>
        </pc:cxnChg>
        <pc:cxnChg chg="add mod">
          <ac:chgData name="Teacher" userId="Teacher" providerId="ADAL" clId="{FA86A238-A9D8-486C-A6B1-D2E2CA7B8BFA}" dt="2024-10-31T00:51:39.431" v="3914" actId="1076"/>
          <ac:cxnSpMkLst>
            <pc:docMk/>
            <pc:sldMk cId="812631015" sldId="289"/>
            <ac:cxnSpMk id="50" creationId="{6285A3B9-D0E3-62A2-81C5-DC6E894EDC60}"/>
          </ac:cxnSpMkLst>
        </pc:cxnChg>
        <pc:cxnChg chg="add mod">
          <ac:chgData name="Teacher" userId="Teacher" providerId="ADAL" clId="{FA86A238-A9D8-486C-A6B1-D2E2CA7B8BFA}" dt="2024-10-30T21:43:45.876" v="3281" actId="571"/>
          <ac:cxnSpMkLst>
            <pc:docMk/>
            <pc:sldMk cId="812631015" sldId="289"/>
            <ac:cxnSpMk id="51" creationId="{A75B7054-90C5-C0E9-E31C-7217A9694518}"/>
          </ac:cxnSpMkLst>
        </pc:cxnChg>
        <pc:cxnChg chg="add mod">
          <ac:chgData name="Teacher" userId="Teacher" providerId="ADAL" clId="{FA86A238-A9D8-486C-A6B1-D2E2CA7B8BFA}" dt="2024-10-30T21:43:45.876" v="3281" actId="571"/>
          <ac:cxnSpMkLst>
            <pc:docMk/>
            <pc:sldMk cId="812631015" sldId="289"/>
            <ac:cxnSpMk id="52" creationId="{1055B2FC-CBD9-7F3D-BF6B-35CE63A4504E}"/>
          </ac:cxnSpMkLst>
        </pc:cxnChg>
        <pc:cxnChg chg="add mod">
          <ac:chgData name="Teacher" userId="Teacher" providerId="ADAL" clId="{FA86A238-A9D8-486C-A6B1-D2E2CA7B8BFA}" dt="2024-10-31T00:51:39.431" v="3914" actId="1076"/>
          <ac:cxnSpMkLst>
            <pc:docMk/>
            <pc:sldMk cId="812631015" sldId="289"/>
            <ac:cxnSpMk id="53" creationId="{63791B12-37A1-E710-2490-69CF1DC35894}"/>
          </ac:cxnSpMkLst>
        </pc:cxnChg>
        <pc:cxnChg chg="add mod">
          <ac:chgData name="Teacher" userId="Teacher" providerId="ADAL" clId="{FA86A238-A9D8-486C-A6B1-D2E2CA7B8BFA}" dt="2024-10-30T21:44:00.108" v="3285" actId="571"/>
          <ac:cxnSpMkLst>
            <pc:docMk/>
            <pc:sldMk cId="812631015" sldId="289"/>
            <ac:cxnSpMk id="55" creationId="{C4B61019-A610-DE10-4BE9-4EE446A88BC3}"/>
          </ac:cxnSpMkLst>
        </pc:cxnChg>
        <pc:cxnChg chg="add mod">
          <ac:chgData name="Teacher" userId="Teacher" providerId="ADAL" clId="{FA86A238-A9D8-486C-A6B1-D2E2CA7B8BFA}" dt="2024-10-30T21:44:00.108" v="3285" actId="571"/>
          <ac:cxnSpMkLst>
            <pc:docMk/>
            <pc:sldMk cId="812631015" sldId="289"/>
            <ac:cxnSpMk id="56" creationId="{FB160FAB-1D75-E5B2-F01A-E086207F6DA9}"/>
          </ac:cxnSpMkLst>
        </pc:cxnChg>
        <pc:cxnChg chg="add mod">
          <ac:chgData name="Teacher" userId="Teacher" providerId="ADAL" clId="{FA86A238-A9D8-486C-A6B1-D2E2CA7B8BFA}" dt="2024-10-31T00:51:39.431" v="3914" actId="1076"/>
          <ac:cxnSpMkLst>
            <pc:docMk/>
            <pc:sldMk cId="812631015" sldId="289"/>
            <ac:cxnSpMk id="57" creationId="{20336622-A689-8B82-F725-C5127ED5A85E}"/>
          </ac:cxnSpMkLst>
        </pc:cxnChg>
      </pc:sldChg>
      <pc:sldChg chg="add del">
        <pc:chgData name="Teacher" userId="Teacher" providerId="ADAL" clId="{FA86A238-A9D8-486C-A6B1-D2E2CA7B8BFA}" dt="2024-10-30T21:36:49.020" v="3027" actId="2890"/>
        <pc:sldMkLst>
          <pc:docMk/>
          <pc:sldMk cId="965091287" sldId="290"/>
        </pc:sldMkLst>
      </pc:sldChg>
      <pc:sldChg chg="add del">
        <pc:chgData name="Teacher" userId="Teacher" providerId="ADAL" clId="{FA86A238-A9D8-486C-A6B1-D2E2CA7B8BFA}" dt="2024-10-30T21:36:51.925" v="3029" actId="2890"/>
        <pc:sldMkLst>
          <pc:docMk/>
          <pc:sldMk cId="2147486047" sldId="290"/>
        </pc:sldMkLst>
      </pc:sldChg>
      <pc:sldChg chg="addSp delSp modSp add mod">
        <pc:chgData name="Teacher" userId="Teacher" providerId="ADAL" clId="{FA86A238-A9D8-486C-A6B1-D2E2CA7B8BFA}" dt="2024-11-06T02:59:51.292" v="5566"/>
        <pc:sldMkLst>
          <pc:docMk/>
          <pc:sldMk cId="2544040325" sldId="290"/>
        </pc:sldMkLst>
        <pc:spChg chg="mod">
          <ac:chgData name="Teacher" userId="Teacher" providerId="ADAL" clId="{FA86A238-A9D8-486C-A6B1-D2E2CA7B8BFA}" dt="2024-10-31T00:53:43.105" v="3956" actId="1076"/>
          <ac:spMkLst>
            <pc:docMk/>
            <pc:sldMk cId="2544040325" sldId="290"/>
            <ac:spMk id="3" creationId="{2BE73B2F-B092-03BA-D2B9-B2CDAD9E81FC}"/>
          </ac:spMkLst>
        </pc:spChg>
        <pc:spChg chg="mod">
          <ac:chgData name="Teacher" userId="Teacher" providerId="ADAL" clId="{FA86A238-A9D8-486C-A6B1-D2E2CA7B8BFA}" dt="2024-10-31T00:53:43.105" v="3956" actId="1076"/>
          <ac:spMkLst>
            <pc:docMk/>
            <pc:sldMk cId="2544040325" sldId="290"/>
            <ac:spMk id="7" creationId="{765958E6-B2EB-2AFC-6134-683C344938D8}"/>
          </ac:spMkLst>
        </pc:spChg>
        <pc:spChg chg="add mod">
          <ac:chgData name="Teacher" userId="Teacher" providerId="ADAL" clId="{FA86A238-A9D8-486C-A6B1-D2E2CA7B8BFA}" dt="2024-10-31T00:54:00.171" v="3959" actId="113"/>
          <ac:spMkLst>
            <pc:docMk/>
            <pc:sldMk cId="2544040325" sldId="290"/>
            <ac:spMk id="47" creationId="{976703B5-165E-1EE6-82C4-4AA5EAFC8FA6}"/>
          </ac:spMkLst>
        </pc:spChg>
        <pc:spChg chg="add mod">
          <ac:chgData name="Teacher" userId="Teacher" providerId="ADAL" clId="{FA86A238-A9D8-486C-A6B1-D2E2CA7B8BFA}" dt="2024-10-31T00:53:58.719" v="3958"/>
          <ac:spMkLst>
            <pc:docMk/>
            <pc:sldMk cId="2544040325" sldId="290"/>
            <ac:spMk id="48" creationId="{B691D7C2-6E9B-FF73-A01E-88D427207977}"/>
          </ac:spMkLst>
        </pc:spChg>
        <pc:picChg chg="add mod">
          <ac:chgData name="Teacher" userId="Teacher" providerId="ADAL" clId="{FA86A238-A9D8-486C-A6B1-D2E2CA7B8BFA}" dt="2024-11-06T02:59:51.292" v="5566"/>
          <ac:picMkLst>
            <pc:docMk/>
            <pc:sldMk cId="2544040325" sldId="290"/>
            <ac:picMk id="35" creationId="{6D9C94E7-6BA7-1B71-68E7-DE996E704E75}"/>
          </ac:picMkLst>
        </pc:picChg>
        <pc:cxnChg chg="add mod">
          <ac:chgData name="Teacher" userId="Teacher" providerId="ADAL" clId="{FA86A238-A9D8-486C-A6B1-D2E2CA7B8BFA}" dt="2024-10-31T00:53:43.105" v="3956" actId="1076"/>
          <ac:cxnSpMkLst>
            <pc:docMk/>
            <pc:sldMk cId="2544040325" sldId="290"/>
            <ac:cxnSpMk id="2" creationId="{F8707ADF-CAA2-A753-A8C7-53EC694EC193}"/>
          </ac:cxnSpMkLst>
        </pc:cxnChg>
        <pc:cxnChg chg="add mod">
          <ac:chgData name="Teacher" userId="Teacher" providerId="ADAL" clId="{FA86A238-A9D8-486C-A6B1-D2E2CA7B8BFA}" dt="2024-10-31T00:53:43.105" v="3956" actId="1076"/>
          <ac:cxnSpMkLst>
            <pc:docMk/>
            <pc:sldMk cId="2544040325" sldId="290"/>
            <ac:cxnSpMk id="4" creationId="{DA5DD1DB-3865-E90A-83A2-1BED79BED17C}"/>
          </ac:cxnSpMkLst>
        </pc:cxnChg>
        <pc:cxnChg chg="add mod">
          <ac:chgData name="Teacher" userId="Teacher" providerId="ADAL" clId="{FA86A238-A9D8-486C-A6B1-D2E2CA7B8BFA}" dt="2024-10-31T00:53:43.105" v="3956" actId="1076"/>
          <ac:cxnSpMkLst>
            <pc:docMk/>
            <pc:sldMk cId="2544040325" sldId="290"/>
            <ac:cxnSpMk id="5" creationId="{B19D0C77-2DBA-BFFB-3A36-A5D2856D8436}"/>
          </ac:cxnSpMkLst>
        </pc:cxnChg>
        <pc:cxnChg chg="add mod">
          <ac:chgData name="Teacher" userId="Teacher" providerId="ADAL" clId="{FA86A238-A9D8-486C-A6B1-D2E2CA7B8BFA}" dt="2024-10-31T00:53:43.105" v="3956" actId="1076"/>
          <ac:cxnSpMkLst>
            <pc:docMk/>
            <pc:sldMk cId="2544040325" sldId="290"/>
            <ac:cxnSpMk id="6" creationId="{52C37107-D4FB-7347-B946-FC834BD832AD}"/>
          </ac:cxnSpMkLst>
        </pc:cxnChg>
        <pc:cxnChg chg="add mod">
          <ac:chgData name="Teacher" userId="Teacher" providerId="ADAL" clId="{FA86A238-A9D8-486C-A6B1-D2E2CA7B8BFA}" dt="2024-10-31T00:53:43.105" v="3956" actId="1076"/>
          <ac:cxnSpMkLst>
            <pc:docMk/>
            <pc:sldMk cId="2544040325" sldId="290"/>
            <ac:cxnSpMk id="21" creationId="{C929279A-3DD4-3151-878A-E9D15736D005}"/>
          </ac:cxnSpMkLst>
        </pc:cxnChg>
        <pc:cxnChg chg="del">
          <ac:chgData name="Teacher" userId="Teacher" providerId="ADAL" clId="{FA86A238-A9D8-486C-A6B1-D2E2CA7B8BFA}" dt="2024-10-30T21:57:58.177" v="3650" actId="478"/>
          <ac:cxnSpMkLst>
            <pc:docMk/>
            <pc:sldMk cId="2544040325" sldId="290"/>
            <ac:cxnSpMk id="35" creationId="{09A57D61-C4C6-5B3C-739C-26628636B798}"/>
          </ac:cxnSpMkLst>
        </pc:cxnChg>
        <pc:cxnChg chg="add mod">
          <ac:chgData name="Teacher" userId="Teacher" providerId="ADAL" clId="{FA86A238-A9D8-486C-A6B1-D2E2CA7B8BFA}" dt="2024-10-31T00:53:43.105" v="3956" actId="1076"/>
          <ac:cxnSpMkLst>
            <pc:docMk/>
            <pc:sldMk cId="2544040325" sldId="290"/>
            <ac:cxnSpMk id="37" creationId="{3BCB9E81-663D-9FC4-73E6-ACA4D9901348}"/>
          </ac:cxnSpMkLst>
        </pc:cxnChg>
        <pc:cxnChg chg="del">
          <ac:chgData name="Teacher" userId="Teacher" providerId="ADAL" clId="{FA86A238-A9D8-486C-A6B1-D2E2CA7B8BFA}" dt="2024-10-30T21:57:59.078" v="3651" actId="478"/>
          <ac:cxnSpMkLst>
            <pc:docMk/>
            <pc:sldMk cId="2544040325" sldId="290"/>
            <ac:cxnSpMk id="39" creationId="{288279E7-708F-335F-87C9-7BBD4FB73C6B}"/>
          </ac:cxnSpMkLst>
        </pc:cxnChg>
        <pc:cxnChg chg="add mod">
          <ac:chgData name="Teacher" userId="Teacher" providerId="ADAL" clId="{FA86A238-A9D8-486C-A6B1-D2E2CA7B8BFA}" dt="2024-10-31T00:53:43.105" v="3956" actId="1076"/>
          <ac:cxnSpMkLst>
            <pc:docMk/>
            <pc:sldMk cId="2544040325" sldId="290"/>
            <ac:cxnSpMk id="41" creationId="{18A723E3-B49D-AAD3-0367-CF6ADA155A0C}"/>
          </ac:cxnSpMkLst>
        </pc:cxnChg>
        <pc:cxnChg chg="del">
          <ac:chgData name="Teacher" userId="Teacher" providerId="ADAL" clId="{FA86A238-A9D8-486C-A6B1-D2E2CA7B8BFA}" dt="2024-10-30T21:57:59.829" v="3652" actId="478"/>
          <ac:cxnSpMkLst>
            <pc:docMk/>
            <pc:sldMk cId="2544040325" sldId="290"/>
            <ac:cxnSpMk id="45" creationId="{E5BB11BD-350D-BFB4-9301-14652FDE57DE}"/>
          </ac:cxnSpMkLst>
        </pc:cxnChg>
        <pc:cxnChg chg="del">
          <ac:chgData name="Teacher" userId="Teacher" providerId="ADAL" clId="{FA86A238-A9D8-486C-A6B1-D2E2CA7B8BFA}" dt="2024-10-30T21:58:00.417" v="3653" actId="478"/>
          <ac:cxnSpMkLst>
            <pc:docMk/>
            <pc:sldMk cId="2544040325" sldId="290"/>
            <ac:cxnSpMk id="46" creationId="{849CDF22-49ED-2F53-C4DF-FD40EEC01419}"/>
          </ac:cxnSpMkLst>
        </pc:cxnChg>
        <pc:cxnChg chg="del">
          <ac:chgData name="Teacher" userId="Teacher" providerId="ADAL" clId="{FA86A238-A9D8-486C-A6B1-D2E2CA7B8BFA}" dt="2024-10-30T21:58:01.042" v="3654" actId="478"/>
          <ac:cxnSpMkLst>
            <pc:docMk/>
            <pc:sldMk cId="2544040325" sldId="290"/>
            <ac:cxnSpMk id="50" creationId="{53F622A5-236C-8872-553B-A33641E0FC4D}"/>
          </ac:cxnSpMkLst>
        </pc:cxnChg>
        <pc:cxnChg chg="del">
          <ac:chgData name="Teacher" userId="Teacher" providerId="ADAL" clId="{FA86A238-A9D8-486C-A6B1-D2E2CA7B8BFA}" dt="2024-10-30T21:58:01.614" v="3655" actId="478"/>
          <ac:cxnSpMkLst>
            <pc:docMk/>
            <pc:sldMk cId="2544040325" sldId="290"/>
            <ac:cxnSpMk id="53" creationId="{2A70A7B2-55D1-14D0-1B7E-C31AE5D96428}"/>
          </ac:cxnSpMkLst>
        </pc:cxnChg>
        <pc:cxnChg chg="del">
          <ac:chgData name="Teacher" userId="Teacher" providerId="ADAL" clId="{FA86A238-A9D8-486C-A6B1-D2E2CA7B8BFA}" dt="2024-10-30T21:58:02.596" v="3656" actId="478"/>
          <ac:cxnSpMkLst>
            <pc:docMk/>
            <pc:sldMk cId="2544040325" sldId="290"/>
            <ac:cxnSpMk id="57" creationId="{909DBA49-2903-80DC-FB10-00BCC05407DB}"/>
          </ac:cxnSpMkLst>
        </pc:cxnChg>
      </pc:sldChg>
      <pc:sldChg chg="addSp delSp modSp add mod ord">
        <pc:chgData name="Teacher" userId="Teacher" providerId="ADAL" clId="{FA86A238-A9D8-486C-A6B1-D2E2CA7B8BFA}" dt="2024-11-06T02:59:52.575" v="5567"/>
        <pc:sldMkLst>
          <pc:docMk/>
          <pc:sldMk cId="4009652353" sldId="291"/>
        </pc:sldMkLst>
        <pc:spChg chg="mod">
          <ac:chgData name="Teacher" userId="Teacher" providerId="ADAL" clId="{FA86A238-A9D8-486C-A6B1-D2E2CA7B8BFA}" dt="2024-10-31T00:54:21.131" v="3961" actId="1076"/>
          <ac:spMkLst>
            <pc:docMk/>
            <pc:sldMk cId="4009652353" sldId="291"/>
            <ac:spMk id="3" creationId="{3F2D8AC4-D103-CF92-6670-B2329B528CEF}"/>
          </ac:spMkLst>
        </pc:spChg>
        <pc:spChg chg="mod">
          <ac:chgData name="Teacher" userId="Teacher" providerId="ADAL" clId="{FA86A238-A9D8-486C-A6B1-D2E2CA7B8BFA}" dt="2024-10-31T00:54:21.131" v="3961" actId="1076"/>
          <ac:spMkLst>
            <pc:docMk/>
            <pc:sldMk cId="4009652353" sldId="291"/>
            <ac:spMk id="7" creationId="{294BE4F9-3B73-3797-0EF9-62C5CF5690A2}"/>
          </ac:spMkLst>
        </pc:spChg>
        <pc:spChg chg="add mod">
          <ac:chgData name="Teacher" userId="Teacher" providerId="ADAL" clId="{FA86A238-A9D8-486C-A6B1-D2E2CA7B8BFA}" dt="2024-10-31T00:55:06.342" v="3973" actId="20577"/>
          <ac:spMkLst>
            <pc:docMk/>
            <pc:sldMk cId="4009652353" sldId="291"/>
            <ac:spMk id="43" creationId="{C718E335-B2D0-6309-404C-A2F1C598E86A}"/>
          </ac:spMkLst>
        </pc:spChg>
        <pc:picChg chg="add mod">
          <ac:chgData name="Teacher" userId="Teacher" providerId="ADAL" clId="{FA86A238-A9D8-486C-A6B1-D2E2CA7B8BFA}" dt="2024-11-06T02:59:52.575" v="5567"/>
          <ac:picMkLst>
            <pc:docMk/>
            <pc:sldMk cId="4009652353" sldId="291"/>
            <ac:picMk id="2" creationId="{D82C8967-5954-B8D2-02EB-36D7EBBA0D4A}"/>
          </ac:picMkLst>
        </pc:picChg>
        <pc:cxnChg chg="mod">
          <ac:chgData name="Teacher" userId="Teacher" providerId="ADAL" clId="{FA86A238-A9D8-486C-A6B1-D2E2CA7B8BFA}" dt="2024-10-31T00:54:21.131" v="3961" actId="1076"/>
          <ac:cxnSpMkLst>
            <pc:docMk/>
            <pc:sldMk cId="4009652353" sldId="291"/>
            <ac:cxnSpMk id="35" creationId="{C548E024-E3BB-712E-B76C-0D19875663C2}"/>
          </ac:cxnSpMkLst>
        </pc:cxnChg>
        <pc:cxnChg chg="mod">
          <ac:chgData name="Teacher" userId="Teacher" providerId="ADAL" clId="{FA86A238-A9D8-486C-A6B1-D2E2CA7B8BFA}" dt="2024-10-31T00:54:21.131" v="3961" actId="1076"/>
          <ac:cxnSpMkLst>
            <pc:docMk/>
            <pc:sldMk cId="4009652353" sldId="291"/>
            <ac:cxnSpMk id="39" creationId="{5C286E30-F3AA-C6D7-F016-E4FC03B7BFAA}"/>
          </ac:cxnSpMkLst>
        </pc:cxnChg>
        <pc:cxnChg chg="del">
          <ac:chgData name="Teacher" userId="Teacher" providerId="ADAL" clId="{FA86A238-A9D8-486C-A6B1-D2E2CA7B8BFA}" dt="2024-10-31T00:19:37.348" v="3769" actId="478"/>
          <ac:cxnSpMkLst>
            <pc:docMk/>
            <pc:sldMk cId="4009652353" sldId="291"/>
            <ac:cxnSpMk id="45" creationId="{06C0DCC1-DEF6-43D3-AA51-78F8962B8AE0}"/>
          </ac:cxnSpMkLst>
        </pc:cxnChg>
        <pc:cxnChg chg="mod">
          <ac:chgData name="Teacher" userId="Teacher" providerId="ADAL" clId="{FA86A238-A9D8-486C-A6B1-D2E2CA7B8BFA}" dt="2024-10-31T00:54:21.131" v="3961" actId="1076"/>
          <ac:cxnSpMkLst>
            <pc:docMk/>
            <pc:sldMk cId="4009652353" sldId="291"/>
            <ac:cxnSpMk id="46" creationId="{9FDBFAEE-1330-3CE6-FE44-073B60A93E53}"/>
          </ac:cxnSpMkLst>
        </pc:cxnChg>
        <pc:cxnChg chg="mod">
          <ac:chgData name="Teacher" userId="Teacher" providerId="ADAL" clId="{FA86A238-A9D8-486C-A6B1-D2E2CA7B8BFA}" dt="2024-10-31T00:54:21.131" v="3961" actId="1076"/>
          <ac:cxnSpMkLst>
            <pc:docMk/>
            <pc:sldMk cId="4009652353" sldId="291"/>
            <ac:cxnSpMk id="50" creationId="{37194DC7-B7E2-49FC-F30C-E3A483D48294}"/>
          </ac:cxnSpMkLst>
        </pc:cxnChg>
        <pc:cxnChg chg="del">
          <ac:chgData name="Teacher" userId="Teacher" providerId="ADAL" clId="{FA86A238-A9D8-486C-A6B1-D2E2CA7B8BFA}" dt="2024-10-31T00:19:34.999" v="3768" actId="478"/>
          <ac:cxnSpMkLst>
            <pc:docMk/>
            <pc:sldMk cId="4009652353" sldId="291"/>
            <ac:cxnSpMk id="53" creationId="{2358137B-94DF-9EB2-E9B2-B1845AF2F060}"/>
          </ac:cxnSpMkLst>
        </pc:cxnChg>
        <pc:cxnChg chg="mod">
          <ac:chgData name="Teacher" userId="Teacher" providerId="ADAL" clId="{FA86A238-A9D8-486C-A6B1-D2E2CA7B8BFA}" dt="2024-10-31T00:54:21.131" v="3961" actId="1076"/>
          <ac:cxnSpMkLst>
            <pc:docMk/>
            <pc:sldMk cId="4009652353" sldId="291"/>
            <ac:cxnSpMk id="57" creationId="{0FEB62C5-1D07-891B-B339-D893789EE02E}"/>
          </ac:cxnSpMkLst>
        </pc:cxnChg>
      </pc:sldChg>
      <pc:sldChg chg="addSp modSp add mod">
        <pc:chgData name="Teacher" userId="Teacher" providerId="ADAL" clId="{FA86A238-A9D8-486C-A6B1-D2E2CA7B8BFA}" dt="2024-11-06T02:59:53.726" v="5568"/>
        <pc:sldMkLst>
          <pc:docMk/>
          <pc:sldMk cId="3323217895" sldId="292"/>
        </pc:sldMkLst>
        <pc:spChg chg="mod">
          <ac:chgData name="Teacher" userId="Teacher" providerId="ADAL" clId="{FA86A238-A9D8-486C-A6B1-D2E2CA7B8BFA}" dt="2024-10-31T00:54:49.475" v="3963" actId="1076"/>
          <ac:spMkLst>
            <pc:docMk/>
            <pc:sldMk cId="3323217895" sldId="292"/>
            <ac:spMk id="3" creationId="{094649FD-7095-484B-B0E9-69B7520BC2E0}"/>
          </ac:spMkLst>
        </pc:spChg>
        <pc:spChg chg="add mod">
          <ac:chgData name="Teacher" userId="Teacher" providerId="ADAL" clId="{FA86A238-A9D8-486C-A6B1-D2E2CA7B8BFA}" dt="2024-10-31T00:55:09.429" v="3974"/>
          <ac:spMkLst>
            <pc:docMk/>
            <pc:sldMk cId="3323217895" sldId="292"/>
            <ac:spMk id="5" creationId="{D37B887A-05C7-D0F5-B322-EA998F2DEB8C}"/>
          </ac:spMkLst>
        </pc:spChg>
        <pc:spChg chg="mod">
          <ac:chgData name="Teacher" userId="Teacher" providerId="ADAL" clId="{FA86A238-A9D8-486C-A6B1-D2E2CA7B8BFA}" dt="2024-10-31T00:54:49.475" v="3963" actId="1076"/>
          <ac:spMkLst>
            <pc:docMk/>
            <pc:sldMk cId="3323217895" sldId="292"/>
            <ac:spMk id="7" creationId="{9892E020-7BB8-3668-380F-CCFBBB4DCD98}"/>
          </ac:spMkLst>
        </pc:spChg>
        <pc:picChg chg="add mod">
          <ac:chgData name="Teacher" userId="Teacher" providerId="ADAL" clId="{FA86A238-A9D8-486C-A6B1-D2E2CA7B8BFA}" dt="2024-11-06T02:59:53.726" v="5568"/>
          <ac:picMkLst>
            <pc:docMk/>
            <pc:sldMk cId="3323217895" sldId="292"/>
            <ac:picMk id="2" creationId="{83F300A2-B922-7950-E648-90ED4E99320E}"/>
          </ac:picMkLst>
        </pc:picChg>
        <pc:cxnChg chg="mod">
          <ac:chgData name="Teacher" userId="Teacher" providerId="ADAL" clId="{FA86A238-A9D8-486C-A6B1-D2E2CA7B8BFA}" dt="2024-10-31T00:54:49.475" v="3963" actId="1076"/>
          <ac:cxnSpMkLst>
            <pc:docMk/>
            <pc:sldMk cId="3323217895" sldId="292"/>
            <ac:cxnSpMk id="35" creationId="{41B0CB12-5711-8B39-A4D5-1F9EE376A7F5}"/>
          </ac:cxnSpMkLst>
        </pc:cxnChg>
        <pc:cxnChg chg="mod">
          <ac:chgData name="Teacher" userId="Teacher" providerId="ADAL" clId="{FA86A238-A9D8-486C-A6B1-D2E2CA7B8BFA}" dt="2024-10-31T00:54:49.475" v="3963" actId="1076"/>
          <ac:cxnSpMkLst>
            <pc:docMk/>
            <pc:sldMk cId="3323217895" sldId="292"/>
            <ac:cxnSpMk id="39" creationId="{F137531C-1C70-C8A5-2EF8-7DF7B8F95472}"/>
          </ac:cxnSpMkLst>
        </pc:cxnChg>
        <pc:cxnChg chg="mod">
          <ac:chgData name="Teacher" userId="Teacher" providerId="ADAL" clId="{FA86A238-A9D8-486C-A6B1-D2E2CA7B8BFA}" dt="2024-10-31T00:54:49.475" v="3963" actId="1076"/>
          <ac:cxnSpMkLst>
            <pc:docMk/>
            <pc:sldMk cId="3323217895" sldId="292"/>
            <ac:cxnSpMk id="46" creationId="{7B89CF0C-CF52-4298-28C1-5C001009B5AA}"/>
          </ac:cxnSpMkLst>
        </pc:cxnChg>
        <pc:cxnChg chg="mod">
          <ac:chgData name="Teacher" userId="Teacher" providerId="ADAL" clId="{FA86A238-A9D8-486C-A6B1-D2E2CA7B8BFA}" dt="2024-10-31T00:54:49.475" v="3963" actId="1076"/>
          <ac:cxnSpMkLst>
            <pc:docMk/>
            <pc:sldMk cId="3323217895" sldId="292"/>
            <ac:cxnSpMk id="50" creationId="{7E2CF86D-2C0A-BBFD-2AEF-0D43025DCD17}"/>
          </ac:cxnSpMkLst>
        </pc:cxnChg>
        <pc:cxnChg chg="mod">
          <ac:chgData name="Teacher" userId="Teacher" providerId="ADAL" clId="{FA86A238-A9D8-486C-A6B1-D2E2CA7B8BFA}" dt="2024-10-31T00:54:49.475" v="3963" actId="1076"/>
          <ac:cxnSpMkLst>
            <pc:docMk/>
            <pc:sldMk cId="3323217895" sldId="292"/>
            <ac:cxnSpMk id="57" creationId="{D4EA13EB-6DA6-1C2D-B0CA-2C8BFDBB42C6}"/>
          </ac:cxnSpMkLst>
        </pc:cxnChg>
      </pc:sldChg>
      <pc:sldChg chg="modSp new mod">
        <pc:chgData name="Teacher" userId="Teacher" providerId="ADAL" clId="{FA86A238-A9D8-486C-A6B1-D2E2CA7B8BFA}" dt="2024-11-06T02:48:00.150" v="4416" actId="113"/>
        <pc:sldMkLst>
          <pc:docMk/>
          <pc:sldMk cId="1963814997" sldId="293"/>
        </pc:sldMkLst>
        <pc:spChg chg="mod">
          <ac:chgData name="Teacher" userId="Teacher" providerId="ADAL" clId="{FA86A238-A9D8-486C-A6B1-D2E2CA7B8BFA}" dt="2024-11-06T02:44:24.723" v="3988" actId="20577"/>
          <ac:spMkLst>
            <pc:docMk/>
            <pc:sldMk cId="1963814997" sldId="293"/>
            <ac:spMk id="2" creationId="{54000EB3-D043-392E-6A91-0E1CC83F6E17}"/>
          </ac:spMkLst>
        </pc:spChg>
        <pc:spChg chg="mod">
          <ac:chgData name="Teacher" userId="Teacher" providerId="ADAL" clId="{FA86A238-A9D8-486C-A6B1-D2E2CA7B8BFA}" dt="2024-11-06T02:48:00.150" v="4416" actId="113"/>
          <ac:spMkLst>
            <pc:docMk/>
            <pc:sldMk cId="1963814997" sldId="293"/>
            <ac:spMk id="3" creationId="{C72F4022-D261-3869-6CAF-CA707DC84BA3}"/>
          </ac:spMkLst>
        </pc:spChg>
      </pc:sldChg>
      <pc:sldChg chg="modSp new mod">
        <pc:chgData name="Teacher" userId="Teacher" providerId="ADAL" clId="{FA86A238-A9D8-486C-A6B1-D2E2CA7B8BFA}" dt="2024-11-06T02:56:21.339" v="5032" actId="14100"/>
        <pc:sldMkLst>
          <pc:docMk/>
          <pc:sldMk cId="2958508169" sldId="294"/>
        </pc:sldMkLst>
        <pc:spChg chg="mod">
          <ac:chgData name="Teacher" userId="Teacher" providerId="ADAL" clId="{FA86A238-A9D8-486C-A6B1-D2E2CA7B8BFA}" dt="2024-11-06T02:52:31.070" v="4498" actId="20577"/>
          <ac:spMkLst>
            <pc:docMk/>
            <pc:sldMk cId="2958508169" sldId="294"/>
            <ac:spMk id="2" creationId="{576E872C-D249-70B7-2378-B83FBD43ACF7}"/>
          </ac:spMkLst>
        </pc:spChg>
        <pc:spChg chg="mod">
          <ac:chgData name="Teacher" userId="Teacher" providerId="ADAL" clId="{FA86A238-A9D8-486C-A6B1-D2E2CA7B8BFA}" dt="2024-11-06T02:56:21.339" v="5032" actId="14100"/>
          <ac:spMkLst>
            <pc:docMk/>
            <pc:sldMk cId="2958508169" sldId="294"/>
            <ac:spMk id="3" creationId="{7F821734-3DA8-B181-AEEC-ECA9DDA100FC}"/>
          </ac:spMkLst>
        </pc:spChg>
      </pc:sldChg>
      <pc:sldChg chg="modSp new mod">
        <pc:chgData name="Teacher" userId="Teacher" providerId="ADAL" clId="{FA86A238-A9D8-486C-A6B1-D2E2CA7B8BFA}" dt="2024-11-06T02:58:54.727" v="5436" actId="948"/>
        <pc:sldMkLst>
          <pc:docMk/>
          <pc:sldMk cId="3057936125" sldId="295"/>
        </pc:sldMkLst>
        <pc:spChg chg="mod">
          <ac:chgData name="Teacher" userId="Teacher" providerId="ADAL" clId="{FA86A238-A9D8-486C-A6B1-D2E2CA7B8BFA}" dt="2024-11-06T02:56:39.073" v="5042" actId="20577"/>
          <ac:spMkLst>
            <pc:docMk/>
            <pc:sldMk cId="3057936125" sldId="295"/>
            <ac:spMk id="2" creationId="{7263D5CD-B7E5-2AD8-CE23-36D2540EE021}"/>
          </ac:spMkLst>
        </pc:spChg>
        <pc:spChg chg="mod">
          <ac:chgData name="Teacher" userId="Teacher" providerId="ADAL" clId="{FA86A238-A9D8-486C-A6B1-D2E2CA7B8BFA}" dt="2024-11-06T02:58:54.727" v="5436" actId="948"/>
          <ac:spMkLst>
            <pc:docMk/>
            <pc:sldMk cId="3057936125" sldId="295"/>
            <ac:spMk id="3" creationId="{7F261952-BDB7-AB98-69CB-43A38FBB371D}"/>
          </ac:spMkLst>
        </pc:spChg>
      </pc:sldChg>
      <pc:sldChg chg="modSp new mod">
        <pc:chgData name="Teacher" userId="Teacher" providerId="ADAL" clId="{FA86A238-A9D8-486C-A6B1-D2E2CA7B8BFA}" dt="2024-11-06T02:59:24.839" v="5557" actId="242"/>
        <pc:sldMkLst>
          <pc:docMk/>
          <pc:sldMk cId="1636276903" sldId="296"/>
        </pc:sldMkLst>
        <pc:spChg chg="mod">
          <ac:chgData name="Teacher" userId="Teacher" providerId="ADAL" clId="{FA86A238-A9D8-486C-A6B1-D2E2CA7B8BFA}" dt="2024-11-06T02:59:02.637" v="5446" actId="20577"/>
          <ac:spMkLst>
            <pc:docMk/>
            <pc:sldMk cId="1636276903" sldId="296"/>
            <ac:spMk id="2" creationId="{997358E2-9BE0-6046-C875-96EA810ECA0F}"/>
          </ac:spMkLst>
        </pc:spChg>
        <pc:spChg chg="mod">
          <ac:chgData name="Teacher" userId="Teacher" providerId="ADAL" clId="{FA86A238-A9D8-486C-A6B1-D2E2CA7B8BFA}" dt="2024-11-06T02:59:24.839" v="5557" actId="242"/>
          <ac:spMkLst>
            <pc:docMk/>
            <pc:sldMk cId="1636276903" sldId="296"/>
            <ac:spMk id="3" creationId="{5A2195FF-1C6D-014D-16D3-34D22A148665}"/>
          </ac:spMkLst>
        </pc:spChg>
      </pc:sldChg>
    </pc:docChg>
  </pc:docChgLst>
  <pc:docChgLst>
    <pc:chgData name="Teacher" userId="Teacher" providerId="AD" clId="Web-{31965EEF-463C-646B-4C97-A18003D1B6F5}"/>
    <pc:docChg chg="modSld">
      <pc:chgData name="Teacher" userId="Teacher" providerId="AD" clId="Web-{31965EEF-463C-646B-4C97-A18003D1B6F5}" dt="2024-10-30T02:58:20.019" v="73" actId="20577"/>
      <pc:docMkLst>
        <pc:docMk/>
      </pc:docMkLst>
      <pc:sldChg chg="modSp">
        <pc:chgData name="Teacher" userId="Teacher" providerId="AD" clId="Web-{31965EEF-463C-646B-4C97-A18003D1B6F5}" dt="2024-10-30T02:58:20.019" v="73" actId="20577"/>
        <pc:sldMkLst>
          <pc:docMk/>
          <pc:sldMk cId="1916642547" sldId="281"/>
        </pc:sldMkLst>
        <pc:spChg chg="mod">
          <ac:chgData name="Teacher" userId="Teacher" providerId="AD" clId="Web-{31965EEF-463C-646B-4C97-A18003D1B6F5}" dt="2024-10-30T02:58:20.019" v="73" actId="20577"/>
          <ac:spMkLst>
            <pc:docMk/>
            <pc:sldMk cId="1916642547" sldId="281"/>
            <ac:spMk id="3" creationId="{76849894-5BC6-7EAF-3630-1ECC9F5A355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5991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3005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8001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150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0823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106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44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9737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643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395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9581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2126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3224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8964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4660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92902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03111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74550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18951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71021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4317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8250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4334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27443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17876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50112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27131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2433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21279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9969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2821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88539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40596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71060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88480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57067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11972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3032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22557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25034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49395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854765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94845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32755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424389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22744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439264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60864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047086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47249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550783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174740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340807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710351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60247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7022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155606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486457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800555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988203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02634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40711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21715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1568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9062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5590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506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C2E9C-0586-43A9-87A6-8F3F090FD8F1}" type="datetimeFigureOut">
              <a:rPr lang="en-AU" smtClean="0"/>
              <a:t>6/11/2024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E7F76DE-487B-47C1-A674-5D84D4F084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4052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  <p:sldLayoutId id="2147483810" r:id="rId14"/>
    <p:sldLayoutId id="2147483811" r:id="rId15"/>
    <p:sldLayoutId id="21474838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kewhighschool.sharepoint.com/:p:/s/EnglishLA/EXJ8foRTMYNDhPuvlu0wdzoBYleU4yjbxfBebTptdvsIKQ?e=SnXRrk" TargetMode="External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051BC-352F-92C2-4A37-5D6BAE3728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/>
              <a:t>Writing a TEEL paragraph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EB8465-F877-B46E-A969-E0A2CA6589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/>
              <a:t>Year 7  - Text response essay</a:t>
            </a:r>
          </a:p>
        </p:txBody>
      </p:sp>
    </p:spTree>
    <p:extLst>
      <p:ext uri="{BB962C8B-B14F-4D97-AF65-F5344CB8AC3E}">
        <p14:creationId xmlns:p14="http://schemas.microsoft.com/office/powerpoint/2010/main" val="363283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061C1-E5CC-6818-2EE3-E3E9C104D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47D98-D2C8-7B27-925B-E2FF15ED8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1721826"/>
            <a:ext cx="3992732" cy="576262"/>
          </a:xfrm>
        </p:spPr>
        <p:txBody>
          <a:bodyPr/>
          <a:lstStyle/>
          <a:p>
            <a:r>
              <a:rPr lang="en-AU" b="1"/>
              <a:t>Why are we learning this?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3B8F6-1E29-3CE5-D560-3A0DB79C5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89212" y="2928134"/>
            <a:ext cx="4342893" cy="2974891"/>
          </a:xfrm>
        </p:spPr>
        <p:txBody>
          <a:bodyPr>
            <a:normAutofit/>
          </a:bodyPr>
          <a:lstStyle/>
          <a:p>
            <a:r>
              <a:rPr lang="en-AU" sz="2000"/>
              <a:t>To improve your writing skills</a:t>
            </a:r>
          </a:p>
          <a:p>
            <a:r>
              <a:rPr lang="en-AU" sz="2000"/>
              <a:t>To understand how to write a TEEL paragraph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29EFDF-835C-F277-81A4-84343BB2D1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66957" y="1721826"/>
            <a:ext cx="4337654" cy="823912"/>
          </a:xfrm>
        </p:spPr>
        <p:txBody>
          <a:bodyPr/>
          <a:lstStyle/>
          <a:p>
            <a:r>
              <a:rPr lang="en-AU" b="1"/>
              <a:t>How will I know when I’ve succeeded?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BE4DD4-1EC3-01E1-C8A0-B9DB5D9448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166957" y="2924906"/>
            <a:ext cx="4338674" cy="2974891"/>
          </a:xfrm>
        </p:spPr>
        <p:txBody>
          <a:bodyPr>
            <a:normAutofit/>
          </a:bodyPr>
          <a:lstStyle/>
          <a:p>
            <a:r>
              <a:rPr lang="en-AU" sz="2000"/>
              <a:t>You’ll be able to describe what a TEEL paragraph is</a:t>
            </a:r>
          </a:p>
          <a:p>
            <a:r>
              <a:rPr lang="en-AU" sz="2000"/>
              <a:t>You will have turned your essay planning into your first finished paragraph</a:t>
            </a:r>
          </a:p>
        </p:txBody>
      </p:sp>
    </p:spTree>
    <p:extLst>
      <p:ext uri="{BB962C8B-B14F-4D97-AF65-F5344CB8AC3E}">
        <p14:creationId xmlns:p14="http://schemas.microsoft.com/office/powerpoint/2010/main" val="120061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27737A0-D7E0-4415-8E90-FD4F69E76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506CE375-B39D-4C51-A858-F4A383311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64EA8B46-395C-41F6-BE09-548B108098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BC7EDC6D-8B00-48D9-B8FD-9B5285FBC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DE4BD3C3-5C1B-4305-BFA1-9054820BDD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4635ED79-E821-4CFD-9F97-D6137E5DC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92FD5F9A-0D1B-4304-AC95-EA6A4E70E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E9BB96F9-6F99-413C-909E-6FCF017C1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1CCAEE3F-DFD6-4F56-91DF-94C715261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A9965128-6557-433B-B75B-BDF307311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6ACA7D22-11B5-4768-B195-51BF6E7C1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A10AD997-8BE7-4F95-8B7C-4E59DA1AC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DE270B5A-1647-4C9C-BA5F-6BC559F869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7D8AB18-1DD7-4D60-B9FA-190B47BB2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AE3C8994-22F6-4B7D-B50B-80ECD1E2A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DDCDE2FF-5BFC-4807-AB1E-D6928F8F4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63EF93F1-6EAF-4409-A623-76533740E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ED3B5256-3F5C-4FDE-8A9A-5A124E92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ED5D4282-BFB9-4BFC-A20D-18E1C4EEA6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3E6394EB-0752-433A-BA70-AF42B45F17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DF27BE5F-DA8D-4260-9D0D-69E9CE146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9A6E5CBE-AE54-40B7-9A00-E3975FEAC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6C307890-5461-4D51-ADA6-A3DA6D35B8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3F9B7E4B-6412-4B97-AD48-30B1F61F3B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D345D359-869B-4305-B7D7-0B5C4FDEC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2F688B27-AEB8-45BD-9597-78A97EE0D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4EB21FA6-8B6A-4699-8408-91E699800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39" name="Freeform 6">
            <a:extLst>
              <a:ext uri="{FF2B5EF4-FFF2-40B4-BE49-F238E27FC236}">
                <a16:creationId xmlns:a16="http://schemas.microsoft.com/office/drawing/2014/main" id="{BA1AABB7-0FD0-4445-8B8B-7A0C680C5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FA94DED7-0A28-4AD9-8747-E94113225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6F175609-91A3-416E-BC3D-7548FDE02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A3B0D54-9DF0-4FF8-A0AA-B4234DF35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639734" cy="6858000"/>
          </a:xfrm>
          <a:prstGeom prst="rect">
            <a:avLst/>
          </a:prstGeom>
          <a:solidFill>
            <a:srgbClr val="4564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3C694C-ADE1-8B35-E1B4-7A2B85968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9" y="1795849"/>
            <a:ext cx="3778870" cy="311481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EFFFF"/>
                </a:solidFill>
              </a:rPr>
              <a:t>TEEL PARAGRAPHS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170AD-BB57-14F4-34AA-4A6B3CE80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279" y="5189400"/>
            <a:ext cx="3778870" cy="8304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>
                <a:solidFill>
                  <a:srgbClr val="FEFFFF"/>
                </a:solidFill>
              </a:rPr>
              <a:t>Text response essays</a:t>
            </a:r>
          </a:p>
        </p:txBody>
      </p:sp>
      <p:pic>
        <p:nvPicPr>
          <p:cNvPr id="5" name="Picture 4" descr="Yellow and blue symbols">
            <a:extLst>
              <a:ext uri="{FF2B5EF4-FFF2-40B4-BE49-F238E27FC236}">
                <a16:creationId xmlns:a16="http://schemas.microsoft.com/office/drawing/2014/main" id="{1634CEAF-AEDA-9118-AB2D-53A10EC7E7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20" r="10436" b="1"/>
          <a:stretch/>
        </p:blipFill>
        <p:spPr>
          <a:xfrm>
            <a:off x="4639732" y="10"/>
            <a:ext cx="755226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69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C6BBC-8983-FC78-E84A-092EB9840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TEEL paragraphs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422D4-C1B0-2BFC-1F8D-5440BC86B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2400"/>
              <a:t>When writing essays, we can use a type of paragraph called a TEEL paragraph.</a:t>
            </a:r>
          </a:p>
          <a:p>
            <a:pPr marL="0" indent="0">
              <a:buNone/>
            </a:pPr>
            <a:r>
              <a:rPr lang="en-AU" sz="2400"/>
              <a:t>This allows us to present an idea clearly, logically and using evidence.</a:t>
            </a:r>
          </a:p>
          <a:p>
            <a:pPr marL="0" indent="0">
              <a:buNone/>
            </a:pPr>
            <a:r>
              <a:rPr lang="en-AU" sz="2400"/>
              <a:t>TEEL is not just used in English, but in many other subjects as well.</a:t>
            </a:r>
          </a:p>
        </p:txBody>
      </p:sp>
      <p:pic>
        <p:nvPicPr>
          <p:cNvPr id="1026" name="Picture 2" descr="Reading - Free people icons">
            <a:extLst>
              <a:ext uri="{FF2B5EF4-FFF2-40B4-BE49-F238E27FC236}">
                <a16:creationId xmlns:a16="http://schemas.microsoft.com/office/drawing/2014/main" id="{84C0FE3B-C240-9BDB-6BF3-CB955ECC3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1200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173F1-9D82-33D1-90B1-E733903B7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7D27E-43D3-3F47-FBCD-0932AC450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TEEL paragraphs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DB947-9D9E-075B-37D7-892B457AF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2800" b="1">
                <a:solidFill>
                  <a:schemeClr val="accent4"/>
                </a:solidFill>
              </a:rPr>
              <a:t>TEEL</a:t>
            </a:r>
            <a:r>
              <a:rPr lang="en-AU" sz="2800"/>
              <a:t> stands for:</a:t>
            </a:r>
          </a:p>
          <a:p>
            <a:pPr marL="627063" indent="0">
              <a:buNone/>
            </a:pPr>
            <a:r>
              <a:rPr lang="en-AU" sz="2800" b="1">
                <a:solidFill>
                  <a:schemeClr val="accent4"/>
                </a:solidFill>
              </a:rPr>
              <a:t>T</a:t>
            </a:r>
            <a:r>
              <a:rPr lang="en-AU" sz="2800" b="1"/>
              <a:t>opic</a:t>
            </a:r>
            <a:r>
              <a:rPr lang="en-AU" sz="2800"/>
              <a:t> Sentence</a:t>
            </a:r>
          </a:p>
          <a:p>
            <a:pPr marL="627063" indent="0">
              <a:buNone/>
            </a:pPr>
            <a:r>
              <a:rPr lang="en-AU" sz="2800" b="1">
                <a:solidFill>
                  <a:schemeClr val="accent4"/>
                </a:solidFill>
              </a:rPr>
              <a:t>E</a:t>
            </a:r>
            <a:r>
              <a:rPr lang="en-AU" sz="2800" b="1"/>
              <a:t>xplanation</a:t>
            </a:r>
          </a:p>
          <a:p>
            <a:pPr marL="627063" indent="0">
              <a:buNone/>
            </a:pPr>
            <a:r>
              <a:rPr lang="en-AU" sz="2800" b="1">
                <a:solidFill>
                  <a:schemeClr val="accent4"/>
                </a:solidFill>
              </a:rPr>
              <a:t>E</a:t>
            </a:r>
            <a:r>
              <a:rPr lang="en-AU" sz="2800" b="1"/>
              <a:t>vidence</a:t>
            </a:r>
            <a:r>
              <a:rPr lang="en-AU" sz="2800"/>
              <a:t> (or “example”)</a:t>
            </a:r>
          </a:p>
          <a:p>
            <a:pPr marL="627063" indent="0">
              <a:buNone/>
            </a:pPr>
            <a:r>
              <a:rPr lang="en-AU" sz="2800" b="1">
                <a:solidFill>
                  <a:schemeClr val="accent4"/>
                </a:solidFill>
              </a:rPr>
              <a:t>L</a:t>
            </a:r>
            <a:r>
              <a:rPr lang="en-AU" sz="2800" b="1"/>
              <a:t>inking</a:t>
            </a:r>
            <a:r>
              <a:rPr lang="en-AU" sz="2800"/>
              <a:t> sentence</a:t>
            </a:r>
          </a:p>
        </p:txBody>
      </p:sp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402443C3-1A93-1BBF-5D44-04ECFF17D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5017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60691-8758-8619-7A0D-D606876E8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6D200-F0AF-47E1-3121-5BFB5FF39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TEEL paragraphs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9E989-1A50-D866-A121-EB4669AE1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AU" sz="2400">
                <a:solidFill>
                  <a:schemeClr val="tx1"/>
                </a:solidFill>
              </a:rPr>
              <a:t>Remember that </a:t>
            </a:r>
            <a:r>
              <a:rPr lang="en-AU" sz="2400" b="1">
                <a:solidFill>
                  <a:schemeClr val="tx1"/>
                </a:solidFill>
              </a:rPr>
              <a:t>paragraphs</a:t>
            </a:r>
            <a:r>
              <a:rPr lang="en-AU" sz="2400">
                <a:solidFill>
                  <a:schemeClr val="tx1"/>
                </a:solidFill>
              </a:rPr>
              <a:t> always focus on one key idea.</a:t>
            </a:r>
          </a:p>
          <a:p>
            <a:pPr marL="627063" indent="-360363"/>
            <a:r>
              <a:rPr lang="en-AU" sz="2400">
                <a:solidFill>
                  <a:schemeClr val="tx1"/>
                </a:solidFill>
              </a:rPr>
              <a:t>The </a:t>
            </a:r>
            <a:r>
              <a:rPr lang="en-AU" sz="2400">
                <a:solidFill>
                  <a:schemeClr val="accent4"/>
                </a:solidFill>
              </a:rPr>
              <a:t>topic sentence </a:t>
            </a:r>
            <a:r>
              <a:rPr lang="en-AU" sz="2400">
                <a:solidFill>
                  <a:schemeClr val="tx1"/>
                </a:solidFill>
              </a:rPr>
              <a:t>introduces the idea.</a:t>
            </a:r>
          </a:p>
          <a:p>
            <a:pPr marL="627063" indent="-360363"/>
            <a:r>
              <a:rPr lang="en-AU" sz="2400">
                <a:solidFill>
                  <a:schemeClr val="tx1"/>
                </a:solidFill>
              </a:rPr>
              <a:t>The </a:t>
            </a:r>
            <a:r>
              <a:rPr lang="en-AU" sz="2400">
                <a:solidFill>
                  <a:schemeClr val="accent4"/>
                </a:solidFill>
              </a:rPr>
              <a:t>explanation</a:t>
            </a:r>
            <a:r>
              <a:rPr lang="en-AU" sz="2400">
                <a:solidFill>
                  <a:schemeClr val="tx1"/>
                </a:solidFill>
              </a:rPr>
              <a:t> expands on the idea in context.</a:t>
            </a:r>
          </a:p>
          <a:p>
            <a:pPr marL="627063" indent="-360363"/>
            <a:r>
              <a:rPr lang="en-AU" sz="2400">
                <a:solidFill>
                  <a:schemeClr val="accent4"/>
                </a:solidFill>
              </a:rPr>
              <a:t>Evidence</a:t>
            </a:r>
            <a:r>
              <a:rPr lang="en-AU" sz="2400">
                <a:solidFill>
                  <a:schemeClr val="tx1"/>
                </a:solidFill>
              </a:rPr>
              <a:t> is used to provide an example of the idea.</a:t>
            </a:r>
          </a:p>
          <a:p>
            <a:pPr marL="627063" indent="-360363"/>
            <a:r>
              <a:rPr lang="en-AU" sz="2400">
                <a:solidFill>
                  <a:schemeClr val="tx1"/>
                </a:solidFill>
              </a:rPr>
              <a:t>The </a:t>
            </a:r>
            <a:r>
              <a:rPr lang="en-AU" sz="2400">
                <a:solidFill>
                  <a:schemeClr val="accent4"/>
                </a:solidFill>
              </a:rPr>
              <a:t>linking sentence </a:t>
            </a:r>
            <a:r>
              <a:rPr lang="en-AU" sz="2400">
                <a:solidFill>
                  <a:schemeClr val="tx1"/>
                </a:solidFill>
              </a:rPr>
              <a:t>analyses how these things help to prove your overall contention.</a:t>
            </a:r>
          </a:p>
        </p:txBody>
      </p:sp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B7A0EBB5-D9C9-A8E5-CF94-02A3D509F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2878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6A7556-6191-5AB7-DF7E-AE3E9EDCE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103" y="1318591"/>
            <a:ext cx="5800929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>
                <a:solidFill>
                  <a:schemeClr val="tx2">
                    <a:lumMod val="75000"/>
                  </a:schemeClr>
                </a:solidFill>
              </a:rPr>
              <a:t>The Topic Sentence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AA282F-2E06-F318-4B86-2E416B06D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55048" y="1871831"/>
            <a:ext cx="3084569" cy="319980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>
                    <a:lumMod val="75000"/>
                  </a:schemeClr>
                </a:solidFill>
              </a:rPr>
              <a:t>TEEL paragraphs</a:t>
            </a:r>
          </a:p>
        </p:txBody>
      </p:sp>
    </p:spTree>
    <p:extLst>
      <p:ext uri="{BB962C8B-B14F-4D97-AF65-F5344CB8AC3E}">
        <p14:creationId xmlns:p14="http://schemas.microsoft.com/office/powerpoint/2010/main" val="2509170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D4F1-D13A-05BE-950C-018064679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Topic Sentences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48D1C-AEE1-6089-454F-84EA20323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236378"/>
          </a:xfrm>
        </p:spPr>
        <p:txBody>
          <a:bodyPr>
            <a:normAutofit fontScale="925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AU" sz="2400">
                <a:solidFill>
                  <a:schemeClr val="tx2"/>
                </a:solidFill>
              </a:rPr>
              <a:t>Remember what you learnt last lesson: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24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Topic sentence</a:t>
            </a:r>
            <a:r>
              <a:rPr lang="en-AU" sz="2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the first sentence in an essay paragraph. 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2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topic sentence should be a short, clear sentence. It should clearly state the idea that will be discussed in the rest of the paragraph.</a:t>
            </a: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AU" sz="2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</a:t>
            </a:r>
            <a:r>
              <a:rPr lang="en-AU" sz="2400" kern="10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subject</a:t>
            </a:r>
            <a:r>
              <a:rPr lang="en-AU" sz="2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a topic sentence can be:</a:t>
            </a:r>
          </a:p>
          <a:p>
            <a:pPr marL="80168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AU" sz="2400" kern="10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 idea </a:t>
            </a:r>
            <a:r>
              <a:rPr lang="en-AU" sz="2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(refugees in Australia, hope, family)</a:t>
            </a:r>
          </a:p>
          <a:p>
            <a:pPr marL="80168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AU" sz="2400" kern="10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character</a:t>
            </a:r>
          </a:p>
          <a:p>
            <a:pPr marL="80168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AU" sz="2400" kern="10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book </a:t>
            </a:r>
            <a:r>
              <a:rPr lang="en-AU" sz="2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(either the title, the author or a chapter)</a:t>
            </a:r>
            <a:endParaRPr lang="en-AU" sz="2400"/>
          </a:p>
          <a:p>
            <a:pPr marL="0" indent="0">
              <a:buNone/>
            </a:pPr>
            <a:endParaRPr lang="en-AU" sz="1600"/>
          </a:p>
        </p:txBody>
      </p:sp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47F37135-AA52-6BDB-5B17-EB570F22B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3405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10C7B-BE86-5ADE-6BBA-2E55EA2D6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Topic Sentences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49D92-FFE9-7CF0-3271-178D26450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2800" dirty="0"/>
              <a:t>You can build further on your topic sentence:</a:t>
            </a:r>
          </a:p>
          <a:p>
            <a:pPr marL="985838" indent="-457200">
              <a:buAutoNum type="arabicPeriod"/>
            </a:pPr>
            <a:r>
              <a:rPr lang="en-AU" sz="2800" dirty="0"/>
              <a:t>Start with a linking word,</a:t>
            </a:r>
          </a:p>
          <a:p>
            <a:pPr marL="985838" indent="-457200">
              <a:buAutoNum type="arabicPeriod"/>
            </a:pPr>
            <a:r>
              <a:rPr lang="en-AU" sz="2800" dirty="0"/>
              <a:t>Nominalise the sentence</a:t>
            </a:r>
          </a:p>
        </p:txBody>
      </p:sp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647B6AF8-9F01-E0F0-2808-1FFF56568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3258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EFEF2-40E2-3DE9-D7E9-0238CA1B0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96D5E-4CCF-2D20-BBA8-E771A4A9A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Topic Sentences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68BBB-5255-B3F2-4C8C-58E0F1F32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2400" b="1" dirty="0"/>
              <a:t>Start with a linking word.</a:t>
            </a:r>
          </a:p>
          <a:p>
            <a:pPr marL="0" indent="0">
              <a:buNone/>
            </a:pPr>
            <a:r>
              <a:rPr lang="en-AU" sz="2400" dirty="0"/>
              <a:t>You can use prepositions to help sequence the ideas in each paragraph:</a:t>
            </a:r>
          </a:p>
          <a:p>
            <a:pPr marL="528638" indent="0">
              <a:buNone/>
            </a:pPr>
            <a:r>
              <a:rPr lang="en-AU" i="1" dirty="0">
                <a:solidFill>
                  <a:srgbClr val="0070C0"/>
                </a:solidFill>
              </a:rPr>
              <a:t>Initially, </a:t>
            </a:r>
          </a:p>
          <a:p>
            <a:pPr marL="528638" indent="0">
              <a:buNone/>
            </a:pPr>
            <a:r>
              <a:rPr lang="en-AU" i="1" dirty="0">
                <a:solidFill>
                  <a:srgbClr val="0070C0"/>
                </a:solidFill>
              </a:rPr>
              <a:t>From the outset,</a:t>
            </a:r>
          </a:p>
          <a:p>
            <a:pPr marL="528638" indent="0">
              <a:buNone/>
            </a:pPr>
            <a:r>
              <a:rPr lang="en-AU" i="1" dirty="0">
                <a:solidFill>
                  <a:srgbClr val="0070C0"/>
                </a:solidFill>
              </a:rPr>
              <a:t>At the beginning of the novel,</a:t>
            </a:r>
          </a:p>
          <a:p>
            <a:pPr marL="528638" indent="0">
              <a:buNone/>
            </a:pPr>
            <a:r>
              <a:rPr lang="en-AU" i="1" dirty="0">
                <a:solidFill>
                  <a:srgbClr val="0070C0"/>
                </a:solidFill>
              </a:rPr>
              <a:t>During Subhi’s time at the camp,</a:t>
            </a:r>
          </a:p>
          <a:p>
            <a:pPr marL="528638" indent="0">
              <a:buNone/>
            </a:pPr>
            <a:r>
              <a:rPr lang="en-AU" i="1" dirty="0">
                <a:solidFill>
                  <a:srgbClr val="0070C0"/>
                </a:solidFill>
              </a:rPr>
              <a:t>After the protest,</a:t>
            </a:r>
          </a:p>
          <a:p>
            <a:pPr marL="528638" indent="0">
              <a:buNone/>
            </a:pPr>
            <a:r>
              <a:rPr lang="en-AU" i="1" dirty="0">
                <a:solidFill>
                  <a:srgbClr val="0070C0"/>
                </a:solidFill>
              </a:rPr>
              <a:t>By the end of the text,</a:t>
            </a:r>
          </a:p>
        </p:txBody>
      </p:sp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81F5585C-8DCD-DA24-C512-4E0D73456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8442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3DA7D-8F57-8B84-1DEF-22C8B7859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9936-8570-FAEE-A61E-C314E0C7A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Topic Sentences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EC9AD-6131-B059-8EE2-7ED31F283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2400" b="1"/>
              <a:t>Practice your nominalisation</a:t>
            </a:r>
          </a:p>
          <a:p>
            <a:pPr marL="0" indent="0">
              <a:buNone/>
            </a:pPr>
            <a:r>
              <a:rPr lang="en-AU" sz="2400"/>
              <a:t>Start with a topic sentence about an idea:</a:t>
            </a:r>
          </a:p>
          <a:p>
            <a:pPr marL="528638" indent="0">
              <a:buNone/>
            </a:pPr>
            <a:r>
              <a:rPr lang="en-AU" sz="2400" i="1">
                <a:solidFill>
                  <a:srgbClr val="C00000"/>
                </a:solidFill>
              </a:rPr>
              <a:t>The living conditions </a:t>
            </a:r>
            <a:r>
              <a:rPr lang="en-AU" sz="2400" i="1">
                <a:solidFill>
                  <a:srgbClr val="48691D"/>
                </a:solidFill>
              </a:rPr>
              <a:t>are depicted through </a:t>
            </a:r>
          </a:p>
          <a:p>
            <a:pPr marL="528638" indent="0">
              <a:buNone/>
            </a:pPr>
            <a:r>
              <a:rPr lang="en-AU" sz="2400" i="1">
                <a:solidFill>
                  <a:srgbClr val="C00000"/>
                </a:solidFill>
              </a:rPr>
              <a:t>The lack of freedom </a:t>
            </a:r>
            <a:r>
              <a:rPr lang="en-AU" sz="2400" i="1">
                <a:solidFill>
                  <a:srgbClr val="48691D"/>
                </a:solidFill>
              </a:rPr>
              <a:t>is</a:t>
            </a:r>
          </a:p>
          <a:p>
            <a:pPr marL="528638" indent="0">
              <a:buNone/>
            </a:pPr>
            <a:r>
              <a:rPr lang="en-AU" sz="2400" i="1">
                <a:solidFill>
                  <a:srgbClr val="C00000"/>
                </a:solidFill>
              </a:rPr>
              <a:t>Hope </a:t>
            </a:r>
            <a:r>
              <a:rPr lang="en-AU" sz="2400" i="1">
                <a:solidFill>
                  <a:srgbClr val="48691D"/>
                </a:solidFill>
              </a:rPr>
              <a:t>is explored </a:t>
            </a:r>
            <a:r>
              <a:rPr lang="en-AU" sz="2400" i="1">
                <a:solidFill>
                  <a:schemeClr val="accent3"/>
                </a:solidFill>
              </a:rPr>
              <a:t>when</a:t>
            </a:r>
          </a:p>
          <a:p>
            <a:pPr marL="528638" indent="0">
              <a:buNone/>
            </a:pPr>
            <a:r>
              <a:rPr lang="en-AU" sz="2400" i="1">
                <a:solidFill>
                  <a:srgbClr val="C00000"/>
                </a:solidFill>
              </a:rPr>
              <a:t>Imagination </a:t>
            </a:r>
            <a:r>
              <a:rPr lang="en-AU" sz="2400" i="1">
                <a:solidFill>
                  <a:srgbClr val="48691D"/>
                </a:solidFill>
              </a:rPr>
              <a:t>is highlighted </a:t>
            </a:r>
            <a:r>
              <a:rPr lang="en-AU" sz="2400" i="1">
                <a:solidFill>
                  <a:schemeClr val="accent3"/>
                </a:solidFill>
              </a:rPr>
              <a:t>in </a:t>
            </a:r>
          </a:p>
        </p:txBody>
      </p:sp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DEA9FB81-F0BE-2D25-82AD-07990C8DE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8101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D1812-B095-87B0-FEBE-A3F140707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72F9-3E3E-2AB9-02E6-87F3C86EA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Topic Sentences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3F3EA-A4A2-98A4-AE53-685587BAA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2400" b="1"/>
              <a:t>Practice your nominalisation</a:t>
            </a:r>
          </a:p>
          <a:p>
            <a:pPr marL="0" indent="0">
              <a:buNone/>
            </a:pPr>
            <a:r>
              <a:rPr lang="en-AU" sz="2400"/>
              <a:t>Try being even more specific:</a:t>
            </a:r>
          </a:p>
          <a:p>
            <a:pPr marL="528638" indent="0">
              <a:buNone/>
            </a:pPr>
            <a:r>
              <a:rPr lang="en-AU" sz="2400" i="1">
                <a:solidFill>
                  <a:srgbClr val="C00000"/>
                </a:solidFill>
              </a:rPr>
              <a:t>The living conditions </a:t>
            </a:r>
            <a:r>
              <a:rPr lang="en-AU" sz="2400" b="1" i="1">
                <a:solidFill>
                  <a:srgbClr val="C00000"/>
                </a:solidFill>
              </a:rPr>
              <a:t>in the camp </a:t>
            </a:r>
            <a:r>
              <a:rPr lang="en-AU" sz="2400" i="1">
                <a:solidFill>
                  <a:srgbClr val="48691D"/>
                </a:solidFill>
              </a:rPr>
              <a:t>are depicted through </a:t>
            </a:r>
          </a:p>
          <a:p>
            <a:pPr marL="528638" indent="0">
              <a:buNone/>
            </a:pPr>
            <a:r>
              <a:rPr lang="en-AU" sz="2400" i="1">
                <a:solidFill>
                  <a:srgbClr val="C00000"/>
                </a:solidFill>
              </a:rPr>
              <a:t>The lack of freedom </a:t>
            </a:r>
            <a:r>
              <a:rPr lang="en-AU" sz="2400" b="1" i="1">
                <a:solidFill>
                  <a:srgbClr val="C00000"/>
                </a:solidFill>
              </a:rPr>
              <a:t>felt by those in detention </a:t>
            </a:r>
            <a:r>
              <a:rPr lang="en-AU" sz="2400" i="1">
                <a:solidFill>
                  <a:srgbClr val="48691D"/>
                </a:solidFill>
              </a:rPr>
              <a:t>is</a:t>
            </a:r>
          </a:p>
          <a:p>
            <a:pPr marL="528638" indent="0">
              <a:buNone/>
            </a:pPr>
            <a:r>
              <a:rPr lang="en-AU" sz="2400" b="1" i="1">
                <a:solidFill>
                  <a:srgbClr val="C00000"/>
                </a:solidFill>
              </a:rPr>
              <a:t>Feelings of </a:t>
            </a:r>
            <a:r>
              <a:rPr lang="en-AU" sz="2400" i="1">
                <a:solidFill>
                  <a:srgbClr val="C00000"/>
                </a:solidFill>
              </a:rPr>
              <a:t>hope </a:t>
            </a:r>
            <a:r>
              <a:rPr lang="en-AU" sz="2400" i="1">
                <a:solidFill>
                  <a:srgbClr val="48691D"/>
                </a:solidFill>
              </a:rPr>
              <a:t>are explored </a:t>
            </a:r>
            <a:r>
              <a:rPr lang="en-AU" sz="2400" i="1">
                <a:solidFill>
                  <a:schemeClr val="accent3"/>
                </a:solidFill>
              </a:rPr>
              <a:t>when</a:t>
            </a:r>
          </a:p>
          <a:p>
            <a:pPr marL="528638" indent="0">
              <a:buNone/>
            </a:pPr>
            <a:r>
              <a:rPr lang="en-AU" sz="2400" b="1" i="1">
                <a:solidFill>
                  <a:srgbClr val="C00000"/>
                </a:solidFill>
              </a:rPr>
              <a:t>The importance of </a:t>
            </a:r>
            <a:r>
              <a:rPr lang="en-AU" sz="2400" i="1">
                <a:solidFill>
                  <a:srgbClr val="C00000"/>
                </a:solidFill>
              </a:rPr>
              <a:t>imagination </a:t>
            </a:r>
            <a:r>
              <a:rPr lang="en-AU" sz="2400" i="1">
                <a:solidFill>
                  <a:srgbClr val="48691D"/>
                </a:solidFill>
              </a:rPr>
              <a:t>is highlighted </a:t>
            </a:r>
            <a:r>
              <a:rPr lang="en-AU" sz="2400" i="1">
                <a:solidFill>
                  <a:schemeClr val="accent3"/>
                </a:solidFill>
              </a:rPr>
              <a:t>in </a:t>
            </a:r>
          </a:p>
        </p:txBody>
      </p:sp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3832B1AF-783F-02BE-C4DC-7C2B67442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0779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3CAFE-6641-B1AC-7036-20CA39E0F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70FFE-B15C-E833-72C6-2A1E31909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Topic Sentences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08F57-A223-917B-E92C-4F5FD789B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43874"/>
            <a:ext cx="8915400" cy="377762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2400" b="1"/>
              <a:t>Practice your nominalisation</a:t>
            </a:r>
          </a:p>
          <a:p>
            <a:pPr marL="0" indent="0">
              <a:buNone/>
            </a:pPr>
            <a:r>
              <a:rPr lang="en-AU" sz="2400"/>
              <a:t>Try adding an adjective (describing word):</a:t>
            </a:r>
          </a:p>
          <a:p>
            <a:pPr marL="528638" indent="0">
              <a:buNone/>
            </a:pPr>
            <a:r>
              <a:rPr lang="en-AU" sz="2400" i="1">
                <a:solidFill>
                  <a:srgbClr val="C00000"/>
                </a:solidFill>
              </a:rPr>
              <a:t>The </a:t>
            </a:r>
            <a:r>
              <a:rPr lang="en-AU" sz="2400" b="1" i="1">
                <a:solidFill>
                  <a:srgbClr val="C00000"/>
                </a:solidFill>
              </a:rPr>
              <a:t>harsh </a:t>
            </a:r>
            <a:r>
              <a:rPr lang="en-AU" sz="2400" i="1">
                <a:solidFill>
                  <a:srgbClr val="C00000"/>
                </a:solidFill>
              </a:rPr>
              <a:t>living conditions in the camp </a:t>
            </a:r>
            <a:r>
              <a:rPr lang="en-AU" sz="2400" i="1">
                <a:solidFill>
                  <a:srgbClr val="48691D"/>
                </a:solidFill>
              </a:rPr>
              <a:t>are depicted through </a:t>
            </a:r>
          </a:p>
          <a:p>
            <a:pPr marL="528638" indent="0">
              <a:buNone/>
            </a:pPr>
            <a:r>
              <a:rPr lang="en-AU" sz="2400" i="1">
                <a:solidFill>
                  <a:srgbClr val="C00000"/>
                </a:solidFill>
              </a:rPr>
              <a:t>The </a:t>
            </a:r>
            <a:r>
              <a:rPr lang="en-AU" sz="2400" b="1" i="1">
                <a:solidFill>
                  <a:srgbClr val="C00000"/>
                </a:solidFill>
              </a:rPr>
              <a:t>ongoing</a:t>
            </a:r>
            <a:r>
              <a:rPr lang="en-AU" sz="2400" i="1">
                <a:solidFill>
                  <a:srgbClr val="C00000"/>
                </a:solidFill>
              </a:rPr>
              <a:t> lack of freedom felt by those in detention </a:t>
            </a:r>
            <a:r>
              <a:rPr lang="en-AU" sz="2400" i="1">
                <a:solidFill>
                  <a:srgbClr val="48691D"/>
                </a:solidFill>
              </a:rPr>
              <a:t>is</a:t>
            </a:r>
          </a:p>
          <a:p>
            <a:pPr marL="528638" indent="0">
              <a:buNone/>
            </a:pPr>
            <a:r>
              <a:rPr lang="en-AU" sz="2400" b="1" i="1">
                <a:solidFill>
                  <a:srgbClr val="C00000"/>
                </a:solidFill>
              </a:rPr>
              <a:t>Fragile </a:t>
            </a:r>
            <a:r>
              <a:rPr lang="en-AU" sz="2400" i="1">
                <a:solidFill>
                  <a:srgbClr val="C00000"/>
                </a:solidFill>
              </a:rPr>
              <a:t>feelings of hope </a:t>
            </a:r>
            <a:r>
              <a:rPr lang="en-AU" sz="2400" i="1">
                <a:solidFill>
                  <a:srgbClr val="48691D"/>
                </a:solidFill>
              </a:rPr>
              <a:t>are explored </a:t>
            </a:r>
            <a:r>
              <a:rPr lang="en-AU" sz="2400" i="1">
                <a:solidFill>
                  <a:schemeClr val="accent3"/>
                </a:solidFill>
              </a:rPr>
              <a:t>when</a:t>
            </a:r>
          </a:p>
          <a:p>
            <a:pPr marL="528638" indent="0">
              <a:buNone/>
            </a:pPr>
            <a:r>
              <a:rPr lang="en-AU" sz="2400" i="1">
                <a:solidFill>
                  <a:srgbClr val="C00000"/>
                </a:solidFill>
              </a:rPr>
              <a:t>The</a:t>
            </a:r>
            <a:r>
              <a:rPr lang="en-AU" sz="2400" b="1" i="1">
                <a:solidFill>
                  <a:srgbClr val="C00000"/>
                </a:solidFill>
              </a:rPr>
              <a:t> deep</a:t>
            </a:r>
            <a:r>
              <a:rPr lang="en-AU" sz="2400" i="1">
                <a:solidFill>
                  <a:srgbClr val="C00000"/>
                </a:solidFill>
              </a:rPr>
              <a:t> importance of imagination </a:t>
            </a:r>
            <a:r>
              <a:rPr lang="en-AU" sz="2400" i="1">
                <a:solidFill>
                  <a:srgbClr val="48691D"/>
                </a:solidFill>
              </a:rPr>
              <a:t>is highlighted </a:t>
            </a:r>
            <a:r>
              <a:rPr lang="en-AU" sz="2400" i="1">
                <a:solidFill>
                  <a:schemeClr val="accent3"/>
                </a:solidFill>
              </a:rPr>
              <a:t>in </a:t>
            </a:r>
          </a:p>
          <a:p>
            <a:pPr marL="528638" indent="0">
              <a:buNone/>
            </a:pPr>
            <a:endParaRPr lang="en-AU" sz="2400" i="1">
              <a:solidFill>
                <a:srgbClr val="48691D"/>
              </a:solidFill>
            </a:endParaRPr>
          </a:p>
        </p:txBody>
      </p:sp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BF9659F1-926D-8C1D-2B68-7E23E4C69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9325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00EB3-D043-392E-6A91-0E1CC83F6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F4022-D261-3869-6CAF-CA707DC84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AU" sz="2400" dirty="0"/>
              <a:t>Look at your first topic sentence.</a:t>
            </a:r>
          </a:p>
          <a:p>
            <a:pPr marL="0" indent="0">
              <a:buNone/>
            </a:pPr>
            <a:r>
              <a:rPr lang="en-AU" sz="2400" i="1" dirty="0">
                <a:solidFill>
                  <a:srgbClr val="8B3B25"/>
                </a:solidFill>
              </a:rPr>
              <a:t>(You should have already written this last week)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See if you can </a:t>
            </a:r>
            <a:r>
              <a:rPr lang="en-AU" sz="2400" b="1" dirty="0"/>
              <a:t>improve</a:t>
            </a:r>
            <a:r>
              <a:rPr lang="en-AU" sz="2400" dirty="0"/>
              <a:t> it by:</a:t>
            </a:r>
          </a:p>
          <a:p>
            <a:pPr marL="985838" indent="-457200">
              <a:buAutoNum type="arabicPeriod"/>
            </a:pPr>
            <a:r>
              <a:rPr lang="en-AU" sz="2400" dirty="0"/>
              <a:t>Starting with a </a:t>
            </a:r>
            <a:r>
              <a:rPr lang="en-AU" sz="2400" dirty="0">
                <a:solidFill>
                  <a:srgbClr val="0070C0"/>
                </a:solidFill>
              </a:rPr>
              <a:t>linking word,</a:t>
            </a:r>
          </a:p>
          <a:p>
            <a:pPr marL="985838" indent="-457200">
              <a:buAutoNum type="arabicPeriod"/>
            </a:pPr>
            <a:r>
              <a:rPr lang="en-AU" sz="2400" dirty="0">
                <a:solidFill>
                  <a:srgbClr val="8B3B25"/>
                </a:solidFill>
              </a:rPr>
              <a:t>Nominalising</a:t>
            </a:r>
            <a:r>
              <a:rPr lang="en-AU" sz="2400" dirty="0"/>
              <a:t> the sentence.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b="1" dirty="0"/>
              <a:t>Write out your finished topic sentence in your exercise book.</a:t>
            </a:r>
          </a:p>
        </p:txBody>
      </p:sp>
    </p:spTree>
    <p:extLst>
      <p:ext uri="{BB962C8B-B14F-4D97-AF65-F5344CB8AC3E}">
        <p14:creationId xmlns:p14="http://schemas.microsoft.com/office/powerpoint/2010/main" val="1963814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3654E-D969-EA37-C6F3-31C25E056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103" y="1318591"/>
            <a:ext cx="5800929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>
                <a:solidFill>
                  <a:schemeClr val="tx2">
                    <a:lumMod val="75000"/>
                  </a:schemeClr>
                </a:solidFill>
              </a:rPr>
              <a:t>Explanation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621E-EDDD-5972-CFCB-306E2A212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55048" y="1871831"/>
            <a:ext cx="3084569" cy="319980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>
                    <a:lumMod val="75000"/>
                  </a:schemeClr>
                </a:solidFill>
              </a:rPr>
              <a:t>TEEL Paragraphs</a:t>
            </a:r>
          </a:p>
        </p:txBody>
      </p:sp>
    </p:spTree>
    <p:extLst>
      <p:ext uri="{BB962C8B-B14F-4D97-AF65-F5344CB8AC3E}">
        <p14:creationId xmlns:p14="http://schemas.microsoft.com/office/powerpoint/2010/main" val="2100542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54D94-B5EA-89E1-2C80-3BD499A61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6697F-256B-3E4D-7129-17E3EAB37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Explanations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A725F-F485-0262-6C13-5E5E088C5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AU" sz="2400" dirty="0">
                <a:solidFill>
                  <a:schemeClr val="tx1"/>
                </a:solidFill>
              </a:rPr>
              <a:t>After your topic sentence, you need to begin expanding on the idea.</a:t>
            </a:r>
          </a:p>
          <a:p>
            <a:pPr marL="0" indent="0">
              <a:buNone/>
            </a:pPr>
            <a:r>
              <a:rPr lang="en-AU" sz="2400" dirty="0">
                <a:solidFill>
                  <a:schemeClr val="tx1"/>
                </a:solidFill>
              </a:rPr>
              <a:t>Explain </a:t>
            </a:r>
            <a:r>
              <a:rPr lang="en-AU" sz="2400" b="1" dirty="0">
                <a:solidFill>
                  <a:schemeClr val="tx1"/>
                </a:solidFill>
              </a:rPr>
              <a:t>how</a:t>
            </a:r>
            <a:r>
              <a:rPr lang="en-AU" sz="2400" dirty="0">
                <a:solidFill>
                  <a:schemeClr val="tx1"/>
                </a:solidFill>
              </a:rPr>
              <a:t> the idea is demonstrated through specific characters, events or the way the author has used language.</a:t>
            </a:r>
          </a:p>
          <a:p>
            <a:pPr marL="0" indent="0">
              <a:buNone/>
            </a:pPr>
            <a:r>
              <a:rPr lang="en-AU" sz="2400" dirty="0"/>
              <a:t>You could:</a:t>
            </a:r>
          </a:p>
          <a:p>
            <a:pPr marL="985838"/>
            <a:r>
              <a:rPr lang="en-AU" sz="2400" dirty="0">
                <a:solidFill>
                  <a:schemeClr val="tx1"/>
                </a:solidFill>
              </a:rPr>
              <a:t>Use a </a:t>
            </a:r>
            <a:r>
              <a:rPr lang="en-AU" sz="2400" dirty="0">
                <a:solidFill>
                  <a:srgbClr val="0070C0"/>
                </a:solidFill>
              </a:rPr>
              <a:t>prepositional phrase</a:t>
            </a:r>
          </a:p>
          <a:p>
            <a:pPr marL="985838"/>
            <a:r>
              <a:rPr lang="en-AU" sz="2400" dirty="0">
                <a:solidFill>
                  <a:schemeClr val="tx1"/>
                </a:solidFill>
              </a:rPr>
              <a:t>Write about </a:t>
            </a:r>
            <a:r>
              <a:rPr lang="en-AU" sz="2400" dirty="0">
                <a:solidFill>
                  <a:srgbClr val="8B3B25"/>
                </a:solidFill>
              </a:rPr>
              <a:t>character’s actions </a:t>
            </a:r>
            <a:r>
              <a:rPr lang="en-AU" sz="2400" dirty="0">
                <a:solidFill>
                  <a:schemeClr val="tx1"/>
                </a:solidFill>
              </a:rPr>
              <a:t>or </a:t>
            </a:r>
            <a:r>
              <a:rPr lang="en-AU" sz="2400" dirty="0">
                <a:solidFill>
                  <a:srgbClr val="8B3B25"/>
                </a:solidFill>
              </a:rPr>
              <a:t>feelings</a:t>
            </a:r>
          </a:p>
          <a:p>
            <a:pPr marL="985838"/>
            <a:r>
              <a:rPr lang="en-AU" sz="2400" dirty="0">
                <a:solidFill>
                  <a:schemeClr val="tx1"/>
                </a:solidFill>
              </a:rPr>
              <a:t>Write about </a:t>
            </a:r>
            <a:r>
              <a:rPr lang="en-AU" sz="2400" dirty="0">
                <a:solidFill>
                  <a:srgbClr val="8B3B25"/>
                </a:solidFill>
              </a:rPr>
              <a:t>language</a:t>
            </a:r>
            <a:endParaRPr lang="en-AU" dirty="0">
              <a:solidFill>
                <a:srgbClr val="8B3B25"/>
              </a:solidFill>
            </a:endParaRPr>
          </a:p>
        </p:txBody>
      </p:sp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E2824B55-80DC-F44C-A5CF-130F013F4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8185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B5F55-2C60-946F-69D0-C64387CD0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F4BA8-0533-3C91-0115-65EED4E41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Explanations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61017-6226-B2EF-2526-918DC2CB6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2400" dirty="0">
                <a:solidFill>
                  <a:schemeClr val="tx1"/>
                </a:solidFill>
              </a:rPr>
              <a:t>When writing about a character’s actions or feelings, it’s important to use an </a:t>
            </a:r>
            <a:r>
              <a:rPr lang="en-AU" sz="2400" dirty="0">
                <a:solidFill>
                  <a:schemeClr val="accent6">
                    <a:lumMod val="50000"/>
                  </a:schemeClr>
                </a:solidFill>
              </a:rPr>
              <a:t>analytic verb</a:t>
            </a:r>
            <a:r>
              <a:rPr lang="en-AU" sz="2400" dirty="0">
                <a:solidFill>
                  <a:schemeClr val="tx1"/>
                </a:solidFill>
              </a:rPr>
              <a:t>:</a:t>
            </a:r>
          </a:p>
          <a:p>
            <a:pPr marL="627063"/>
            <a:r>
              <a:rPr lang="en-AU" b="1" dirty="0">
                <a:solidFill>
                  <a:schemeClr val="accent6">
                    <a:lumMod val="50000"/>
                  </a:schemeClr>
                </a:solidFill>
              </a:rPr>
              <a:t>Suggests</a:t>
            </a:r>
          </a:p>
          <a:p>
            <a:pPr marL="627063"/>
            <a:r>
              <a:rPr lang="en-AU" b="1" dirty="0">
                <a:solidFill>
                  <a:schemeClr val="accent6">
                    <a:lumMod val="50000"/>
                  </a:schemeClr>
                </a:solidFill>
              </a:rPr>
              <a:t>Highlights</a:t>
            </a:r>
          </a:p>
          <a:p>
            <a:pPr marL="627063"/>
            <a:r>
              <a:rPr lang="en-AU" b="1" dirty="0">
                <a:solidFill>
                  <a:schemeClr val="accent6">
                    <a:lumMod val="50000"/>
                  </a:schemeClr>
                </a:solidFill>
              </a:rPr>
              <a:t>Illustrates</a:t>
            </a:r>
          </a:p>
          <a:p>
            <a:pPr marL="627063"/>
            <a:r>
              <a:rPr lang="en-AU" b="1" dirty="0">
                <a:solidFill>
                  <a:schemeClr val="accent6">
                    <a:lumMod val="50000"/>
                  </a:schemeClr>
                </a:solidFill>
              </a:rPr>
              <a:t>Demonstrates</a:t>
            </a:r>
          </a:p>
          <a:p>
            <a:pPr marL="627063"/>
            <a:r>
              <a:rPr lang="en-AU" b="1" dirty="0">
                <a:solidFill>
                  <a:schemeClr val="accent6">
                    <a:lumMod val="50000"/>
                  </a:schemeClr>
                </a:solidFill>
              </a:rPr>
              <a:t>Signifies</a:t>
            </a:r>
          </a:p>
          <a:p>
            <a:pPr marL="627063"/>
            <a:r>
              <a:rPr lang="en-AU" b="1" dirty="0">
                <a:solidFill>
                  <a:schemeClr val="accent6">
                    <a:lumMod val="50000"/>
                  </a:schemeClr>
                </a:solidFill>
              </a:rPr>
              <a:t>Symbolises</a:t>
            </a:r>
          </a:p>
        </p:txBody>
      </p:sp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5690AA6D-DF7E-20D4-594D-43E7D8229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6210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88D99-E9F4-71EB-9FC8-1534C4910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Explanations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99B0B-191F-C2D9-93E7-E8BDA0047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b="1" dirty="0"/>
              <a:t>Writing about language</a:t>
            </a:r>
            <a:endParaRPr lang="en-AU" sz="2400" dirty="0"/>
          </a:p>
          <a:p>
            <a:pPr marL="0" indent="0">
              <a:buNone/>
            </a:pPr>
            <a:r>
              <a:rPr lang="en-AU" sz="2400" dirty="0"/>
              <a:t>So far, we’ve learned how to change the sentence </a:t>
            </a:r>
            <a:r>
              <a:rPr lang="en-AU" sz="2400" dirty="0">
                <a:solidFill>
                  <a:srgbClr val="C00000"/>
                </a:solidFill>
              </a:rPr>
              <a:t>subject</a:t>
            </a:r>
            <a:r>
              <a:rPr lang="en-AU" sz="2400" dirty="0"/>
              <a:t> to </a:t>
            </a:r>
            <a:r>
              <a:rPr lang="en-AU" sz="2400" dirty="0">
                <a:solidFill>
                  <a:srgbClr val="C00000"/>
                </a:solidFill>
              </a:rPr>
              <a:t>character</a:t>
            </a:r>
            <a:r>
              <a:rPr lang="en-AU" sz="2400" dirty="0"/>
              <a:t>, </a:t>
            </a:r>
            <a:r>
              <a:rPr lang="en-AU" sz="2400" dirty="0">
                <a:solidFill>
                  <a:srgbClr val="C00000"/>
                </a:solidFill>
              </a:rPr>
              <a:t>text</a:t>
            </a:r>
            <a:r>
              <a:rPr lang="en-AU" sz="2400" dirty="0"/>
              <a:t> or </a:t>
            </a:r>
            <a:r>
              <a:rPr lang="en-AU" sz="2400" dirty="0">
                <a:solidFill>
                  <a:srgbClr val="C00000"/>
                </a:solidFill>
              </a:rPr>
              <a:t>idea</a:t>
            </a:r>
            <a:r>
              <a:rPr lang="en-AU" sz="2400" dirty="0"/>
              <a:t>.</a:t>
            </a:r>
          </a:p>
          <a:p>
            <a:pPr marL="0" indent="0">
              <a:buNone/>
            </a:pPr>
            <a:r>
              <a:rPr lang="en-AU" sz="2400" b="1" dirty="0"/>
              <a:t>However</a:t>
            </a:r>
            <a:r>
              <a:rPr lang="en-AU" sz="2400" dirty="0"/>
              <a:t>, the most powerful explanation you can write in a text response focuses on the </a:t>
            </a:r>
            <a:r>
              <a:rPr lang="en-AU" sz="2400" i="1" dirty="0"/>
              <a:t>way</a:t>
            </a:r>
            <a:r>
              <a:rPr lang="en-AU" sz="2400" dirty="0"/>
              <a:t> the text has been written.</a:t>
            </a:r>
          </a:p>
          <a:p>
            <a:pPr marL="0" indent="0">
              <a:buNone/>
            </a:pPr>
            <a:r>
              <a:rPr lang="en-AU" sz="2400" dirty="0"/>
              <a:t>To do this, we need to </a:t>
            </a:r>
            <a:r>
              <a:rPr lang="en-AU" sz="2400" b="1" dirty="0"/>
              <a:t>write a sentence about the language itself.</a:t>
            </a:r>
          </a:p>
        </p:txBody>
      </p:sp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3C2B8598-B118-DAC0-2F4C-F7CFC6EF5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6943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0DC04-9858-5330-35C4-E1A87C459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95EAB-3B1D-C7D9-FA40-097CBB491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Explanations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91DD1-3E65-0EB8-5E9E-1E1989E1D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b="1" dirty="0"/>
              <a:t>Writing about language</a:t>
            </a:r>
            <a:endParaRPr lang="en-AU" sz="2400" dirty="0"/>
          </a:p>
          <a:p>
            <a:pPr marL="0" indent="0">
              <a:buNone/>
            </a:pPr>
            <a:r>
              <a:rPr lang="en-AU" sz="2400" dirty="0"/>
              <a:t>When reading the novel, you made note of the </a:t>
            </a:r>
            <a:r>
              <a:rPr lang="en-AU" sz="2400" i="1" dirty="0"/>
              <a:t>way</a:t>
            </a:r>
            <a:r>
              <a:rPr lang="en-AU" sz="2400" dirty="0"/>
              <a:t> the novel was written:</a:t>
            </a:r>
          </a:p>
          <a:p>
            <a:pPr marL="801688"/>
            <a:r>
              <a:rPr lang="en-AU" sz="2000" dirty="0"/>
              <a:t>Descriptive language to show Subhi’s imagination</a:t>
            </a:r>
          </a:p>
          <a:p>
            <a:pPr marL="801688"/>
            <a:r>
              <a:rPr lang="en-AU" sz="2000" dirty="0"/>
              <a:t>Descriptive language to depict the detention centre</a:t>
            </a:r>
          </a:p>
          <a:p>
            <a:pPr marL="801688"/>
            <a:r>
              <a:rPr lang="en-AU" sz="2000" dirty="0"/>
              <a:t>Figurative language such as metaphors and similes</a:t>
            </a:r>
          </a:p>
          <a:p>
            <a:pPr marL="801688"/>
            <a:r>
              <a:rPr lang="en-AU" sz="2000" dirty="0"/>
              <a:t>Emotive language to convey characters’ feelings</a:t>
            </a:r>
          </a:p>
          <a:p>
            <a:pPr marL="801688"/>
            <a:r>
              <a:rPr lang="en-AU" sz="2000" dirty="0"/>
              <a:t>Symbolism of birds, cages, animals, and stories</a:t>
            </a:r>
          </a:p>
        </p:txBody>
      </p:sp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C8B57CE7-559B-4EA4-08C8-664AAD320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502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1FF90-DAD1-F82B-769A-132B94898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CFB6F-573B-E07B-879A-751176962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3600" dirty="0"/>
              <a:t>Writing about language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0E0B-65FA-5F9D-324F-28CF10CF7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2400" dirty="0">
                <a:solidFill>
                  <a:schemeClr val="tx1"/>
                </a:solidFill>
              </a:rPr>
              <a:t>Consider the following sentence:</a:t>
            </a:r>
          </a:p>
          <a:p>
            <a:pPr marL="893763" indent="0">
              <a:buNone/>
            </a:pPr>
            <a:r>
              <a:rPr lang="en-AU" sz="2400" i="1" dirty="0">
                <a:solidFill>
                  <a:srgbClr val="C00000"/>
                </a:solidFill>
              </a:rPr>
              <a:t>Subhi</a:t>
            </a:r>
            <a:r>
              <a:rPr lang="en-AU" sz="2400" i="1" dirty="0">
                <a:solidFill>
                  <a:schemeClr val="tx1"/>
                </a:solidFill>
              </a:rPr>
              <a:t> </a:t>
            </a:r>
            <a:r>
              <a:rPr lang="en-AU" sz="2400" i="1" dirty="0">
                <a:solidFill>
                  <a:srgbClr val="48691D"/>
                </a:solidFill>
              </a:rPr>
              <a:t>has</a:t>
            </a:r>
            <a:r>
              <a:rPr lang="en-AU" sz="2400" i="1" dirty="0">
                <a:solidFill>
                  <a:schemeClr val="tx1"/>
                </a:solidFill>
              </a:rPr>
              <a:t> a vivid imagination, shown by descriptions of his dreams.</a:t>
            </a:r>
          </a:p>
          <a:p>
            <a:pPr marL="893763" indent="0">
              <a:buNone/>
            </a:pPr>
            <a:r>
              <a:rPr lang="en-AU" sz="2400" dirty="0">
                <a:solidFill>
                  <a:schemeClr val="tx1"/>
                </a:solidFill>
              </a:rPr>
              <a:t>Notice how the </a:t>
            </a:r>
            <a:r>
              <a:rPr lang="en-AU" sz="2400" dirty="0">
                <a:solidFill>
                  <a:srgbClr val="C00000"/>
                </a:solidFill>
              </a:rPr>
              <a:t>subject</a:t>
            </a:r>
            <a:r>
              <a:rPr lang="en-AU" sz="2400" dirty="0">
                <a:solidFill>
                  <a:schemeClr val="tx1"/>
                </a:solidFill>
              </a:rPr>
              <a:t> and </a:t>
            </a:r>
            <a:r>
              <a:rPr lang="en-AU" sz="2400" dirty="0">
                <a:solidFill>
                  <a:srgbClr val="48691D"/>
                </a:solidFill>
              </a:rPr>
              <a:t>verb</a:t>
            </a:r>
            <a:r>
              <a:rPr lang="en-AU" sz="2400" dirty="0">
                <a:solidFill>
                  <a:schemeClr val="tx1"/>
                </a:solidFill>
              </a:rPr>
              <a:t> are both very short, and the detail has to come from the rest of the sentence.</a:t>
            </a:r>
          </a:p>
        </p:txBody>
      </p:sp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7B91BFA3-3530-2F2B-CD10-E83262700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0728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A7720-2F38-9B77-D8BB-BEC7D02E9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75829-E8D4-8104-F34B-9ECB5A5B6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3600" dirty="0"/>
              <a:t>Writing about language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78670-5B47-8416-AD4C-6EC0CC39D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2400" dirty="0">
                <a:solidFill>
                  <a:schemeClr val="tx1"/>
                </a:solidFill>
              </a:rPr>
              <a:t>Look at what happens when we use </a:t>
            </a:r>
            <a:r>
              <a:rPr lang="en-AU" sz="2400" b="1" dirty="0">
                <a:solidFill>
                  <a:schemeClr val="tx1"/>
                </a:solidFill>
              </a:rPr>
              <a:t>nominalisation</a:t>
            </a:r>
            <a:r>
              <a:rPr lang="en-AU" sz="2400" dirty="0">
                <a:solidFill>
                  <a:schemeClr val="tx1"/>
                </a:solidFill>
              </a:rPr>
              <a:t> to focus on the language.</a:t>
            </a:r>
          </a:p>
          <a:p>
            <a:pPr marL="893763" indent="0">
              <a:buNone/>
            </a:pPr>
            <a:r>
              <a:rPr lang="en-AU" sz="2400" i="1" dirty="0">
                <a:solidFill>
                  <a:srgbClr val="C00000"/>
                </a:solidFill>
              </a:rPr>
              <a:t>Descriptions of Subhi’s dreams </a:t>
            </a:r>
            <a:r>
              <a:rPr lang="en-AU" sz="2400" i="1" dirty="0">
                <a:solidFill>
                  <a:srgbClr val="48691D"/>
                </a:solidFill>
              </a:rPr>
              <a:t>highlight</a:t>
            </a:r>
            <a:r>
              <a:rPr lang="en-AU" sz="2400" i="1" dirty="0">
                <a:solidFill>
                  <a:schemeClr val="tx1"/>
                </a:solidFill>
              </a:rPr>
              <a:t> his vivid imagination.</a:t>
            </a:r>
          </a:p>
          <a:p>
            <a:pPr marL="0" indent="0">
              <a:buNone/>
            </a:pPr>
            <a:r>
              <a:rPr lang="en-AU" sz="2400" dirty="0">
                <a:solidFill>
                  <a:schemeClr val="tx1"/>
                </a:solidFill>
              </a:rPr>
              <a:t>Not only is the important detail at the front of the sentence, but it took fewer words to write!</a:t>
            </a:r>
          </a:p>
        </p:txBody>
      </p:sp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B8025FAE-E0E3-0466-7D96-B92B35685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6859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EAB7-AA14-FB05-C88C-388AAD3B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D4559-0136-9112-2B97-E0240925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3600" dirty="0"/>
              <a:t>Writing about language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CA955-E919-7F38-9603-EE9995B56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2400" dirty="0">
                <a:solidFill>
                  <a:schemeClr val="tx1"/>
                </a:solidFill>
              </a:rPr>
              <a:t>We can then add even more detail using the strategies we’ve learnt so far:</a:t>
            </a:r>
          </a:p>
          <a:p>
            <a:pPr marL="534988" indent="0">
              <a:buNone/>
            </a:pPr>
            <a:r>
              <a:rPr lang="en-AU" sz="2400" b="1" i="1" dirty="0">
                <a:solidFill>
                  <a:srgbClr val="0070C0"/>
                </a:solidFill>
              </a:rPr>
              <a:t>Throughout the novel, </a:t>
            </a:r>
            <a:r>
              <a:rPr lang="en-AU" sz="2400" b="1" i="1" dirty="0">
                <a:solidFill>
                  <a:srgbClr val="C00000"/>
                </a:solidFill>
              </a:rPr>
              <a:t>detailed</a:t>
            </a:r>
            <a:r>
              <a:rPr lang="en-AU" sz="2400" i="1" dirty="0">
                <a:solidFill>
                  <a:srgbClr val="C00000"/>
                </a:solidFill>
              </a:rPr>
              <a:t> descriptions of Subhi’s dreams </a:t>
            </a:r>
            <a:r>
              <a:rPr lang="en-AU" sz="2400" b="1" i="1" dirty="0">
                <a:solidFill>
                  <a:srgbClr val="C00000"/>
                </a:solidFill>
              </a:rPr>
              <a:t>of the night sea</a:t>
            </a:r>
            <a:r>
              <a:rPr lang="en-AU" sz="2400" i="1" dirty="0">
                <a:solidFill>
                  <a:srgbClr val="C00000"/>
                </a:solidFill>
              </a:rPr>
              <a:t> </a:t>
            </a:r>
            <a:r>
              <a:rPr lang="en-AU" sz="2400" i="1" dirty="0">
                <a:solidFill>
                  <a:srgbClr val="48691D"/>
                </a:solidFill>
              </a:rPr>
              <a:t>highlight</a:t>
            </a:r>
            <a:r>
              <a:rPr lang="en-AU" sz="2400" i="1" dirty="0">
                <a:solidFill>
                  <a:schemeClr val="tx1"/>
                </a:solidFill>
              </a:rPr>
              <a:t> his vivid imagination.</a:t>
            </a:r>
          </a:p>
          <a:p>
            <a:pPr marL="0" indent="0">
              <a:buNone/>
            </a:pPr>
            <a:endParaRPr lang="en-AU" sz="2400" dirty="0">
              <a:solidFill>
                <a:schemeClr val="tx1"/>
              </a:solidFill>
            </a:endParaRPr>
          </a:p>
        </p:txBody>
      </p:sp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C2FE6277-FE3D-1E03-11C7-AB6BC7D3E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047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7600B-9F65-1B7C-099E-22C433EE1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0256-4183-7CD9-43F3-E82812429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3600" dirty="0"/>
              <a:t>Writing about language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F36F6-7407-DF5D-4C3C-18EA5B83E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2400" dirty="0">
                <a:solidFill>
                  <a:schemeClr val="tx1"/>
                </a:solidFill>
              </a:rPr>
              <a:t>Want to go even further?</a:t>
            </a:r>
          </a:p>
          <a:p>
            <a:pPr marL="0" indent="0">
              <a:buNone/>
            </a:pPr>
            <a:r>
              <a:rPr lang="en-AU" sz="2400" dirty="0">
                <a:solidFill>
                  <a:schemeClr val="tx1"/>
                </a:solidFill>
              </a:rPr>
              <a:t>You can even embed a quote into the subject of the sentence!</a:t>
            </a:r>
          </a:p>
          <a:p>
            <a:pPr marL="534988" indent="0">
              <a:buNone/>
            </a:pPr>
            <a:r>
              <a:rPr lang="en-AU" sz="2400" b="1" i="1" dirty="0">
                <a:solidFill>
                  <a:srgbClr val="0070C0"/>
                </a:solidFill>
              </a:rPr>
              <a:t>Throughout the novel, </a:t>
            </a:r>
            <a:r>
              <a:rPr lang="en-AU" sz="2400" i="1" dirty="0">
                <a:solidFill>
                  <a:srgbClr val="C00000"/>
                </a:solidFill>
              </a:rPr>
              <a:t>detailed descriptions of </a:t>
            </a:r>
            <a:r>
              <a:rPr lang="en-AU" sz="2400" b="1" i="1" dirty="0">
                <a:solidFill>
                  <a:srgbClr val="C00000"/>
                </a:solidFill>
              </a:rPr>
              <a:t>“all the creatures of the night sea” and “water, spinning and turning”</a:t>
            </a:r>
            <a:r>
              <a:rPr lang="en-AU" sz="2400" i="1" dirty="0">
                <a:solidFill>
                  <a:srgbClr val="C00000"/>
                </a:solidFill>
              </a:rPr>
              <a:t> </a:t>
            </a:r>
            <a:r>
              <a:rPr lang="en-AU" sz="2400" i="1" dirty="0">
                <a:solidFill>
                  <a:srgbClr val="48691D"/>
                </a:solidFill>
              </a:rPr>
              <a:t>highlight</a:t>
            </a:r>
            <a:r>
              <a:rPr lang="en-AU" sz="2400" i="1" dirty="0">
                <a:solidFill>
                  <a:schemeClr val="tx1"/>
                </a:solidFill>
              </a:rPr>
              <a:t> Subhi’s vivid imagination.</a:t>
            </a:r>
            <a:endParaRPr lang="en-AU" sz="2400" dirty="0">
              <a:solidFill>
                <a:schemeClr val="tx1"/>
              </a:solidFill>
            </a:endParaRPr>
          </a:p>
        </p:txBody>
      </p:sp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AB50C1FF-CED0-ECA4-3E57-F07D5AF90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9464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E872C-D249-70B7-2378-B83FBD43A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21734-3DA8-B181-AEEC-ECA9DDA10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2980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400" dirty="0"/>
              <a:t>In your exercise book, continue from your topic sentence.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sz="2400" dirty="0"/>
              <a:t>Explain </a:t>
            </a:r>
            <a:r>
              <a:rPr lang="en-AU" sz="2400" b="1" dirty="0"/>
              <a:t>how</a:t>
            </a:r>
            <a:r>
              <a:rPr lang="en-AU" sz="2400" dirty="0"/>
              <a:t> the idea appears in the novel.</a:t>
            </a:r>
          </a:p>
          <a:p>
            <a:pPr marL="0" indent="0">
              <a:buNone/>
            </a:pPr>
            <a:r>
              <a:rPr lang="en-AU" sz="2400" dirty="0"/>
              <a:t>You can choose to explain:</a:t>
            </a:r>
          </a:p>
          <a:p>
            <a:pPr marL="534988" indent="-534988"/>
            <a:r>
              <a:rPr lang="en-AU" sz="2400" dirty="0"/>
              <a:t>How a character’s actions relate to your topic sentence</a:t>
            </a:r>
          </a:p>
          <a:p>
            <a:pPr marL="534988" indent="-534988"/>
            <a:r>
              <a:rPr lang="en-AU" sz="2400" dirty="0"/>
              <a:t>How the author’s writing choices relate to your topic sentence</a:t>
            </a:r>
          </a:p>
          <a:p>
            <a:pPr marL="534988" indent="-534988"/>
            <a:r>
              <a:rPr lang="en-AU" sz="2400" dirty="0"/>
              <a:t>How a character’s growth relates to your topic sentence</a:t>
            </a:r>
          </a:p>
        </p:txBody>
      </p:sp>
    </p:spTree>
    <p:extLst>
      <p:ext uri="{BB962C8B-B14F-4D97-AF65-F5344CB8AC3E}">
        <p14:creationId xmlns:p14="http://schemas.microsoft.com/office/powerpoint/2010/main" val="29585081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78F9A-EDF9-65F4-7782-F8166120F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103" y="1318591"/>
            <a:ext cx="5800929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>
                <a:solidFill>
                  <a:schemeClr val="tx2">
                    <a:lumMod val="75000"/>
                  </a:schemeClr>
                </a:solidFill>
              </a:rPr>
              <a:t>Evidence /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FCDA7-5948-0E87-A176-42FFC8D3D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55048" y="1871831"/>
            <a:ext cx="3084569" cy="319980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>
                    <a:lumMod val="75000"/>
                  </a:schemeClr>
                </a:solidFill>
              </a:rPr>
              <a:t>TEEL Paragraph</a:t>
            </a:r>
          </a:p>
        </p:txBody>
      </p:sp>
    </p:spTree>
    <p:extLst>
      <p:ext uri="{BB962C8B-B14F-4D97-AF65-F5344CB8AC3E}">
        <p14:creationId xmlns:p14="http://schemas.microsoft.com/office/powerpoint/2010/main" val="32490948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2A838-C6BC-DA2C-5EE4-46DA4D4C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Evidence /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C0200-9A8D-31B1-3057-3AD747233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301393"/>
            <a:ext cx="8915400" cy="7123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/>
              <a:t>The good news is that you learnt how to do this part in the lesson </a:t>
            </a:r>
            <a:r>
              <a:rPr lang="en-AU" sz="2000" dirty="0">
                <a:hlinkClick r:id="rId2"/>
              </a:rPr>
              <a:t>Embedding Quotes</a:t>
            </a:r>
            <a:r>
              <a:rPr lang="en-AU" sz="2000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F38141-F5A8-2B83-D4A6-B2E3A4F17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989" y="2013735"/>
            <a:ext cx="8530665" cy="4657122"/>
          </a:xfrm>
          <a:prstGeom prst="rect">
            <a:avLst/>
          </a:prstGeom>
        </p:spPr>
      </p:pic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668CC690-8335-E69D-C43A-6C1498BB3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365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2B145-447D-7FA3-01C9-757D6D42B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8F3EB-617E-2BA5-8D05-1BACAA9E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Evidence /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56D06-1A8D-1C2C-F472-54CBF776A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301392"/>
            <a:ext cx="8915400" cy="4932497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AU" sz="2400" dirty="0"/>
              <a:t>A high-level essay response will contain more than one piece of evidence and explanation.</a:t>
            </a:r>
          </a:p>
          <a:p>
            <a:pPr marL="0" indent="0">
              <a:buNone/>
            </a:pPr>
            <a:r>
              <a:rPr lang="en-AU" sz="2400" dirty="0"/>
              <a:t>To push yourself further, try:</a:t>
            </a:r>
          </a:p>
          <a:p>
            <a:pPr marL="893763" indent="-533400"/>
            <a:r>
              <a:rPr lang="en-AU" sz="2400" dirty="0"/>
              <a:t>Use your </a:t>
            </a:r>
            <a:r>
              <a:rPr lang="en-AU" sz="2400" b="1" dirty="0"/>
              <a:t>embedding</a:t>
            </a:r>
            <a:r>
              <a:rPr lang="en-AU" sz="2400" dirty="0"/>
              <a:t> skills to include an explanation and evidence in the same sentence.</a:t>
            </a:r>
          </a:p>
          <a:p>
            <a:pPr marL="893763" indent="-533400">
              <a:spcAft>
                <a:spcPts val="1200"/>
              </a:spcAft>
            </a:pPr>
            <a:r>
              <a:rPr lang="en-AU" sz="2400" dirty="0"/>
              <a:t>Use the next sentence to explain and embed a </a:t>
            </a:r>
            <a:r>
              <a:rPr lang="en-AU" sz="2400" b="1" dirty="0"/>
              <a:t>different example</a:t>
            </a:r>
            <a:r>
              <a:rPr lang="en-AU" sz="2400" dirty="0"/>
              <a:t> of the same idea.</a:t>
            </a:r>
            <a:endParaRPr lang="en-AU" sz="2400" b="1" dirty="0"/>
          </a:p>
          <a:p>
            <a:pPr marL="0" indent="0">
              <a:buNone/>
            </a:pPr>
            <a:r>
              <a:rPr lang="en-AU" sz="2200" i="1" dirty="0">
                <a:solidFill>
                  <a:schemeClr val="accent3"/>
                </a:solidFill>
              </a:rPr>
              <a:t>For example, if your paragraph is presenting the claim that </a:t>
            </a:r>
            <a:r>
              <a:rPr lang="en-AU" sz="2200" b="1" i="1" dirty="0">
                <a:solidFill>
                  <a:schemeClr val="accent3"/>
                </a:solidFill>
              </a:rPr>
              <a:t>imagination can comfort those in difficult times</a:t>
            </a:r>
            <a:r>
              <a:rPr lang="en-AU" sz="2200" i="1" dirty="0">
                <a:solidFill>
                  <a:schemeClr val="accent3"/>
                </a:solidFill>
              </a:rPr>
              <a:t>, you could:</a:t>
            </a:r>
          </a:p>
          <a:p>
            <a:pPr marL="893763" indent="-533400"/>
            <a:r>
              <a:rPr lang="en-AU" sz="2200" i="1" dirty="0">
                <a:solidFill>
                  <a:schemeClr val="accent3"/>
                </a:solidFill>
              </a:rPr>
              <a:t>Explain how Subhi’s Shakespeare Duck gives him someone to talk to when he is unsure of what to do</a:t>
            </a:r>
          </a:p>
          <a:p>
            <a:pPr marL="893763" indent="-533400"/>
            <a:r>
              <a:rPr lang="en-AU" sz="2200" i="1" dirty="0">
                <a:solidFill>
                  <a:schemeClr val="accent3"/>
                </a:solidFill>
              </a:rPr>
              <a:t>Explain how Eli’s Night Whale allows him to connect with his culture when he is alone in the centre</a:t>
            </a:r>
          </a:p>
          <a:p>
            <a:pPr marL="0" indent="0">
              <a:buNone/>
            </a:pPr>
            <a:endParaRPr lang="en-AU" sz="2400" dirty="0"/>
          </a:p>
        </p:txBody>
      </p:sp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7CF45A20-9579-655A-86B4-C8FE8CC13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8156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D5CD-B7E5-2AD8-CE23-36D2540EE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61952-BDB7-AB98-69CB-43A38FBB3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b="1" dirty="0"/>
              <a:t>You have two options: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AU" sz="2400" dirty="0"/>
              <a:t>Write your next sentence that embeds evidence to support your explanation.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Re-write the explanation that you just wrote, adding an embedding quote. </a:t>
            </a:r>
            <a:br>
              <a:rPr lang="en-AU" sz="2400" dirty="0"/>
            </a:br>
            <a:r>
              <a:rPr lang="en-AU" sz="2400" b="1" dirty="0"/>
              <a:t>Then</a:t>
            </a:r>
            <a:r>
              <a:rPr lang="en-AU" sz="2400" dirty="0"/>
              <a:t>, write a second explanation with embedded evidence.</a:t>
            </a:r>
          </a:p>
        </p:txBody>
      </p:sp>
    </p:spTree>
    <p:extLst>
      <p:ext uri="{BB962C8B-B14F-4D97-AF65-F5344CB8AC3E}">
        <p14:creationId xmlns:p14="http://schemas.microsoft.com/office/powerpoint/2010/main" val="30579361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4E9F44E-02E7-4A97-B7DB-1DB0F1F4E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54F2546-BFC4-4B9A-B22A-40C22269F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BB2355B-3CC7-4F78-AEE5-42361DBF4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31B8A19-2FD3-4302-91CF-C8B6F93B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3162A24-700C-424E-96EC-86CB156D05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F0C1D92-E435-4491-B392-AB951E055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0212CAD4-9EC5-41A6-B23D-EBA052710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6EFDEEEF-07D4-42EA-BAF2-B6FB6442D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F4FA7A2-4814-4283-AED6-51BE57860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3A80AF23-BF8E-4209-B9DE-1D2A637B4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9128847-0CCA-451D-A00A-2855A4D6D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5007ABF4-C6D7-4D5A-B621-E22A6CDE2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C626D9E0-6E9C-49D1-9350-E85A88DD3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F22DE9C-F188-48E2-A82C-4434A8EEE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02013AA2-1F55-4C5D-AA37-2F66C2056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1FB61D00-6151-464C-A1C0-2F19F6413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A5ED6B64-D948-4BCE-9D88-5BB2FDD8F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F89D4BEB-9156-4620-A774-3B780CC75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B4A8D726-AC9C-413C-BA61-279C42A85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F17D811C-C413-4847-8A99-0C428A583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75BC74C6-A8D3-43B7-88D6-D36F1C038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57EEDAFB-AA1B-4B29-B0D8-E3F097A30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2037E8F3-503E-4F56-81D4-C0058A855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B3B14D57-F75A-402A-B35D-98E84AD68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4AFB6E2F-5AF1-4DB0-851C-8F7492A9E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6725B281-5E62-47B4-873A-9B1261423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6A10670B-6568-4038-91D8-392C78C0C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40" name="Freeform 6">
            <a:extLst>
              <a:ext uri="{FF2B5EF4-FFF2-40B4-BE49-F238E27FC236}">
                <a16:creationId xmlns:a16="http://schemas.microsoft.com/office/drawing/2014/main" id="{62163DB6-3EE7-474C-8726-1A05F7DE4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42E0E9-35E8-C353-79A4-D2C20BCF0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103" y="1318591"/>
            <a:ext cx="5800929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>
                <a:solidFill>
                  <a:schemeClr val="tx2">
                    <a:lumMod val="75000"/>
                  </a:schemeClr>
                </a:solidFill>
              </a:rPr>
              <a:t>Linking Sentence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166657-A59D-BB1C-B987-76A47C7F4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55048" y="1871831"/>
            <a:ext cx="3084569" cy="319980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>
                    <a:lumMod val="75000"/>
                  </a:schemeClr>
                </a:solidFill>
              </a:rPr>
              <a:t>TEEL Paragraphs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317EBE3-FF86-4DA1-BC9A-331F7F214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4D43EC1-35FA-4FC3-8526-F655CEB09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7196" y="1871831"/>
            <a:ext cx="0" cy="320040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731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31930-0234-7690-4B5E-2131CA80B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Linking Sentence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49894-5BC6-7EAF-3630-1ECC9F5A3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AU" sz="2400" dirty="0"/>
              <a:t>The purpose of this last sentence is to connect your paragraph to the essay’s main idea.</a:t>
            </a:r>
          </a:p>
          <a:p>
            <a:pPr marL="0" indent="0">
              <a:buNone/>
            </a:pPr>
            <a:r>
              <a:rPr lang="en-AU" sz="2400" dirty="0"/>
              <a:t>It should:</a:t>
            </a:r>
          </a:p>
          <a:p>
            <a:r>
              <a:rPr lang="en-AU" sz="2400" dirty="0"/>
              <a:t>reflect on </a:t>
            </a:r>
            <a:r>
              <a:rPr lang="en-AU" sz="2400" b="1" dirty="0"/>
              <a:t>how</a:t>
            </a:r>
            <a:r>
              <a:rPr lang="en-AU" sz="2400" dirty="0"/>
              <a:t> </a:t>
            </a:r>
            <a:r>
              <a:rPr lang="en-AU" sz="2400" b="1" dirty="0"/>
              <a:t>the examples </a:t>
            </a:r>
            <a:r>
              <a:rPr lang="en-AU" sz="2400" dirty="0"/>
              <a:t>you have analysed </a:t>
            </a:r>
            <a:r>
              <a:rPr lang="en-AU" sz="2400" b="1" dirty="0"/>
              <a:t>work together </a:t>
            </a:r>
            <a:r>
              <a:rPr lang="en-AU" sz="2400" dirty="0"/>
              <a:t>to demonstrate your claim</a:t>
            </a:r>
          </a:p>
          <a:p>
            <a:r>
              <a:rPr lang="en-AU" sz="2400" dirty="0"/>
              <a:t>reflect on how this claim contributes to your essay’s </a:t>
            </a:r>
            <a:r>
              <a:rPr lang="en-AU" sz="2400" b="1" dirty="0"/>
              <a:t>contention</a:t>
            </a:r>
          </a:p>
        </p:txBody>
      </p:sp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2A04FED5-1680-9737-B119-3EC6E5DAB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6425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E1107-41A3-E6C3-C9C4-0D694D3B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A1754-0D05-43E2-9006-8BD08E827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Linking Sentence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D16E0-08F3-F890-9D16-000FE8206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AU" sz="2400" dirty="0"/>
              <a:t>Just like the other paragraphs, you should think carefully about the </a:t>
            </a:r>
            <a:r>
              <a:rPr lang="en-AU" sz="2400" b="1" dirty="0">
                <a:solidFill>
                  <a:srgbClr val="8B3B25"/>
                </a:solidFill>
              </a:rPr>
              <a:t>subject</a:t>
            </a:r>
            <a:r>
              <a:rPr lang="en-AU" sz="2400" dirty="0"/>
              <a:t> of your linking sentence.</a:t>
            </a:r>
          </a:p>
          <a:p>
            <a:pPr marL="0" indent="0">
              <a:buNone/>
            </a:pPr>
            <a:r>
              <a:rPr lang="en-AU" sz="2400" dirty="0"/>
              <a:t>You might write about a character, the text or an idea.</a:t>
            </a:r>
          </a:p>
          <a:p>
            <a:pPr marL="0" indent="0">
              <a:buNone/>
            </a:pPr>
            <a:r>
              <a:rPr lang="en-AU" sz="2400" dirty="0"/>
              <a:t>You should also begin with a linking word - a type of </a:t>
            </a:r>
            <a:r>
              <a:rPr lang="en-AU" sz="2400" b="1" dirty="0">
                <a:solidFill>
                  <a:schemeClr val="accent3"/>
                </a:solidFill>
              </a:rPr>
              <a:t>prepositional phrase.</a:t>
            </a:r>
          </a:p>
        </p:txBody>
      </p:sp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2DC59156-7FF9-0556-ECA6-4ABF222F6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1905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F7257-98CD-5AB1-5800-BBD555309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6EC14-2D42-E97A-7F65-F9462BC0C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Linking Sentence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E61D3-3A22-3902-BB52-9EEC5BB97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AU" sz="2400" b="1" dirty="0"/>
              <a:t>Character</a:t>
            </a:r>
            <a:r>
              <a:rPr lang="en-AU" sz="2400" dirty="0"/>
              <a:t>:</a:t>
            </a:r>
          </a:p>
          <a:p>
            <a:pPr marL="360363" indent="0">
              <a:spcAft>
                <a:spcPts val="1200"/>
              </a:spcAft>
              <a:buNone/>
            </a:pPr>
            <a:r>
              <a:rPr lang="en-AU" sz="2400" dirty="0">
                <a:solidFill>
                  <a:schemeClr val="accent3"/>
                </a:solidFill>
              </a:rPr>
              <a:t>As a result of their harsh life inside the centre, </a:t>
            </a:r>
            <a:r>
              <a:rPr lang="en-AU" sz="2400" dirty="0">
                <a:solidFill>
                  <a:srgbClr val="8B3B25"/>
                </a:solidFill>
              </a:rPr>
              <a:t>both Subhi and Eli</a:t>
            </a:r>
            <a:r>
              <a:rPr lang="en-AU" sz="2400" dirty="0">
                <a:solidFill>
                  <a:schemeClr val="accent3"/>
                </a:solidFill>
              </a:rPr>
              <a:t> </a:t>
            </a:r>
            <a:r>
              <a:rPr lang="en-AU" sz="2400" i="1" dirty="0">
                <a:solidFill>
                  <a:srgbClr val="48691D"/>
                </a:solidFill>
              </a:rPr>
              <a:t>use</a:t>
            </a:r>
            <a:r>
              <a:rPr lang="en-AU" sz="2400" dirty="0">
                <a:solidFill>
                  <a:schemeClr val="accent3"/>
                </a:solidFill>
              </a:rPr>
              <a:t> </a:t>
            </a:r>
            <a:r>
              <a:rPr lang="en-AU" sz="2400" dirty="0">
                <a:solidFill>
                  <a:schemeClr val="tx1"/>
                </a:solidFill>
              </a:rPr>
              <a:t>their imaginations to find comfort in other worlds and ideas.</a:t>
            </a:r>
          </a:p>
          <a:p>
            <a:pPr marL="360363" indent="0">
              <a:buNone/>
            </a:pPr>
            <a:r>
              <a:rPr lang="en-AU" sz="2400" dirty="0">
                <a:solidFill>
                  <a:schemeClr val="accent3"/>
                </a:solidFill>
              </a:rPr>
              <a:t>Consequently</a:t>
            </a:r>
            <a:r>
              <a:rPr lang="en-AU" sz="2400" dirty="0">
                <a:solidFill>
                  <a:schemeClr val="tx1"/>
                </a:solidFill>
              </a:rPr>
              <a:t>, </a:t>
            </a:r>
            <a:r>
              <a:rPr lang="en-AU" sz="2400" dirty="0">
                <a:solidFill>
                  <a:srgbClr val="8B3B25"/>
                </a:solidFill>
              </a:rPr>
              <a:t>both Nasir and Ma </a:t>
            </a:r>
            <a:r>
              <a:rPr lang="en-AU" sz="2400" dirty="0">
                <a:solidFill>
                  <a:srgbClr val="48691D"/>
                </a:solidFill>
              </a:rPr>
              <a:t>demonstrate</a:t>
            </a:r>
            <a:r>
              <a:rPr lang="en-AU" sz="2400" dirty="0">
                <a:solidFill>
                  <a:schemeClr val="tx1"/>
                </a:solidFill>
              </a:rPr>
              <a:t> the importance of stories in keeping histories alive for the next generation.</a:t>
            </a:r>
          </a:p>
        </p:txBody>
      </p:sp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B54692C1-4036-BC7D-2DD9-1CBD7491D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58563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B1167-5193-5BDF-57AB-60F56D9A2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32C0B-D08B-16E3-E7C0-F8364D743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Linking Sentence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A4508-2082-86F3-F52E-01D35E1B8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AU" sz="2400" b="1" dirty="0"/>
              <a:t>Idea</a:t>
            </a:r>
            <a:r>
              <a:rPr lang="en-AU" sz="2400" dirty="0"/>
              <a:t>:</a:t>
            </a:r>
          </a:p>
          <a:p>
            <a:pPr marL="360363" indent="0">
              <a:buNone/>
            </a:pPr>
            <a:r>
              <a:rPr lang="en-AU" sz="2400" dirty="0">
                <a:solidFill>
                  <a:schemeClr val="accent3"/>
                </a:solidFill>
              </a:rPr>
              <a:t>Ultimately, </a:t>
            </a:r>
            <a:r>
              <a:rPr lang="en-AU" sz="2400" dirty="0">
                <a:solidFill>
                  <a:srgbClr val="8B3B25"/>
                </a:solidFill>
              </a:rPr>
              <a:t>the living conditions depicted by </a:t>
            </a:r>
            <a:r>
              <a:rPr lang="en-AU" sz="2400" dirty="0" err="1">
                <a:solidFill>
                  <a:srgbClr val="8B3B25"/>
                </a:solidFill>
              </a:rPr>
              <a:t>Fraillon</a:t>
            </a:r>
            <a:r>
              <a:rPr lang="en-AU" sz="2400" dirty="0">
                <a:solidFill>
                  <a:srgbClr val="8B3B25"/>
                </a:solidFill>
              </a:rPr>
              <a:t> </a:t>
            </a:r>
            <a:r>
              <a:rPr lang="en-AU" sz="2400" i="1" dirty="0">
                <a:solidFill>
                  <a:srgbClr val="48691D"/>
                </a:solidFill>
              </a:rPr>
              <a:t>appear to be</a:t>
            </a:r>
            <a:r>
              <a:rPr lang="en-AU" sz="2400" dirty="0">
                <a:solidFill>
                  <a:schemeClr val="accent3"/>
                </a:solidFill>
              </a:rPr>
              <a:t> </a:t>
            </a:r>
            <a:r>
              <a:rPr lang="en-AU" sz="2400" dirty="0">
                <a:solidFill>
                  <a:schemeClr val="tx1"/>
                </a:solidFill>
              </a:rPr>
              <a:t>an abuse of Eli and Subhi’s basic human rights.</a:t>
            </a:r>
          </a:p>
          <a:p>
            <a:pPr marL="360363" indent="0">
              <a:buNone/>
            </a:pPr>
            <a:r>
              <a:rPr lang="en-AU" sz="2400" dirty="0">
                <a:solidFill>
                  <a:schemeClr val="accent3"/>
                </a:solidFill>
              </a:rPr>
              <a:t>When considered together</a:t>
            </a:r>
            <a:r>
              <a:rPr lang="en-AU" sz="2400" dirty="0">
                <a:solidFill>
                  <a:schemeClr val="tx1"/>
                </a:solidFill>
              </a:rPr>
              <a:t>, </a:t>
            </a:r>
            <a:r>
              <a:rPr lang="en-AU" sz="2400" dirty="0" err="1">
                <a:solidFill>
                  <a:srgbClr val="8B3B25"/>
                </a:solidFill>
              </a:rPr>
              <a:t>Fraillon’s</a:t>
            </a:r>
            <a:r>
              <a:rPr lang="en-AU" sz="2400" dirty="0">
                <a:solidFill>
                  <a:srgbClr val="8B3B25"/>
                </a:solidFill>
              </a:rPr>
              <a:t> use of descriptive language and symbolism </a:t>
            </a:r>
            <a:r>
              <a:rPr lang="en-AU" sz="2400" i="1" dirty="0">
                <a:solidFill>
                  <a:srgbClr val="48691D"/>
                </a:solidFill>
              </a:rPr>
              <a:t>create</a:t>
            </a:r>
            <a:r>
              <a:rPr lang="en-AU" sz="2400" dirty="0">
                <a:solidFill>
                  <a:schemeClr val="tx1"/>
                </a:solidFill>
              </a:rPr>
              <a:t> a bleak picture of life in detention.</a:t>
            </a:r>
          </a:p>
        </p:txBody>
      </p:sp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1CF2D059-E5E4-0C03-B207-475874970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36499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ADCEE-8790-20DE-EB70-5BCF65F9B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70A39-983C-3EA4-7042-7C6799184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Linking Sentence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F0818-5F84-42A0-A2B4-E4D1640CC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AU" sz="2400" b="1" dirty="0"/>
              <a:t>Text</a:t>
            </a:r>
            <a:r>
              <a:rPr lang="en-AU" sz="2400" dirty="0"/>
              <a:t>:</a:t>
            </a:r>
          </a:p>
          <a:p>
            <a:pPr marL="360363" indent="0">
              <a:buNone/>
            </a:pPr>
            <a:r>
              <a:rPr lang="en-AU" sz="2400" dirty="0">
                <a:solidFill>
                  <a:schemeClr val="accent3"/>
                </a:solidFill>
              </a:rPr>
              <a:t>As a result, </a:t>
            </a:r>
            <a:r>
              <a:rPr lang="en-AU" sz="2400" i="1" dirty="0">
                <a:solidFill>
                  <a:srgbClr val="8B3B25"/>
                </a:solidFill>
              </a:rPr>
              <a:t>The Bone Sparrow </a:t>
            </a:r>
            <a:r>
              <a:rPr lang="en-AU" sz="2400" i="1" dirty="0">
                <a:solidFill>
                  <a:srgbClr val="48691D"/>
                </a:solidFill>
              </a:rPr>
              <a:t>acts as </a:t>
            </a:r>
            <a:r>
              <a:rPr lang="en-AU" sz="2400" dirty="0">
                <a:solidFill>
                  <a:schemeClr val="tx1"/>
                </a:solidFill>
              </a:rPr>
              <a:t>a criticism of some of those working in Australia’s refugee detention system.</a:t>
            </a:r>
          </a:p>
          <a:p>
            <a:pPr marL="360363" indent="0">
              <a:buNone/>
            </a:pPr>
            <a:r>
              <a:rPr lang="en-AU" sz="2400" dirty="0">
                <a:solidFill>
                  <a:schemeClr val="accent3"/>
                </a:solidFill>
              </a:rPr>
              <a:t>In the end</a:t>
            </a:r>
            <a:r>
              <a:rPr lang="en-AU" sz="2400" dirty="0">
                <a:solidFill>
                  <a:schemeClr val="tx1"/>
                </a:solidFill>
              </a:rPr>
              <a:t>, </a:t>
            </a:r>
            <a:r>
              <a:rPr lang="en-AU" sz="2400" dirty="0">
                <a:solidFill>
                  <a:srgbClr val="8B3B25"/>
                </a:solidFill>
              </a:rPr>
              <a:t>Zana</a:t>
            </a:r>
            <a:r>
              <a:rPr lang="en-AU" sz="2400" dirty="0">
                <a:solidFill>
                  <a:schemeClr val="tx1"/>
                </a:solidFill>
              </a:rPr>
              <a:t> </a:t>
            </a:r>
            <a:r>
              <a:rPr lang="en-AU" sz="2400" dirty="0" err="1">
                <a:solidFill>
                  <a:srgbClr val="8B3B25"/>
                </a:solidFill>
              </a:rPr>
              <a:t>Fraillon</a:t>
            </a:r>
            <a:r>
              <a:rPr lang="en-AU" sz="2400" dirty="0">
                <a:solidFill>
                  <a:srgbClr val="8B3B25"/>
                </a:solidFill>
              </a:rPr>
              <a:t> </a:t>
            </a:r>
            <a:r>
              <a:rPr lang="en-AU" sz="2400" i="1" dirty="0">
                <a:solidFill>
                  <a:srgbClr val="48691D"/>
                </a:solidFill>
              </a:rPr>
              <a:t>highlights</a:t>
            </a:r>
            <a:r>
              <a:rPr lang="en-AU" sz="2400" dirty="0">
                <a:solidFill>
                  <a:schemeClr val="tx1"/>
                </a:solidFill>
              </a:rPr>
              <a:t> the difference between the way some Australians imagine those who seek asylum and the reality of their lives behind the fence.</a:t>
            </a:r>
          </a:p>
        </p:txBody>
      </p:sp>
      <p:pic>
        <p:nvPicPr>
          <p:cNvPr id="4" name="Picture 2" descr="Reading - Free people icons">
            <a:extLst>
              <a:ext uri="{FF2B5EF4-FFF2-40B4-BE49-F238E27FC236}">
                <a16:creationId xmlns:a16="http://schemas.microsoft.com/office/drawing/2014/main" id="{20FACFA6-C8A8-F0F6-5A2A-943B7B38A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89502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358E2-9BE0-6046-C875-96EA810EC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195FF-1C6D-014D-16D3-34D22A148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3200" dirty="0"/>
              <a:t>Complete the paragraph in your exercise book by writing your link sentence.</a:t>
            </a:r>
          </a:p>
        </p:txBody>
      </p:sp>
    </p:spTree>
    <p:extLst>
      <p:ext uri="{BB962C8B-B14F-4D97-AF65-F5344CB8AC3E}">
        <p14:creationId xmlns:p14="http://schemas.microsoft.com/office/powerpoint/2010/main" val="16362769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4E9F44E-02E7-4A97-B7DB-1DB0F1F4E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154F2546-BFC4-4B9A-B22A-40C22269F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4BB2355B-3CC7-4F78-AEE5-42361DBF4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031B8A19-2FD3-4302-91CF-C8B6F93B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73162A24-700C-424E-96EC-86CB156D05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1F0C1D92-E435-4491-B392-AB951E055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0212CAD4-9EC5-41A6-B23D-EBA052710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EFDEEEF-07D4-42EA-BAF2-B6FB6442D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2F4FA7A2-4814-4283-AED6-51BE57860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3A80AF23-BF8E-4209-B9DE-1D2A637B4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19128847-0CCA-451D-A00A-2855A4D6D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5007ABF4-C6D7-4D5A-B621-E22A6CDE2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C626D9E0-6E9C-49D1-9350-E85A88DD3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F22DE9C-F188-48E2-A82C-4434A8EEE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02013AA2-1F55-4C5D-AA37-2F66C2056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1FB61D00-6151-464C-A1C0-2F19F6413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A5ED6B64-D948-4BCE-9D88-5BB2FDD8F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F89D4BEB-9156-4620-A774-3B780CC75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B4A8D726-AC9C-413C-BA61-279C42A85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F17D811C-C413-4847-8A99-0C428A583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75BC74C6-A8D3-43B7-88D6-D36F1C038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57EEDAFB-AA1B-4B29-B0D8-E3F097A30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2037E8F3-503E-4F56-81D4-C0058A855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B3B14D57-F75A-402A-B35D-98E84AD68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4AFB6E2F-5AF1-4DB0-851C-8F7492A9E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6725B281-5E62-47B4-873A-9B1261423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6A10670B-6568-4038-91D8-392C78C0C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62163DB6-3EE7-474C-8726-1A05F7DE4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953252-5026-19F9-42C7-958B9C278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103" y="1318591"/>
            <a:ext cx="5800929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dirty="0">
                <a:solidFill>
                  <a:schemeClr val="tx2">
                    <a:lumMod val="75000"/>
                  </a:schemeClr>
                </a:solidFill>
              </a:rPr>
              <a:t>Putting it all together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BA426-78CC-3E61-E56F-621030394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55048" y="1871831"/>
            <a:ext cx="3084569" cy="319980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>
                    <a:lumMod val="75000"/>
                  </a:schemeClr>
                </a:solidFill>
              </a:rPr>
              <a:t>Look at these examples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317EBE3-FF86-4DA1-BC9A-331F7F214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4D43EC1-35FA-4FC3-8526-F655CEB09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7196" y="1871831"/>
            <a:ext cx="0" cy="320040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9431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3395FF-0E37-1778-40FC-9A9247FE5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E79A52B-5AEB-49B9-FF91-85541BD14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98916781-1F95-86AA-D967-F7EB4A982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9B71182C-9CC8-5023-4E6A-A305148732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FCCA328E-B7A8-79D1-5FD6-E5D3C540D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FA2C7DF4-E9D5-FF4B-459A-F6D651412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0DF7696A-ED1D-008F-DD7B-30FCB0489A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94E47CA8-D4EA-45C6-0715-DBE5D0BEF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8F0D8E6D-548F-1F3B-A265-A7FB986E5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48DADF10-EF7C-96EF-4244-F5DA6863DA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3D42EB9D-0FEE-0A06-BAA3-38063DB88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6D174CFD-DD98-AC23-372B-47732046E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EC0D36B1-E46B-D61F-797C-9BB7DD447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E86CA26B-C75A-CAF5-F02B-DEB77AD010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0793D8-AC5B-85ED-46EB-63EE6E347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5AA65DA5-7897-1DAC-4B62-CD6DDBFFFD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57011C99-4FD4-B14F-9217-55B8990BD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53ED6719-6119-5B62-5621-86FEE6EB84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4F8F232F-EB33-1F29-499B-460A9B067E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1EF0A270-240D-3055-7A5C-B3BA06ED0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576D8D10-78E8-3598-744B-10EF05911B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D7E62265-7E0F-0434-44D4-43AB338B99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754B6523-D9B3-1068-0E13-1478639BA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1FADBBC4-A492-695D-9060-9DBBF22D3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E3A36DB7-0D11-DA1B-7216-01886FE43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993449E2-056D-1100-B274-7D639B60E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320B7B40-F9D6-3BB8-BE8C-309A2B53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F587FBDE-1BF1-DD44-51DE-DDEA3ACD4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A065FE27-75F4-3B70-DA64-DEA0CE1E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67747C80-4EE7-35F7-C52F-B587F45BD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220A2-569F-1289-DF5E-2D8DC7730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11091" y="1093849"/>
            <a:ext cx="2977145" cy="51508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rgbClr val="8B3B25"/>
                </a:solidFill>
              </a:rPr>
              <a:t>Topic sentence</a:t>
            </a:r>
          </a:p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Explanation 1</a:t>
            </a:r>
          </a:p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chemeClr val="accent6"/>
                </a:solidFill>
              </a:rPr>
              <a:t>Evidence 1</a:t>
            </a:r>
          </a:p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Explanation 1</a:t>
            </a:r>
          </a:p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chemeClr val="accent6"/>
                </a:solidFill>
              </a:rPr>
              <a:t>Evidence 2</a:t>
            </a:r>
          </a:p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Explanation 2</a:t>
            </a:r>
          </a:p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rgbClr val="00B050"/>
                </a:solidFill>
              </a:rPr>
              <a:t>Linking sentence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E733E43-99AF-54C8-1938-B876237C4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3582328-016D-844F-F49D-EB0EC220B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7196" y="1871831"/>
            <a:ext cx="0" cy="320040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63F00D1-AE0D-16B7-DBBC-647C16FD60E8}"/>
              </a:ext>
            </a:extLst>
          </p:cNvPr>
          <p:cNvSpPr txBox="1"/>
          <p:nvPr/>
        </p:nvSpPr>
        <p:spPr>
          <a:xfrm>
            <a:off x="1071829" y="1535753"/>
            <a:ext cx="6317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AU" sz="2000" dirty="0">
                <a:solidFill>
                  <a:srgbClr val="8B3B25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Stories and imagination stop people from thinking they have nothing to live for. </a:t>
            </a:r>
            <a:r>
              <a:rPr lang="en-AU" sz="2000" dirty="0">
                <a:solidFill>
                  <a:schemeClr val="accent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 chapter 13, Nasir’s pebbles </a:t>
            </a:r>
            <a:r>
              <a:rPr lang="en-AU" sz="2000" dirty="0">
                <a:solidFill>
                  <a:schemeClr val="accent3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act as a symbol for </a:t>
            </a:r>
            <a:r>
              <a:rPr lang="en-AU" sz="2000" dirty="0">
                <a:solidFill>
                  <a:schemeClr val="accent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memories that remind people of happier times. </a:t>
            </a:r>
            <a:r>
              <a:rPr lang="en-AU" sz="2000" dirty="0">
                <a:solidFill>
                  <a:schemeClr val="accent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Nasir teaches Subhi how to use the pebbles, explaining that “Each pebble can only hold one thought” (pg. 89). </a:t>
            </a:r>
            <a:r>
              <a:rPr lang="en-AU" sz="2000" dirty="0">
                <a:solidFill>
                  <a:schemeClr val="accent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Subhi uses the pebbles to bring back joyful memories of his Ba who is still imprisoned in Myanmar</a:t>
            </a:r>
            <a:r>
              <a:rPr lang="en-AU" sz="2000" dirty="0">
                <a:solidFill>
                  <a:schemeClr val="accent5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AU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br>
              <a:rPr lang="en-AU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AU" sz="2000" dirty="0">
                <a:solidFill>
                  <a:schemeClr val="accent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Bone Sparrow, descriptions of characters’ memories highlight a feeling of depression, where instead of happy thoughts all they can remember are gunshots and “bombs that kept falling from the sky” (pg. 135). </a:t>
            </a:r>
            <a:r>
              <a:rPr lang="en-AU" sz="2000" dirty="0">
                <a:solidFill>
                  <a:schemeClr val="accent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is one of the reasons Nasir’s pebbles are so effective</a:t>
            </a:r>
            <a:r>
              <a:rPr lang="en-AU" sz="2000" dirty="0">
                <a:solidFill>
                  <a:schemeClr val="accent3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to</a:t>
            </a:r>
            <a:r>
              <a:rPr lang="en-AU" sz="2000" dirty="0">
                <a:solidFill>
                  <a:schemeClr val="accent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remind people that they have a future</a:t>
            </a:r>
            <a:r>
              <a:rPr lang="en-AU" sz="2000" dirty="0">
                <a:solidFill>
                  <a:schemeClr val="accent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AU" sz="2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Essentially, Imagination can calm people down and create meaning to people lives which helps them cope in severe times.</a:t>
            </a:r>
            <a:endParaRPr lang="en-AU" sz="2000" dirty="0">
              <a:solidFill>
                <a:srgbClr val="00B050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8134B31-7C3C-8E87-5BA6-AE4D1878C219}"/>
              </a:ext>
            </a:extLst>
          </p:cNvPr>
          <p:cNvCxnSpPr>
            <a:cxnSpLocks/>
          </p:cNvCxnSpPr>
          <p:nvPr/>
        </p:nvCxnSpPr>
        <p:spPr>
          <a:xfrm flipV="1">
            <a:off x="6942579" y="1642849"/>
            <a:ext cx="1068511" cy="116786"/>
          </a:xfrm>
          <a:prstGeom prst="line">
            <a:avLst/>
          </a:prstGeom>
          <a:ln w="19050">
            <a:solidFill>
              <a:srgbClr val="8B3B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D233FA8-8C04-D732-BE6F-25FF14E25CFD}"/>
              </a:ext>
            </a:extLst>
          </p:cNvPr>
          <p:cNvCxnSpPr>
            <a:cxnSpLocks/>
          </p:cNvCxnSpPr>
          <p:nvPr/>
        </p:nvCxnSpPr>
        <p:spPr>
          <a:xfrm>
            <a:off x="7168609" y="2229274"/>
            <a:ext cx="842481" cy="11532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FA8CF9A-15E6-5467-24BC-83DB25E0ED3F}"/>
              </a:ext>
            </a:extLst>
          </p:cNvPr>
          <p:cNvCxnSpPr>
            <a:cxnSpLocks/>
          </p:cNvCxnSpPr>
          <p:nvPr/>
        </p:nvCxnSpPr>
        <p:spPr>
          <a:xfrm>
            <a:off x="7178883" y="2897294"/>
            <a:ext cx="811658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3E2E2FE-06C9-67DE-C7D2-F31A824A6563}"/>
              </a:ext>
            </a:extLst>
          </p:cNvPr>
          <p:cNvCxnSpPr>
            <a:cxnSpLocks/>
          </p:cNvCxnSpPr>
          <p:nvPr/>
        </p:nvCxnSpPr>
        <p:spPr>
          <a:xfrm>
            <a:off x="7076356" y="3495180"/>
            <a:ext cx="821932" cy="179905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285A3B9-D0E3-62A2-81C5-DC6E894EDC60}"/>
              </a:ext>
            </a:extLst>
          </p:cNvPr>
          <p:cNvCxnSpPr>
            <a:cxnSpLocks/>
          </p:cNvCxnSpPr>
          <p:nvPr/>
        </p:nvCxnSpPr>
        <p:spPr>
          <a:xfrm>
            <a:off x="7178883" y="4202022"/>
            <a:ext cx="821932" cy="179905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3791B12-37A1-E710-2490-69CF1DC35894}"/>
              </a:ext>
            </a:extLst>
          </p:cNvPr>
          <p:cNvCxnSpPr>
            <a:cxnSpLocks/>
          </p:cNvCxnSpPr>
          <p:nvPr/>
        </p:nvCxnSpPr>
        <p:spPr>
          <a:xfrm>
            <a:off x="7312448" y="4979812"/>
            <a:ext cx="678093" cy="93901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0336622-A689-8B82-F725-C5127ED5A85E}"/>
              </a:ext>
            </a:extLst>
          </p:cNvPr>
          <p:cNvCxnSpPr>
            <a:cxnSpLocks/>
          </p:cNvCxnSpPr>
          <p:nvPr/>
        </p:nvCxnSpPr>
        <p:spPr>
          <a:xfrm>
            <a:off x="7388829" y="5708513"/>
            <a:ext cx="602088" cy="166777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2D852FEA-87FE-8910-1CF4-D86FCF96D064}"/>
              </a:ext>
            </a:extLst>
          </p:cNvPr>
          <p:cNvSpPr txBox="1"/>
          <p:nvPr/>
        </p:nvSpPr>
        <p:spPr>
          <a:xfrm>
            <a:off x="1111678" y="510011"/>
            <a:ext cx="583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Example 1 </a:t>
            </a:r>
            <a:r>
              <a:rPr lang="en-AU" sz="2400" dirty="0"/>
              <a:t>– simple sentences</a:t>
            </a:r>
          </a:p>
        </p:txBody>
      </p:sp>
      <p:pic>
        <p:nvPicPr>
          <p:cNvPr id="2" name="Picture 2" descr="Reading - Free people icons">
            <a:extLst>
              <a:ext uri="{FF2B5EF4-FFF2-40B4-BE49-F238E27FC236}">
                <a16:creationId xmlns:a16="http://schemas.microsoft.com/office/drawing/2014/main" id="{14F79B7E-A019-7DD2-F772-058AF9480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26310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E2CFF2-C9F1-0D3C-AD45-DEB55E9DD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0A8DCF9-EC6D-4244-5AB3-02FC6586B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96F361D3-FB54-232E-C245-1ED72257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BD94FC51-7E3B-74BD-7A75-A3DB75A239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A5E98F85-C34A-926C-93C4-EAF74F13A5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590D6189-C491-7642-0E12-8D4810A2A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338A499B-AB05-3660-FFBA-40FED227F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D0C9E9FC-75BA-9E75-E11D-F933CE7C57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104C2B0F-4B71-A585-DF6B-3E2F5D670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AB24C467-CF39-CAD2-2F81-07493E8552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0FF0346B-8D35-9B59-4F9F-586FC41CB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2183D8B5-AA37-D7E0-89E6-1C6FDAF22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078E5D2D-8E51-80A4-3D96-C120BE5DBC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381DFF9B-A3E7-546C-A65B-D1C2C9AA52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53A9920-F8A1-FB2B-4F41-6567D2AC4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B634D447-1F92-3582-0627-27C7E6CEA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9BA4AB2C-4205-E4EB-5A83-214B5B78A3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1D465F4E-7D5A-9BEC-7061-7B349F6F6F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271E6223-6161-BB6B-7383-07FE3D68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E2F0442B-6CF9-3B5F-28B7-0BC9752FB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D495805A-186E-4ED2-6C97-4B3CBEE8B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B89920C9-1FF0-87ED-B406-54AB699F8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0AAE609D-387A-F3F8-7DC5-869F7F25B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4D5F324C-AF58-AFD1-9F5F-D14A0C889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C98DD096-5D63-F3EF-FED3-F0A9C3153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20E172F1-EBC4-725A-B62B-B211BF820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4E5C90C3-0B40-1D52-B2AD-2BF406753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DBF38B47-B07A-35C9-D2B2-C970B1FD2C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EC6CBCAF-C9FA-808B-37CD-CAE1891F0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A5A08C5F-8812-BABA-94C3-7C1753D3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73B2F-B092-03BA-D2B9-B2CDAD9E8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12620" y="1056173"/>
            <a:ext cx="3544584" cy="51508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chemeClr val="tx1"/>
                </a:solidFill>
              </a:rPr>
              <a:t>Topic sentence - </a:t>
            </a:r>
            <a:r>
              <a:rPr lang="en-US" sz="1800" dirty="0">
                <a:solidFill>
                  <a:srgbClr val="C00000"/>
                </a:solidFill>
              </a:rPr>
              <a:t>idea</a:t>
            </a:r>
          </a:p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chemeClr val="tx1"/>
                </a:solidFill>
              </a:rPr>
              <a:t>Explanation 1 - </a:t>
            </a:r>
            <a:r>
              <a:rPr lang="en-US" sz="1800" dirty="0">
                <a:solidFill>
                  <a:srgbClr val="C00000"/>
                </a:solidFill>
              </a:rPr>
              <a:t>language</a:t>
            </a:r>
          </a:p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chemeClr val="tx1"/>
                </a:solidFill>
              </a:rPr>
              <a:t>Evidence 1 - </a:t>
            </a:r>
            <a:r>
              <a:rPr lang="en-US" sz="1800" dirty="0">
                <a:solidFill>
                  <a:srgbClr val="C00000"/>
                </a:solidFill>
              </a:rPr>
              <a:t>character</a:t>
            </a:r>
          </a:p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chemeClr val="tx1"/>
                </a:solidFill>
              </a:rPr>
              <a:t>Explanation 1 - </a:t>
            </a:r>
            <a:r>
              <a:rPr lang="en-US" sz="1800" dirty="0">
                <a:solidFill>
                  <a:srgbClr val="C00000"/>
                </a:solidFill>
              </a:rPr>
              <a:t>character</a:t>
            </a:r>
          </a:p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chemeClr val="tx1"/>
                </a:solidFill>
              </a:rPr>
              <a:t>Evidence 2 - </a:t>
            </a:r>
            <a:r>
              <a:rPr lang="en-US" sz="1800" dirty="0">
                <a:solidFill>
                  <a:srgbClr val="C00000"/>
                </a:solidFill>
              </a:rPr>
              <a:t>language</a:t>
            </a:r>
          </a:p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chemeClr val="tx1"/>
                </a:solidFill>
              </a:rPr>
              <a:t>Explanation 2 - </a:t>
            </a:r>
            <a:r>
              <a:rPr lang="en-US" sz="1800" dirty="0">
                <a:solidFill>
                  <a:srgbClr val="C00000"/>
                </a:solidFill>
              </a:rPr>
              <a:t>idea</a:t>
            </a:r>
          </a:p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chemeClr val="tx1"/>
                </a:solidFill>
              </a:rPr>
              <a:t>Linking sentence - </a:t>
            </a:r>
            <a:r>
              <a:rPr lang="en-US" sz="1800" dirty="0">
                <a:solidFill>
                  <a:srgbClr val="C00000"/>
                </a:solidFill>
              </a:rPr>
              <a:t>idea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8A7AA6-F49C-ADDC-39B0-6A583588C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E339434-2931-D6A6-73EF-86294C698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7196" y="1871831"/>
            <a:ext cx="0" cy="320040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65958E6-B2EB-2AFC-6134-683C344938D8}"/>
              </a:ext>
            </a:extLst>
          </p:cNvPr>
          <p:cNvSpPr txBox="1"/>
          <p:nvPr/>
        </p:nvSpPr>
        <p:spPr>
          <a:xfrm>
            <a:off x="1073358" y="1498077"/>
            <a:ext cx="6317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AU" sz="20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Stories and imagination </a:t>
            </a:r>
            <a:r>
              <a:rPr lang="en-AU" sz="2000" i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stop</a:t>
            </a:r>
            <a:r>
              <a:rPr lang="en-AU" sz="2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people from thinking they have nothing to live for. </a:t>
            </a:r>
            <a:r>
              <a:rPr lang="en-AU" sz="2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 chapter 13,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AU" sz="20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Nasir’s pebbles </a:t>
            </a:r>
            <a:r>
              <a:rPr lang="en-AU" sz="2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act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as a symbol for the memories that remind people of happier times. </a:t>
            </a:r>
            <a:r>
              <a:rPr lang="en-AU" sz="20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Nasir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AU" sz="2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teaches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Subhi how to use the pebbles, explaining that “Each pebble can only hold one thought” (pg. 89). </a:t>
            </a:r>
            <a:r>
              <a:rPr lang="en-AU" sz="20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Subhi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AU" sz="2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uses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the pebbles to bring back joyful memories of his Ba who is still imprisoned in Myanmar. </a:t>
            </a:r>
            <a:b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AU" sz="2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Bone Sparrow, </a:t>
            </a:r>
            <a:r>
              <a:rPr lang="en-AU" sz="2000" dirty="0">
                <a:solidFill>
                  <a:srgbClr val="C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descriptions of </a:t>
            </a:r>
            <a:r>
              <a:rPr lang="en-AU" sz="20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characters’ memories</a:t>
            </a:r>
            <a:r>
              <a:rPr lang="en-AU" sz="2000" dirty="0">
                <a:solidFill>
                  <a:srgbClr val="8B3B25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feeling of depression, where instead of happy thoughts </a:t>
            </a:r>
            <a:r>
              <a:rPr lang="en-AU" sz="20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they can remember </a:t>
            </a:r>
            <a:r>
              <a:rPr lang="en-AU" sz="2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gunshots and “bombs that kept falling from the sky” (pg. 135). </a:t>
            </a:r>
            <a:r>
              <a:rPr lang="en-AU" sz="20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one of the reasons Nasir’s pebbles are so effective</a:t>
            </a:r>
            <a:r>
              <a:rPr lang="en-AU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to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remind people that they have a future. </a:t>
            </a:r>
            <a:r>
              <a:rPr lang="en-AU" sz="2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Essentially,</a:t>
            </a:r>
            <a:r>
              <a:rPr lang="en-AU" sz="2000" dirty="0">
                <a:solidFill>
                  <a:srgbClr val="8B3B25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0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imagination</a:t>
            </a:r>
            <a:r>
              <a:rPr lang="en-AU" sz="2000" dirty="0">
                <a:solidFill>
                  <a:srgbClr val="8B3B25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calm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people down and create meaning to people lives which helps them cope in severe times.</a:t>
            </a:r>
            <a:endParaRPr lang="en-AU" sz="2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8707ADF-CAA2-A753-A8C7-53EC694EC193}"/>
              </a:ext>
            </a:extLst>
          </p:cNvPr>
          <p:cNvCxnSpPr>
            <a:cxnSpLocks/>
          </p:cNvCxnSpPr>
          <p:nvPr/>
        </p:nvCxnSpPr>
        <p:spPr>
          <a:xfrm flipV="1">
            <a:off x="6944108" y="1605173"/>
            <a:ext cx="1068511" cy="11678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5DD1DB-3865-E90A-83A2-1BED79BED17C}"/>
              </a:ext>
            </a:extLst>
          </p:cNvPr>
          <p:cNvCxnSpPr>
            <a:cxnSpLocks/>
          </p:cNvCxnSpPr>
          <p:nvPr/>
        </p:nvCxnSpPr>
        <p:spPr>
          <a:xfrm>
            <a:off x="7170138" y="2191598"/>
            <a:ext cx="842481" cy="115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9D0C77-2DBA-BFFB-3A36-A5D2856D8436}"/>
              </a:ext>
            </a:extLst>
          </p:cNvPr>
          <p:cNvCxnSpPr>
            <a:cxnSpLocks/>
          </p:cNvCxnSpPr>
          <p:nvPr/>
        </p:nvCxnSpPr>
        <p:spPr>
          <a:xfrm>
            <a:off x="7180412" y="2859618"/>
            <a:ext cx="811658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2C37107-D4FB-7347-B946-FC834BD832AD}"/>
              </a:ext>
            </a:extLst>
          </p:cNvPr>
          <p:cNvCxnSpPr>
            <a:cxnSpLocks/>
          </p:cNvCxnSpPr>
          <p:nvPr/>
        </p:nvCxnSpPr>
        <p:spPr>
          <a:xfrm>
            <a:off x="7077885" y="3457504"/>
            <a:ext cx="821932" cy="17990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29279A-3DD4-3151-878A-E9D15736D005}"/>
              </a:ext>
            </a:extLst>
          </p:cNvPr>
          <p:cNvCxnSpPr>
            <a:cxnSpLocks/>
          </p:cNvCxnSpPr>
          <p:nvPr/>
        </p:nvCxnSpPr>
        <p:spPr>
          <a:xfrm>
            <a:off x="7180412" y="4164346"/>
            <a:ext cx="821932" cy="17990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BCB9E81-663D-9FC4-73E6-ACA4D9901348}"/>
              </a:ext>
            </a:extLst>
          </p:cNvPr>
          <p:cNvCxnSpPr>
            <a:cxnSpLocks/>
          </p:cNvCxnSpPr>
          <p:nvPr/>
        </p:nvCxnSpPr>
        <p:spPr>
          <a:xfrm>
            <a:off x="7283155" y="4864111"/>
            <a:ext cx="708915" cy="17192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8A723E3-B49D-AAD3-0367-CF6ADA155A0C}"/>
              </a:ext>
            </a:extLst>
          </p:cNvPr>
          <p:cNvCxnSpPr>
            <a:cxnSpLocks/>
          </p:cNvCxnSpPr>
          <p:nvPr/>
        </p:nvCxnSpPr>
        <p:spPr>
          <a:xfrm>
            <a:off x="7390358" y="5670837"/>
            <a:ext cx="602088" cy="16677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76703B5-165E-1EE6-82C4-4AA5EAFC8FA6}"/>
              </a:ext>
            </a:extLst>
          </p:cNvPr>
          <p:cNvSpPr txBox="1"/>
          <p:nvPr/>
        </p:nvSpPr>
        <p:spPr>
          <a:xfrm>
            <a:off x="1111678" y="510011"/>
            <a:ext cx="583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Example 1 </a:t>
            </a:r>
            <a:r>
              <a:rPr lang="en-AU" sz="2400" dirty="0"/>
              <a:t>– simple sentences</a:t>
            </a:r>
          </a:p>
        </p:txBody>
      </p:sp>
      <p:pic>
        <p:nvPicPr>
          <p:cNvPr id="35" name="Picture 2" descr="Reading - Free people icons">
            <a:extLst>
              <a:ext uri="{FF2B5EF4-FFF2-40B4-BE49-F238E27FC236}">
                <a16:creationId xmlns:a16="http://schemas.microsoft.com/office/drawing/2014/main" id="{6D9C94E7-6BA7-1B71-68E7-DE996E704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0403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C30B26-6F10-EDFD-EDE3-570456FDF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2450C9C-A1A0-690C-DBE6-B9F80292B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AB7ECDA5-AF74-7244-1119-9EA0F066C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34A27FAD-4B81-B05E-A500-9DDD313F8B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8859D67C-6DD2-30AE-33E2-BDBA96FDE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C8BD4A06-993B-ED68-4FBF-5C28352FB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247CE6A5-615D-FEEC-E047-B6530541C9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80EC4A4F-36A5-A1DE-64BD-A5E6BACBA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3B263FB1-1CE4-9AE2-B72E-3C42590AAA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02427D29-167B-F849-3FEF-7E6C9B087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7EFF1A7E-FDF7-FDC1-E42F-F4462E220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A1BE3F03-7C9A-57A7-BEAD-B9591DF46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8905EA8D-207F-4EE2-01DE-5D1A964E2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14C8CADA-0F1D-07A5-415A-FAFC6E90C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D346A7D-8604-3798-B479-E8C3608AF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DAD74AB5-60EF-1E5B-8415-D54F279E4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B2DF896F-4BFB-B651-1F46-229020E23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443B83F6-52E2-7F8C-5EE2-55C624A31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991CF221-1E2D-1E79-6AD2-AB18536BBF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7F7291BD-15CB-4E83-108A-708B93C6E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885B60CD-4AE1-7037-33E4-F5EFD6E98F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DC830927-8E13-E5BF-2776-A67972200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794402A5-D6FF-1026-0D8E-D9FD488A8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DFE0669F-729C-F6DA-7B05-51D4E5CFC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61F6AA13-3461-8A73-3F01-C6A6D0DA5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8F51451A-7EA9-FC04-71EC-014048A0B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875E636A-C393-89C9-C12F-8D84E28EB8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348A603C-AE96-837E-E8CA-89826D380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460E674B-FCA9-168C-68C5-A59799616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E5735B5-162B-F868-C2D5-803576625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D8AC4-D103-CF92-6670-B2329B528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2421" y="1154738"/>
            <a:ext cx="2977145" cy="51508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rgbClr val="8B3B25"/>
                </a:solidFill>
              </a:rPr>
              <a:t>Topic sentence</a:t>
            </a:r>
          </a:p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Explanation with evidence</a:t>
            </a:r>
          </a:p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chemeClr val="accent6"/>
                </a:solidFill>
              </a:rPr>
              <a:t>Explanation with evidence</a:t>
            </a:r>
          </a:p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rgbClr val="00B0F0"/>
                </a:solidFill>
              </a:rPr>
              <a:t>Explanation with evidence</a:t>
            </a:r>
          </a:p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rgbClr val="00B050"/>
                </a:solidFill>
              </a:rPr>
              <a:t>Linking sentence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BCE6072-9EAB-6D8B-F64B-22D899375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1B96D6-0819-EB0E-9D35-CDF5DC22B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7196" y="1871831"/>
            <a:ext cx="0" cy="320040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94BE4F9-3B73-3797-0EF9-62C5CF5690A2}"/>
              </a:ext>
            </a:extLst>
          </p:cNvPr>
          <p:cNvSpPr txBox="1"/>
          <p:nvPr/>
        </p:nvSpPr>
        <p:spPr>
          <a:xfrm>
            <a:off x="1063159" y="1596642"/>
            <a:ext cx="6317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AU" sz="2000" dirty="0">
                <a:solidFill>
                  <a:srgbClr val="8B3B25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quality of life inside the detention centre is limited by a lack of resources and luxuries for the characters. </a:t>
            </a:r>
            <a:r>
              <a:rPr lang="en-AU" sz="2000" dirty="0">
                <a:solidFill>
                  <a:schemeClr val="accent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Water is in limited supply in the centre, and those living inside only get “half scoops” of food since there have been “food shortages … for days” (p 4).</a:t>
            </a:r>
            <a:r>
              <a:rPr lang="en-AU" sz="2000" dirty="0">
                <a:solidFill>
                  <a:srgbClr val="8B3B25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AU" sz="2000" dirty="0">
                <a:solidFill>
                  <a:schemeClr val="accent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Zana </a:t>
            </a:r>
            <a:r>
              <a:rPr lang="en-AU" sz="2000" dirty="0" err="1">
                <a:solidFill>
                  <a:schemeClr val="accent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Fraillon</a:t>
            </a:r>
            <a:r>
              <a:rPr lang="en-AU" sz="2000" dirty="0">
                <a:solidFill>
                  <a:schemeClr val="accent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describes the living conditions using vivid emotive language to highlight the “flies and worms” in the “brown” and mushy” food that makes their stomachs “churn”. </a:t>
            </a:r>
            <a:r>
              <a:rPr lang="en-AU" sz="200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Similarly, even though there are “900 refugees living in the centre, there are only “fourteen pairs of real shoes in [the] whole entire camp,” but Subhi gets a new pair from Eli for helping him with the deliveries to replace his “too-small thongs” (p 24). </a:t>
            </a:r>
            <a:r>
              <a:rPr lang="en-AU" sz="2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Therefore, the novel illustrates how qualities of life inside the detention centre are poor and the camp has limited resources.</a:t>
            </a:r>
            <a:r>
              <a:rPr lang="en-AU" sz="2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AU" sz="2000" dirty="0">
              <a:solidFill>
                <a:srgbClr val="00B050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548E024-E3BB-712E-B76C-0D19875663C2}"/>
              </a:ext>
            </a:extLst>
          </p:cNvPr>
          <p:cNvCxnSpPr>
            <a:cxnSpLocks/>
          </p:cNvCxnSpPr>
          <p:nvPr/>
        </p:nvCxnSpPr>
        <p:spPr>
          <a:xfrm>
            <a:off x="7380159" y="1851766"/>
            <a:ext cx="622261" cy="31262"/>
          </a:xfrm>
          <a:prstGeom prst="line">
            <a:avLst/>
          </a:prstGeom>
          <a:ln w="19050">
            <a:solidFill>
              <a:srgbClr val="8B3B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C286E30-F3AA-C6D7-F016-E4FC03B7BFAA}"/>
              </a:ext>
            </a:extLst>
          </p:cNvPr>
          <p:cNvCxnSpPr>
            <a:cxnSpLocks/>
          </p:cNvCxnSpPr>
          <p:nvPr/>
        </p:nvCxnSpPr>
        <p:spPr>
          <a:xfrm>
            <a:off x="7170213" y="2301695"/>
            <a:ext cx="719405" cy="32048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FDBFAEE-1330-3CE6-FE44-073B60A93E53}"/>
              </a:ext>
            </a:extLst>
          </p:cNvPr>
          <p:cNvCxnSpPr>
            <a:cxnSpLocks/>
          </p:cNvCxnSpPr>
          <p:nvPr/>
        </p:nvCxnSpPr>
        <p:spPr>
          <a:xfrm>
            <a:off x="7270237" y="3365560"/>
            <a:ext cx="619381" cy="209875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7194DC7-B7E2-49FC-F30C-E3A483D48294}"/>
              </a:ext>
            </a:extLst>
          </p:cNvPr>
          <p:cNvCxnSpPr>
            <a:cxnSpLocks/>
          </p:cNvCxnSpPr>
          <p:nvPr/>
        </p:nvCxnSpPr>
        <p:spPr>
          <a:xfrm>
            <a:off x="7170213" y="4262911"/>
            <a:ext cx="821932" cy="179905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FEB62C5-1D07-891B-B339-D893789EE02E}"/>
              </a:ext>
            </a:extLst>
          </p:cNvPr>
          <p:cNvCxnSpPr>
            <a:cxnSpLocks/>
          </p:cNvCxnSpPr>
          <p:nvPr/>
        </p:nvCxnSpPr>
        <p:spPr>
          <a:xfrm>
            <a:off x="7203346" y="5605344"/>
            <a:ext cx="686272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718E335-B2D0-6309-404C-A2F1C598E86A}"/>
              </a:ext>
            </a:extLst>
          </p:cNvPr>
          <p:cNvSpPr txBox="1"/>
          <p:nvPr/>
        </p:nvSpPr>
        <p:spPr>
          <a:xfrm>
            <a:off x="1111678" y="510011"/>
            <a:ext cx="583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Example 2 </a:t>
            </a:r>
            <a:r>
              <a:rPr lang="en-AU" sz="2400" dirty="0"/>
              <a:t>– compound sentences</a:t>
            </a:r>
          </a:p>
        </p:txBody>
      </p:sp>
      <p:pic>
        <p:nvPicPr>
          <p:cNvPr id="2" name="Picture 2" descr="Reading - Free people icons">
            <a:extLst>
              <a:ext uri="{FF2B5EF4-FFF2-40B4-BE49-F238E27FC236}">
                <a16:creationId xmlns:a16="http://schemas.microsoft.com/office/drawing/2014/main" id="{D82C8967-5954-B8D2-02EB-36D7EBBA0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6523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9C75AD-7F2E-D78C-991A-8FA3737D2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8C2CBCF-331B-1BE1-49D0-49998A0AB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8C1B0145-B66B-0D20-0C45-C894B8C63B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4CA48373-F51D-87F5-C677-A3C84D7DD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B23AF199-4236-77CB-C74B-878F29EA14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6DF4ABE1-8562-37CD-6D23-C1600CF220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8DBB48C5-8AE7-21C6-A189-EED2D2E45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82CFE64A-63B7-2850-29A6-4A63EF355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C3F2BF14-63B9-8CA6-6C66-47998215E8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CD7B4A1E-5C5A-14B4-0B19-2BE8CCF7C5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2A7447D8-FE44-32E9-EF9A-A02FB91BE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6D83EA0D-C280-F3DF-F0CD-DD3A01BCE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B6EB1C21-389C-EC33-9CEC-56D5656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C037E85D-20EE-FB7A-F834-6E14E7543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7AFC05-A1E9-418B-2C33-F0FD4247F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1C1A0DDF-9B4D-533B-7454-07464CE564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B598D50E-7751-EA22-F188-233FBE796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2167DB2C-BD70-6534-486E-06607937F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F4F978D2-FBE9-ACAD-4A2E-8EE04D8BE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05AB96DF-0903-3707-7F12-5CDF84420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A257E65C-4943-E87A-5E8A-522CEF211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E574BB38-2A6A-A242-0B8B-A827C7FD7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2DA1A00D-BDE2-DF6E-D22F-DF1DC59D7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85B79727-94D1-DA53-29B3-EE97511F79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1BE34A22-01EC-649D-6B50-3825E072A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837E1612-DBB3-EAAD-0984-EAF28BB4AB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53703925-27BC-D22E-C14D-5B5FE37BA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AFDCAA06-9148-CF9B-4F43-9024326B9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AB70B0A1-D7B0-31BE-5C5D-6B6C190C6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69CD1583-686F-AD60-89AE-095443931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649FD-7095-484B-B0E9-69B7520BC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94889" y="1153834"/>
            <a:ext cx="2977145" cy="51508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chemeClr val="tx1"/>
                </a:solidFill>
              </a:rPr>
              <a:t>Topic sentence - </a:t>
            </a:r>
            <a:r>
              <a:rPr lang="en-US" sz="1800" dirty="0">
                <a:solidFill>
                  <a:srgbClr val="C00000"/>
                </a:solidFill>
              </a:rPr>
              <a:t>idea</a:t>
            </a:r>
          </a:p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chemeClr val="tx1"/>
                </a:solidFill>
              </a:rPr>
              <a:t>Explanations with evidence – </a:t>
            </a:r>
            <a:r>
              <a:rPr lang="en-US" sz="1800" dirty="0">
                <a:solidFill>
                  <a:srgbClr val="C00000"/>
                </a:solidFill>
              </a:rPr>
              <a:t>idea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dirty="0">
                <a:solidFill>
                  <a:srgbClr val="C00000"/>
                </a:solidFill>
              </a:rPr>
              <a:t>character </a:t>
            </a:r>
            <a:r>
              <a:rPr lang="en-US" sz="1800" dirty="0">
                <a:solidFill>
                  <a:schemeClr val="tx1"/>
                </a:solidFill>
              </a:rPr>
              <a:t>and</a:t>
            </a:r>
            <a:r>
              <a:rPr lang="en-US" sz="1800" dirty="0">
                <a:solidFill>
                  <a:srgbClr val="C00000"/>
                </a:solidFill>
              </a:rPr>
              <a:t> idea</a:t>
            </a:r>
          </a:p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chemeClr val="tx1"/>
                </a:solidFill>
              </a:rPr>
              <a:t>Explanations with evidence - </a:t>
            </a:r>
            <a:r>
              <a:rPr lang="en-US" sz="1800" dirty="0">
                <a:solidFill>
                  <a:srgbClr val="C00000"/>
                </a:solidFill>
              </a:rPr>
              <a:t>author</a:t>
            </a:r>
          </a:p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chemeClr val="tx1"/>
                </a:solidFill>
              </a:rPr>
              <a:t>Explanation with evidence – </a:t>
            </a:r>
            <a:r>
              <a:rPr lang="en-US" sz="1800" dirty="0">
                <a:solidFill>
                  <a:srgbClr val="C00000"/>
                </a:solidFill>
              </a:rPr>
              <a:t>idea, character</a:t>
            </a:r>
          </a:p>
          <a:p>
            <a:pPr>
              <a:spcBef>
                <a:spcPts val="1200"/>
              </a:spcBef>
              <a:spcAft>
                <a:spcPts val="2400"/>
              </a:spcAft>
            </a:pPr>
            <a:r>
              <a:rPr lang="en-US" sz="1800" dirty="0">
                <a:solidFill>
                  <a:schemeClr val="tx1"/>
                </a:solidFill>
              </a:rPr>
              <a:t>Linking sentence – </a:t>
            </a:r>
            <a:r>
              <a:rPr lang="en-US" sz="1800" dirty="0">
                <a:solidFill>
                  <a:srgbClr val="C00000"/>
                </a:solidFill>
              </a:rPr>
              <a:t>text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3585DF5-A29B-BE0D-2909-9CB239EA0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E06E934-F388-F701-DDF4-D85B0CDCF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7196" y="1871831"/>
            <a:ext cx="0" cy="320040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892E020-7BB8-3668-380F-CCFBBB4DCD98}"/>
              </a:ext>
            </a:extLst>
          </p:cNvPr>
          <p:cNvSpPr txBox="1"/>
          <p:nvPr/>
        </p:nvSpPr>
        <p:spPr>
          <a:xfrm>
            <a:off x="1055627" y="1595738"/>
            <a:ext cx="6317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AU" sz="20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quality of life inside the detention centre </a:t>
            </a:r>
            <a:r>
              <a:rPr lang="en-AU" sz="2000" i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is limited by 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 lack of resources and luxuries for the characters. </a:t>
            </a:r>
            <a:r>
              <a:rPr lang="en-AU" sz="20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Water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AU" sz="2000" i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is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in limited supply in the centre, </a:t>
            </a:r>
            <a:r>
              <a:rPr lang="en-AU" sz="2000" u="sng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and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AU" sz="20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those living inside </a:t>
            </a:r>
            <a:r>
              <a:rPr lang="en-AU" sz="2000" i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only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AU" sz="2000" i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get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“half scoops” of food </a:t>
            </a:r>
            <a:r>
              <a:rPr lang="en-AU" sz="2000" u="sng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since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AU" sz="20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there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AU" sz="2000" i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have been 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“food shortages … for days” (p 4). </a:t>
            </a:r>
            <a:r>
              <a:rPr lang="en-AU" sz="20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Zana </a:t>
            </a:r>
            <a:r>
              <a:rPr lang="en-AU" sz="2000" dirty="0" err="1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Fraillon</a:t>
            </a:r>
            <a:r>
              <a:rPr lang="en-AU" sz="20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AU" sz="2000" i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describes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the living conditions using vivid emotive language to highlight the “flies and worms” in the “brown” and mushy” food that makes their stomachs “churn”. </a:t>
            </a:r>
            <a:r>
              <a:rPr lang="en-AU" sz="2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Similarly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AU" sz="2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even though there are “900 refugees living in the centre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AU" sz="20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there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AU" sz="2000" i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are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only “fourteen pairs of real shoes in [the] whole entire camp,” </a:t>
            </a:r>
            <a:r>
              <a:rPr lang="en-AU" sz="2000" u="sng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but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AU" sz="20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Subhi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AU" sz="2000" i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gets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 new pair from Eli for helping him with the deliveries to replace his “too-small thongs” (p 24). </a:t>
            </a:r>
            <a:r>
              <a:rPr lang="en-AU" sz="2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Therefore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r>
              <a:rPr lang="en-AU" sz="20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the novel </a:t>
            </a:r>
            <a:r>
              <a:rPr lang="en-AU" sz="2000" i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illustrates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how qualities of life inside the detention centre are poor and the camp has limited resources.</a:t>
            </a: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AU" sz="20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1B0CB12-5711-8B39-A4D5-1F9EE376A7F5}"/>
              </a:ext>
            </a:extLst>
          </p:cNvPr>
          <p:cNvCxnSpPr>
            <a:cxnSpLocks/>
          </p:cNvCxnSpPr>
          <p:nvPr/>
        </p:nvCxnSpPr>
        <p:spPr>
          <a:xfrm>
            <a:off x="7372627" y="1850862"/>
            <a:ext cx="622261" cy="3126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137531C-1C70-C8A5-2EF8-7DF7B8F95472}"/>
              </a:ext>
            </a:extLst>
          </p:cNvPr>
          <p:cNvCxnSpPr>
            <a:cxnSpLocks/>
          </p:cNvCxnSpPr>
          <p:nvPr/>
        </p:nvCxnSpPr>
        <p:spPr>
          <a:xfrm>
            <a:off x="7162681" y="2300791"/>
            <a:ext cx="719405" cy="32048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B89CF0C-CF52-4298-28C1-5C001009B5AA}"/>
              </a:ext>
            </a:extLst>
          </p:cNvPr>
          <p:cNvCxnSpPr>
            <a:cxnSpLocks/>
          </p:cNvCxnSpPr>
          <p:nvPr/>
        </p:nvCxnSpPr>
        <p:spPr>
          <a:xfrm>
            <a:off x="7262705" y="3364656"/>
            <a:ext cx="619381" cy="25719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E2CF86D-2C0A-BBFD-2AEF-0D43025DCD17}"/>
              </a:ext>
            </a:extLst>
          </p:cNvPr>
          <p:cNvCxnSpPr>
            <a:cxnSpLocks/>
          </p:cNvCxnSpPr>
          <p:nvPr/>
        </p:nvCxnSpPr>
        <p:spPr>
          <a:xfrm>
            <a:off x="7162681" y="4262007"/>
            <a:ext cx="719405" cy="37099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4EA13EB-6DA6-1C2D-B0CA-2C8BFDBB42C6}"/>
              </a:ext>
            </a:extLst>
          </p:cNvPr>
          <p:cNvCxnSpPr>
            <a:cxnSpLocks/>
          </p:cNvCxnSpPr>
          <p:nvPr/>
        </p:nvCxnSpPr>
        <p:spPr>
          <a:xfrm>
            <a:off x="7195814" y="5604440"/>
            <a:ext cx="686272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37B887A-05C7-D0F5-B322-EA998F2DEB8C}"/>
              </a:ext>
            </a:extLst>
          </p:cNvPr>
          <p:cNvSpPr txBox="1"/>
          <p:nvPr/>
        </p:nvSpPr>
        <p:spPr>
          <a:xfrm>
            <a:off x="1111678" y="510011"/>
            <a:ext cx="583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Example 2 </a:t>
            </a:r>
            <a:r>
              <a:rPr lang="en-AU" sz="2400" dirty="0"/>
              <a:t>– compound sentences</a:t>
            </a:r>
          </a:p>
        </p:txBody>
      </p:sp>
      <p:pic>
        <p:nvPicPr>
          <p:cNvPr id="2" name="Picture 2" descr="Reading - Free people icons">
            <a:extLst>
              <a:ext uri="{FF2B5EF4-FFF2-40B4-BE49-F238E27FC236}">
                <a16:creationId xmlns:a16="http://schemas.microsoft.com/office/drawing/2014/main" id="{83F300A2-B922-7950-E648-90ED4E993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417" y="624110"/>
            <a:ext cx="786454" cy="7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321789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1_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3.xml><?xml version="1.0" encoding="utf-8"?>
<a:theme xmlns:a="http://schemas.openxmlformats.org/drawingml/2006/main" name="2_Wisp">
  <a:themeElements>
    <a:clrScheme name="Custom 23">
      <a:dk1>
        <a:sysClr val="windowText" lastClr="000000"/>
      </a:dk1>
      <a:lt1>
        <a:sysClr val="window" lastClr="FFFFFF"/>
      </a:lt1>
      <a:dk2>
        <a:srgbClr val="000000"/>
      </a:dk2>
      <a:lt2>
        <a:srgbClr val="C98DE7"/>
      </a:lt2>
      <a:accent1>
        <a:srgbClr val="E9B758"/>
      </a:accent1>
      <a:accent2>
        <a:srgbClr val="FE8943"/>
      </a:accent2>
      <a:accent3>
        <a:srgbClr val="AEA27C"/>
      </a:accent3>
      <a:accent4>
        <a:srgbClr val="90B46E"/>
      </a:accent4>
      <a:accent5>
        <a:srgbClr val="71AEC1"/>
      </a:accent5>
      <a:accent6>
        <a:srgbClr val="92D050"/>
      </a:accent6>
      <a:hlink>
        <a:srgbClr val="FF7A22"/>
      </a:hlink>
      <a:folHlink>
        <a:srgbClr val="FDCD8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4.xml><?xml version="1.0" encoding="utf-8"?>
<a:theme xmlns:a="http://schemas.openxmlformats.org/drawingml/2006/main" name="3_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A3D4F247C9741BCA78F26B98D0AB7" ma:contentTypeVersion="17" ma:contentTypeDescription="Create a new document." ma:contentTypeScope="" ma:versionID="539b02d923bb555703caf23504a7cb02">
  <xsd:schema xmlns:xsd="http://www.w3.org/2001/XMLSchema" xmlns:xs="http://www.w3.org/2001/XMLSchema" xmlns:p="http://schemas.microsoft.com/office/2006/metadata/properties" xmlns:ns2="46846ff6-a39a-4f56-aca6-b2ea1af70d2e" xmlns:ns3="a8299878-b215-4b71-83d0-6b3d83d7e5d9" targetNamespace="http://schemas.microsoft.com/office/2006/metadata/properties" ma:root="true" ma:fieldsID="e414e06b879c708180ee4e9731c4d399" ns2:_="" ns3:_="">
    <xsd:import namespace="46846ff6-a39a-4f56-aca6-b2ea1af70d2e"/>
    <xsd:import namespace="a8299878-b215-4b71-83d0-6b3d83d7e5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46ff6-a39a-4f56-aca6-b2ea1af70d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4073e9b-c14b-4f43-8554-77a15894e2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299878-b215-4b71-83d0-6b3d83d7e5d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9187b04-ede7-4ab0-a3a9-aa9f31dff0a7}" ma:internalName="TaxCatchAll" ma:showField="CatchAllData" ma:web="a8299878-b215-4b71-83d0-6b3d83d7e5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46ff6-a39a-4f56-aca6-b2ea1af70d2e">
      <Terms xmlns="http://schemas.microsoft.com/office/infopath/2007/PartnerControls"/>
    </lcf76f155ced4ddcb4097134ff3c332f>
    <TaxCatchAll xmlns="a8299878-b215-4b71-83d0-6b3d83d7e5d9" xsi:nil="true"/>
  </documentManagement>
</p:properties>
</file>

<file path=customXml/itemProps1.xml><?xml version="1.0" encoding="utf-8"?>
<ds:datastoreItem xmlns:ds="http://schemas.openxmlformats.org/officeDocument/2006/customXml" ds:itemID="{A8095B97-8BA8-4984-B132-CDB39342C27A}">
  <ds:schemaRefs>
    <ds:schemaRef ds:uri="46846ff6-a39a-4f56-aca6-b2ea1af70d2e"/>
    <ds:schemaRef ds:uri="a8299878-b215-4b71-83d0-6b3d83d7e5d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D81C4BC-FFBE-47FA-BDA0-73317E3524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B7C8EF-294D-4CD8-8148-682714AAE273}">
  <ds:schemaRefs>
    <ds:schemaRef ds:uri="http://purl.org/dc/elements/1.1/"/>
    <ds:schemaRef ds:uri="http://purl.org/dc/terms/"/>
    <ds:schemaRef ds:uri="a8299878-b215-4b71-83d0-6b3d83d7e5d9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46846ff6-a39a-4f56-aca6-b2ea1af70d2e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</TotalTime>
  <Words>2172</Words>
  <Application>Microsoft Office PowerPoint</Application>
  <PresentationFormat>Widescreen</PresentationFormat>
  <Paragraphs>207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Aptos</vt:lpstr>
      <vt:lpstr>Arial</vt:lpstr>
      <vt:lpstr>Calibri</vt:lpstr>
      <vt:lpstr>Century Gothic</vt:lpstr>
      <vt:lpstr>Wingdings 3</vt:lpstr>
      <vt:lpstr>Wisp</vt:lpstr>
      <vt:lpstr>1_Wisp</vt:lpstr>
      <vt:lpstr>2_Wisp</vt:lpstr>
      <vt:lpstr>3_Wisp</vt:lpstr>
      <vt:lpstr>Writing a TEEL paragraph</vt:lpstr>
      <vt:lpstr>Learning Outcomes</vt:lpstr>
      <vt:lpstr>TEEL PARAGRAPHS</vt:lpstr>
      <vt:lpstr>TEEL paragraphs</vt:lpstr>
      <vt:lpstr>TEEL paragraphs</vt:lpstr>
      <vt:lpstr>TEEL paragraphs</vt:lpstr>
      <vt:lpstr>The Topic Sentence</vt:lpstr>
      <vt:lpstr>Topic Sentences</vt:lpstr>
      <vt:lpstr>Topic Sentences</vt:lpstr>
      <vt:lpstr>Topic Sentences</vt:lpstr>
      <vt:lpstr>Topic Sentences</vt:lpstr>
      <vt:lpstr>Topic Sentences</vt:lpstr>
      <vt:lpstr>Topic Sentences</vt:lpstr>
      <vt:lpstr>Your Turn</vt:lpstr>
      <vt:lpstr>Explanation</vt:lpstr>
      <vt:lpstr>Explanations</vt:lpstr>
      <vt:lpstr>Explanations</vt:lpstr>
      <vt:lpstr>Explanations</vt:lpstr>
      <vt:lpstr>Explanations</vt:lpstr>
      <vt:lpstr>Writing about language</vt:lpstr>
      <vt:lpstr>Writing about language</vt:lpstr>
      <vt:lpstr>Writing about language</vt:lpstr>
      <vt:lpstr>Writing about language</vt:lpstr>
      <vt:lpstr>Your Turn</vt:lpstr>
      <vt:lpstr>Evidence / Example</vt:lpstr>
      <vt:lpstr>Evidence / Example</vt:lpstr>
      <vt:lpstr>Evidence / Example</vt:lpstr>
      <vt:lpstr>Your Turn</vt:lpstr>
      <vt:lpstr>Linking Sentence</vt:lpstr>
      <vt:lpstr>Linking Sentence</vt:lpstr>
      <vt:lpstr>Linking Sentence</vt:lpstr>
      <vt:lpstr>Linking Sentence</vt:lpstr>
      <vt:lpstr>Linking Sentence</vt:lpstr>
      <vt:lpstr>Linking Sentence</vt:lpstr>
      <vt:lpstr>Your Turn</vt:lpstr>
      <vt:lpstr>Putting it all together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2024-10-27T21:23:37Z</dcterms:created>
  <dcterms:modified xsi:type="dcterms:W3CDTF">2024-11-06T02:59:54Z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0x010100AC5A3D4F247C9741BCA78F26B98D0AB7</vt:lpwstr>
  </property>
  <property fmtid="{D5CDD505-2E9C-101B-9397-08002B2CF9AE}" pid="3" name="MediaServiceImageTags">
    <vt:lpwstr/>
  </property>
</Properties>
</file>