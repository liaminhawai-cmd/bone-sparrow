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sldIdLst>
    <p:sldId id="256" r:id="rId5"/>
    <p:sldId id="257" r:id="rId6"/>
    <p:sldId id="258" r:id="rId7"/>
    <p:sldId id="262" r:id="rId8"/>
    <p:sldId id="263" r:id="rId9"/>
    <p:sldId id="261" r:id="rId10"/>
    <p:sldId id="266" r:id="rId11"/>
    <p:sldId id="267" r:id="rId12"/>
    <p:sldId id="264" r:id="rId13"/>
    <p:sldId id="265" r:id="rId14"/>
    <p:sldId id="268" r:id="rId15"/>
    <p:sldId id="270" r:id="rId16"/>
    <p:sldId id="271" r:id="rId17"/>
    <p:sldId id="273" r:id="rId18"/>
    <p:sldId id="272" r:id="rId19"/>
    <p:sldId id="274" r:id="rId20"/>
    <p:sldId id="26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073D56-493D-A136-20AC-812AEF0F3BB5}" v="1" dt="2025-07-24T09:16:36.2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76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acher" userId="Teacher" providerId="AD" clId="Web-{F8073D56-493D-A136-20AC-812AEF0F3BB5}"/>
    <pc:docChg chg="sldOrd">
      <pc:chgData name="Teacher" userId="Teacher" providerId="AD" clId="Web-{F8073D56-493D-A136-20AC-812AEF0F3BB5}" dt="2025-07-24T09:16:36.217" v="0"/>
      <pc:docMkLst>
        <pc:docMk/>
      </pc:docMkLst>
      <pc:sldChg chg="ord">
        <pc:chgData name="Teacher" userId="Teacher" providerId="AD" clId="Web-{F8073D56-493D-A136-20AC-812AEF0F3BB5}" dt="2025-07-24T09:16:36.217" v="0"/>
        <pc:sldMkLst>
          <pc:docMk/>
          <pc:sldMk cId="2836604194"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96A35EAA-ED80-4FF1-942C-82B1D483AF60}"/>
              </a:ext>
            </a:extLst>
          </p:cNvPr>
          <p:cNvSpPr/>
          <p:nvPr/>
        </p:nvSpPr>
        <p:spPr>
          <a:xfrm rot="21133683" flipH="1">
            <a:off x="977627" y="481134"/>
            <a:ext cx="9378187" cy="5238589"/>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28618 w 1248446"/>
              <a:gd name="connsiteY0" fmla="*/ 873038 h 873038"/>
              <a:gd name="connsiteX1" fmla="*/ 821023 w 1248446"/>
              <a:gd name="connsiteY1" fmla="*/ 803124 h 873038"/>
              <a:gd name="connsiteX2" fmla="*/ 1179829 w 1248446"/>
              <a:gd name="connsiteY2" fmla="*/ 630341 h 873038"/>
              <a:gd name="connsiteX3" fmla="*/ 1178782 w 1248446"/>
              <a:gd name="connsiteY3" fmla="*/ 192762 h 873038"/>
              <a:gd name="connsiteX4" fmla="*/ 459454 w 1248446"/>
              <a:gd name="connsiteY4" fmla="*/ 32456 h 873038"/>
              <a:gd name="connsiteX5" fmla="*/ 7302 w 1248446"/>
              <a:gd name="connsiteY5" fmla="*/ 595193 h 873038"/>
              <a:gd name="connsiteX6" fmla="*/ 547734 w 1248446"/>
              <a:gd name="connsiteY6" fmla="*/ 751246 h 873038"/>
              <a:gd name="connsiteX7" fmla="*/ 628618 w 1248446"/>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49939"/>
              <a:gd name="connsiteY0" fmla="*/ 873038 h 873038"/>
              <a:gd name="connsiteX1" fmla="*/ 828272 w 1249939"/>
              <a:gd name="connsiteY1" fmla="*/ 793767 h 873038"/>
              <a:gd name="connsiteX2" fmla="*/ 1187078 w 1249939"/>
              <a:gd name="connsiteY2" fmla="*/ 630341 h 873038"/>
              <a:gd name="connsiteX3" fmla="*/ 1186031 w 1249939"/>
              <a:gd name="connsiteY3" fmla="*/ 192762 h 873038"/>
              <a:gd name="connsiteX4" fmla="*/ 466703 w 1249939"/>
              <a:gd name="connsiteY4" fmla="*/ 32456 h 873038"/>
              <a:gd name="connsiteX5" fmla="*/ 14551 w 1249939"/>
              <a:gd name="connsiteY5" fmla="*/ 595193 h 873038"/>
              <a:gd name="connsiteX6" fmla="*/ 554983 w 1249939"/>
              <a:gd name="connsiteY6" fmla="*/ 751246 h 873038"/>
              <a:gd name="connsiteX7" fmla="*/ 635867 w 1249939"/>
              <a:gd name="connsiteY7" fmla="*/ 873038 h 873038"/>
              <a:gd name="connsiteX0" fmla="*/ 615218 w 1229290"/>
              <a:gd name="connsiteY0" fmla="*/ 861281 h 861281"/>
              <a:gd name="connsiteX1" fmla="*/ 807623 w 1229290"/>
              <a:gd name="connsiteY1" fmla="*/ 782010 h 861281"/>
              <a:gd name="connsiteX2" fmla="*/ 1166429 w 1229290"/>
              <a:gd name="connsiteY2" fmla="*/ 618584 h 861281"/>
              <a:gd name="connsiteX3" fmla="*/ 1165382 w 1229290"/>
              <a:gd name="connsiteY3" fmla="*/ 181005 h 861281"/>
              <a:gd name="connsiteX4" fmla="*/ 446054 w 1229290"/>
              <a:gd name="connsiteY4" fmla="*/ 20699 h 861281"/>
              <a:gd name="connsiteX5" fmla="*/ 5663 w 1229290"/>
              <a:gd name="connsiteY5" fmla="*/ 576828 h 861281"/>
              <a:gd name="connsiteX6" fmla="*/ 534334 w 1229290"/>
              <a:gd name="connsiteY6" fmla="*/ 739489 h 861281"/>
              <a:gd name="connsiteX7" fmla="*/ 615218 w 1229290"/>
              <a:gd name="connsiteY7" fmla="*/ 861281 h 861281"/>
              <a:gd name="connsiteX0" fmla="*/ 619617 w 1233689"/>
              <a:gd name="connsiteY0" fmla="*/ 861281 h 861281"/>
              <a:gd name="connsiteX1" fmla="*/ 812022 w 1233689"/>
              <a:gd name="connsiteY1" fmla="*/ 782010 h 861281"/>
              <a:gd name="connsiteX2" fmla="*/ 1170828 w 1233689"/>
              <a:gd name="connsiteY2" fmla="*/ 618584 h 861281"/>
              <a:gd name="connsiteX3" fmla="*/ 1169781 w 1233689"/>
              <a:gd name="connsiteY3" fmla="*/ 181005 h 861281"/>
              <a:gd name="connsiteX4" fmla="*/ 450453 w 1233689"/>
              <a:gd name="connsiteY4" fmla="*/ 20699 h 861281"/>
              <a:gd name="connsiteX5" fmla="*/ 10062 w 1233689"/>
              <a:gd name="connsiteY5" fmla="*/ 576828 h 861281"/>
              <a:gd name="connsiteX6" fmla="*/ 538733 w 1233689"/>
              <a:gd name="connsiteY6" fmla="*/ 739489 h 861281"/>
              <a:gd name="connsiteX7" fmla="*/ 619617 w 1233689"/>
              <a:gd name="connsiteY7" fmla="*/ 861281 h 861281"/>
              <a:gd name="connsiteX0" fmla="*/ 619579 w 1239236"/>
              <a:gd name="connsiteY0" fmla="*/ 863398 h 863398"/>
              <a:gd name="connsiteX1" fmla="*/ 811984 w 1239236"/>
              <a:gd name="connsiteY1" fmla="*/ 784127 h 863398"/>
              <a:gd name="connsiteX2" fmla="*/ 1170790 w 1239236"/>
              <a:gd name="connsiteY2" fmla="*/ 620701 h 863398"/>
              <a:gd name="connsiteX3" fmla="*/ 1169743 w 1239236"/>
              <a:gd name="connsiteY3" fmla="*/ 183122 h 863398"/>
              <a:gd name="connsiteX4" fmla="*/ 451887 w 1239236"/>
              <a:gd name="connsiteY4" fmla="*/ 17855 h 863398"/>
              <a:gd name="connsiteX5" fmla="*/ 10024 w 1239236"/>
              <a:gd name="connsiteY5" fmla="*/ 578945 h 863398"/>
              <a:gd name="connsiteX6" fmla="*/ 538695 w 1239236"/>
              <a:gd name="connsiteY6" fmla="*/ 741606 h 863398"/>
              <a:gd name="connsiteX7" fmla="*/ 619579 w 1239236"/>
              <a:gd name="connsiteY7" fmla="*/ 863398 h 863398"/>
              <a:gd name="connsiteX0" fmla="*/ 623569 w 1243226"/>
              <a:gd name="connsiteY0" fmla="*/ 870437 h 870437"/>
              <a:gd name="connsiteX1" fmla="*/ 815974 w 1243226"/>
              <a:gd name="connsiteY1" fmla="*/ 791166 h 870437"/>
              <a:gd name="connsiteX2" fmla="*/ 1174780 w 1243226"/>
              <a:gd name="connsiteY2" fmla="*/ 627740 h 870437"/>
              <a:gd name="connsiteX3" fmla="*/ 1173733 w 1243226"/>
              <a:gd name="connsiteY3" fmla="*/ 190161 h 870437"/>
              <a:gd name="connsiteX4" fmla="*/ 455877 w 1243226"/>
              <a:gd name="connsiteY4" fmla="*/ 24894 h 870437"/>
              <a:gd name="connsiteX5" fmla="*/ 14014 w 1243226"/>
              <a:gd name="connsiteY5" fmla="*/ 585984 h 870437"/>
              <a:gd name="connsiteX6" fmla="*/ 542685 w 1243226"/>
              <a:gd name="connsiteY6" fmla="*/ 748645 h 870437"/>
              <a:gd name="connsiteX7" fmla="*/ 623569 w 1243226"/>
              <a:gd name="connsiteY7" fmla="*/ 870437 h 870437"/>
              <a:gd name="connsiteX0" fmla="*/ 624861 w 1244518"/>
              <a:gd name="connsiteY0" fmla="*/ 869274 h 869274"/>
              <a:gd name="connsiteX1" fmla="*/ 817266 w 1244518"/>
              <a:gd name="connsiteY1" fmla="*/ 790003 h 869274"/>
              <a:gd name="connsiteX2" fmla="*/ 1176072 w 1244518"/>
              <a:gd name="connsiteY2" fmla="*/ 626577 h 869274"/>
              <a:gd name="connsiteX3" fmla="*/ 1175025 w 1244518"/>
              <a:gd name="connsiteY3" fmla="*/ 188998 h 869274"/>
              <a:gd name="connsiteX4" fmla="*/ 457169 w 1244518"/>
              <a:gd name="connsiteY4" fmla="*/ 23731 h 869274"/>
              <a:gd name="connsiteX5" fmla="*/ 15306 w 1244518"/>
              <a:gd name="connsiteY5" fmla="*/ 584821 h 869274"/>
              <a:gd name="connsiteX6" fmla="*/ 543977 w 1244518"/>
              <a:gd name="connsiteY6" fmla="*/ 747482 h 869274"/>
              <a:gd name="connsiteX7" fmla="*/ 624861 w 1244518"/>
              <a:gd name="connsiteY7" fmla="*/ 869274 h 869274"/>
              <a:gd name="connsiteX0" fmla="*/ 619558 w 1235941"/>
              <a:gd name="connsiteY0" fmla="*/ 867295 h 867295"/>
              <a:gd name="connsiteX1" fmla="*/ 811963 w 1235941"/>
              <a:gd name="connsiteY1" fmla="*/ 788024 h 867295"/>
              <a:gd name="connsiteX2" fmla="*/ 1170769 w 1235941"/>
              <a:gd name="connsiteY2" fmla="*/ 624598 h 867295"/>
              <a:gd name="connsiteX3" fmla="*/ 1164738 w 1235941"/>
              <a:gd name="connsiteY3" fmla="*/ 164190 h 867295"/>
              <a:gd name="connsiteX4" fmla="*/ 451866 w 1235941"/>
              <a:gd name="connsiteY4" fmla="*/ 21752 h 867295"/>
              <a:gd name="connsiteX5" fmla="*/ 10003 w 1235941"/>
              <a:gd name="connsiteY5" fmla="*/ 582842 h 867295"/>
              <a:gd name="connsiteX6" fmla="*/ 538674 w 1235941"/>
              <a:gd name="connsiteY6" fmla="*/ 745503 h 867295"/>
              <a:gd name="connsiteX7" fmla="*/ 619558 w 1235941"/>
              <a:gd name="connsiteY7" fmla="*/ 867295 h 867295"/>
              <a:gd name="connsiteX0" fmla="*/ 622435 w 1238818"/>
              <a:gd name="connsiteY0" fmla="*/ 868328 h 868328"/>
              <a:gd name="connsiteX1" fmla="*/ 814840 w 1238818"/>
              <a:gd name="connsiteY1" fmla="*/ 789057 h 868328"/>
              <a:gd name="connsiteX2" fmla="*/ 1173646 w 1238818"/>
              <a:gd name="connsiteY2" fmla="*/ 625631 h 868328"/>
              <a:gd name="connsiteX3" fmla="*/ 1167615 w 1238818"/>
              <a:gd name="connsiteY3" fmla="*/ 165223 h 868328"/>
              <a:gd name="connsiteX4" fmla="*/ 454743 w 1238818"/>
              <a:gd name="connsiteY4" fmla="*/ 22785 h 868328"/>
              <a:gd name="connsiteX5" fmla="*/ 12880 w 1238818"/>
              <a:gd name="connsiteY5" fmla="*/ 583875 h 868328"/>
              <a:gd name="connsiteX6" fmla="*/ 541551 w 1238818"/>
              <a:gd name="connsiteY6" fmla="*/ 746536 h 868328"/>
              <a:gd name="connsiteX7" fmla="*/ 622435 w 1238818"/>
              <a:gd name="connsiteY7" fmla="*/ 868328 h 868328"/>
              <a:gd name="connsiteX0" fmla="*/ 618931 w 1201319"/>
              <a:gd name="connsiteY0" fmla="*/ 879992 h 879992"/>
              <a:gd name="connsiteX1" fmla="*/ 811336 w 1201319"/>
              <a:gd name="connsiteY1" fmla="*/ 800721 h 879992"/>
              <a:gd name="connsiteX2" fmla="*/ 1170142 w 1201319"/>
              <a:gd name="connsiteY2" fmla="*/ 637295 h 879992"/>
              <a:gd name="connsiteX3" fmla="*/ 1164111 w 1201319"/>
              <a:gd name="connsiteY3" fmla="*/ 176887 h 879992"/>
              <a:gd name="connsiteX4" fmla="*/ 1005959 w 1201319"/>
              <a:gd name="connsiteY4" fmla="*/ 73552 h 879992"/>
              <a:gd name="connsiteX5" fmla="*/ 451239 w 1201319"/>
              <a:gd name="connsiteY5" fmla="*/ 34449 h 879992"/>
              <a:gd name="connsiteX6" fmla="*/ 9376 w 1201319"/>
              <a:gd name="connsiteY6" fmla="*/ 595539 h 879992"/>
              <a:gd name="connsiteX7" fmla="*/ 538047 w 1201319"/>
              <a:gd name="connsiteY7" fmla="*/ 758200 h 879992"/>
              <a:gd name="connsiteX8" fmla="*/ 618931 w 1201319"/>
              <a:gd name="connsiteY8" fmla="*/ 879992 h 879992"/>
              <a:gd name="connsiteX0" fmla="*/ 618931 w 1214866"/>
              <a:gd name="connsiteY0" fmla="*/ 879992 h 879992"/>
              <a:gd name="connsiteX1" fmla="*/ 811336 w 1214866"/>
              <a:gd name="connsiteY1" fmla="*/ 800721 h 879992"/>
              <a:gd name="connsiteX2" fmla="*/ 1170142 w 1214866"/>
              <a:gd name="connsiteY2" fmla="*/ 637295 h 879992"/>
              <a:gd name="connsiteX3" fmla="*/ 1164111 w 1214866"/>
              <a:gd name="connsiteY3" fmla="*/ 176887 h 879992"/>
              <a:gd name="connsiteX4" fmla="*/ 1005959 w 1214866"/>
              <a:gd name="connsiteY4" fmla="*/ 73552 h 879992"/>
              <a:gd name="connsiteX5" fmla="*/ 451239 w 1214866"/>
              <a:gd name="connsiteY5" fmla="*/ 34449 h 879992"/>
              <a:gd name="connsiteX6" fmla="*/ 9376 w 1214866"/>
              <a:gd name="connsiteY6" fmla="*/ 595539 h 879992"/>
              <a:gd name="connsiteX7" fmla="*/ 538047 w 1214866"/>
              <a:gd name="connsiteY7" fmla="*/ 758200 h 879992"/>
              <a:gd name="connsiteX8" fmla="*/ 618931 w 1214866"/>
              <a:gd name="connsiteY8" fmla="*/ 879992 h 879992"/>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20039 w 1203184"/>
              <a:gd name="connsiteY0" fmla="*/ 874240 h 874240"/>
              <a:gd name="connsiteX1" fmla="*/ 812444 w 1203184"/>
              <a:gd name="connsiteY1" fmla="*/ 794969 h 874240"/>
              <a:gd name="connsiteX2" fmla="*/ 1171250 w 1203184"/>
              <a:gd name="connsiteY2" fmla="*/ 631543 h 874240"/>
              <a:gd name="connsiteX3" fmla="*/ 1165219 w 1203184"/>
              <a:gd name="connsiteY3" fmla="*/ 171135 h 874240"/>
              <a:gd name="connsiteX4" fmla="*/ 990916 w 1203184"/>
              <a:gd name="connsiteY4" fmla="*/ 39669 h 874240"/>
              <a:gd name="connsiteX5" fmla="*/ 406775 w 1203184"/>
              <a:gd name="connsiteY5" fmla="*/ 50168 h 874240"/>
              <a:gd name="connsiteX6" fmla="*/ 10484 w 1203184"/>
              <a:gd name="connsiteY6" fmla="*/ 589787 h 874240"/>
              <a:gd name="connsiteX7" fmla="*/ 539155 w 1203184"/>
              <a:gd name="connsiteY7" fmla="*/ 752448 h 874240"/>
              <a:gd name="connsiteX8" fmla="*/ 620039 w 1203184"/>
              <a:gd name="connsiteY8" fmla="*/ 874240 h 874240"/>
              <a:gd name="connsiteX0" fmla="*/ 620213 w 1203358"/>
              <a:gd name="connsiteY0" fmla="*/ 867642 h 867642"/>
              <a:gd name="connsiteX1" fmla="*/ 812618 w 1203358"/>
              <a:gd name="connsiteY1" fmla="*/ 788371 h 867642"/>
              <a:gd name="connsiteX2" fmla="*/ 1171424 w 1203358"/>
              <a:gd name="connsiteY2" fmla="*/ 624945 h 867642"/>
              <a:gd name="connsiteX3" fmla="*/ 1165393 w 1203358"/>
              <a:gd name="connsiteY3" fmla="*/ 164537 h 867642"/>
              <a:gd name="connsiteX4" fmla="*/ 991090 w 1203358"/>
              <a:gd name="connsiteY4" fmla="*/ 33071 h 867642"/>
              <a:gd name="connsiteX5" fmla="*/ 406949 w 1203358"/>
              <a:gd name="connsiteY5" fmla="*/ 43570 h 867642"/>
              <a:gd name="connsiteX6" fmla="*/ 10658 w 1203358"/>
              <a:gd name="connsiteY6" fmla="*/ 583189 h 867642"/>
              <a:gd name="connsiteX7" fmla="*/ 539329 w 1203358"/>
              <a:gd name="connsiteY7" fmla="*/ 745850 h 867642"/>
              <a:gd name="connsiteX8" fmla="*/ 620213 w 1203358"/>
              <a:gd name="connsiteY8" fmla="*/ 867642 h 867642"/>
              <a:gd name="connsiteX0" fmla="*/ 621220 w 1204365"/>
              <a:gd name="connsiteY0" fmla="*/ 864871 h 864871"/>
              <a:gd name="connsiteX1" fmla="*/ 813625 w 1204365"/>
              <a:gd name="connsiteY1" fmla="*/ 785600 h 864871"/>
              <a:gd name="connsiteX2" fmla="*/ 1172431 w 1204365"/>
              <a:gd name="connsiteY2" fmla="*/ 622174 h 864871"/>
              <a:gd name="connsiteX3" fmla="*/ 1166400 w 1204365"/>
              <a:gd name="connsiteY3" fmla="*/ 161766 h 864871"/>
              <a:gd name="connsiteX4" fmla="*/ 992097 w 1204365"/>
              <a:gd name="connsiteY4" fmla="*/ 30300 h 864871"/>
              <a:gd name="connsiteX5" fmla="*/ 407956 w 1204365"/>
              <a:gd name="connsiteY5" fmla="*/ 40799 h 864871"/>
              <a:gd name="connsiteX6" fmla="*/ 11665 w 1204365"/>
              <a:gd name="connsiteY6" fmla="*/ 580418 h 864871"/>
              <a:gd name="connsiteX7" fmla="*/ 540336 w 1204365"/>
              <a:gd name="connsiteY7" fmla="*/ 743079 h 864871"/>
              <a:gd name="connsiteX8" fmla="*/ 621220 w 1204365"/>
              <a:gd name="connsiteY8" fmla="*/ 864871 h 864871"/>
              <a:gd name="connsiteX0" fmla="*/ 619935 w 1204190"/>
              <a:gd name="connsiteY0" fmla="*/ 873669 h 873669"/>
              <a:gd name="connsiteX1" fmla="*/ 812340 w 1204190"/>
              <a:gd name="connsiteY1" fmla="*/ 794398 h 873669"/>
              <a:gd name="connsiteX2" fmla="*/ 1171146 w 1204190"/>
              <a:gd name="connsiteY2" fmla="*/ 630972 h 873669"/>
              <a:gd name="connsiteX3" fmla="*/ 1165115 w 1204190"/>
              <a:gd name="connsiteY3" fmla="*/ 170564 h 873669"/>
              <a:gd name="connsiteX4" fmla="*/ 967884 w 1204190"/>
              <a:gd name="connsiteY4" fmla="*/ 40405 h 873669"/>
              <a:gd name="connsiteX5" fmla="*/ 406671 w 1204190"/>
              <a:gd name="connsiteY5" fmla="*/ 49597 h 873669"/>
              <a:gd name="connsiteX6" fmla="*/ 10380 w 1204190"/>
              <a:gd name="connsiteY6" fmla="*/ 589216 h 873669"/>
              <a:gd name="connsiteX7" fmla="*/ 539051 w 1204190"/>
              <a:gd name="connsiteY7" fmla="*/ 751877 h 873669"/>
              <a:gd name="connsiteX8" fmla="*/ 619935 w 1204190"/>
              <a:gd name="connsiteY8" fmla="*/ 873669 h 873669"/>
              <a:gd name="connsiteX0" fmla="*/ 628446 w 1212701"/>
              <a:gd name="connsiteY0" fmla="*/ 842371 h 842371"/>
              <a:gd name="connsiteX1" fmla="*/ 820851 w 1212701"/>
              <a:gd name="connsiteY1" fmla="*/ 763100 h 842371"/>
              <a:gd name="connsiteX2" fmla="*/ 1179657 w 1212701"/>
              <a:gd name="connsiteY2" fmla="*/ 599674 h 842371"/>
              <a:gd name="connsiteX3" fmla="*/ 1173626 w 1212701"/>
              <a:gd name="connsiteY3" fmla="*/ 139266 h 842371"/>
              <a:gd name="connsiteX4" fmla="*/ 976395 w 1212701"/>
              <a:gd name="connsiteY4" fmla="*/ 9107 h 842371"/>
              <a:gd name="connsiteX5" fmla="*/ 246714 w 1212701"/>
              <a:gd name="connsiteY5" fmla="*/ 97247 h 842371"/>
              <a:gd name="connsiteX6" fmla="*/ 18891 w 1212701"/>
              <a:gd name="connsiteY6" fmla="*/ 557918 h 842371"/>
              <a:gd name="connsiteX7" fmla="*/ 547562 w 1212701"/>
              <a:gd name="connsiteY7" fmla="*/ 720579 h 842371"/>
              <a:gd name="connsiteX8" fmla="*/ 628446 w 1212701"/>
              <a:gd name="connsiteY8" fmla="*/ 842371 h 842371"/>
              <a:gd name="connsiteX0" fmla="*/ 628446 w 1211895"/>
              <a:gd name="connsiteY0" fmla="*/ 842371 h 842371"/>
              <a:gd name="connsiteX1" fmla="*/ 820851 w 1211895"/>
              <a:gd name="connsiteY1" fmla="*/ 763100 h 842371"/>
              <a:gd name="connsiteX2" fmla="*/ 1178477 w 1211895"/>
              <a:gd name="connsiteY2" fmla="*/ 606951 h 842371"/>
              <a:gd name="connsiteX3" fmla="*/ 1173626 w 1211895"/>
              <a:gd name="connsiteY3" fmla="*/ 139266 h 842371"/>
              <a:gd name="connsiteX4" fmla="*/ 976395 w 1211895"/>
              <a:gd name="connsiteY4" fmla="*/ 9107 h 842371"/>
              <a:gd name="connsiteX5" fmla="*/ 246714 w 1211895"/>
              <a:gd name="connsiteY5" fmla="*/ 97247 h 842371"/>
              <a:gd name="connsiteX6" fmla="*/ 18891 w 1211895"/>
              <a:gd name="connsiteY6" fmla="*/ 557918 h 842371"/>
              <a:gd name="connsiteX7" fmla="*/ 547562 w 1211895"/>
              <a:gd name="connsiteY7" fmla="*/ 720579 h 842371"/>
              <a:gd name="connsiteX8" fmla="*/ 628446 w 1211895"/>
              <a:gd name="connsiteY8" fmla="*/ 842371 h 842371"/>
              <a:gd name="connsiteX0" fmla="*/ 628446 w 1218918"/>
              <a:gd name="connsiteY0" fmla="*/ 842371 h 842371"/>
              <a:gd name="connsiteX1" fmla="*/ 820851 w 1218918"/>
              <a:gd name="connsiteY1" fmla="*/ 763100 h 842371"/>
              <a:gd name="connsiteX2" fmla="*/ 1178477 w 1218918"/>
              <a:gd name="connsiteY2" fmla="*/ 606951 h 842371"/>
              <a:gd name="connsiteX3" fmla="*/ 1173626 w 1218918"/>
              <a:gd name="connsiteY3" fmla="*/ 139266 h 842371"/>
              <a:gd name="connsiteX4" fmla="*/ 976395 w 1218918"/>
              <a:gd name="connsiteY4" fmla="*/ 9107 h 842371"/>
              <a:gd name="connsiteX5" fmla="*/ 246714 w 1218918"/>
              <a:gd name="connsiteY5" fmla="*/ 97247 h 842371"/>
              <a:gd name="connsiteX6" fmla="*/ 18891 w 1218918"/>
              <a:gd name="connsiteY6" fmla="*/ 557918 h 842371"/>
              <a:gd name="connsiteX7" fmla="*/ 547562 w 1218918"/>
              <a:gd name="connsiteY7" fmla="*/ 720579 h 842371"/>
              <a:gd name="connsiteX8" fmla="*/ 628446 w 1218918"/>
              <a:gd name="connsiteY8" fmla="*/ 842371 h 842371"/>
              <a:gd name="connsiteX0" fmla="*/ 628446 w 1223727"/>
              <a:gd name="connsiteY0" fmla="*/ 842371 h 842371"/>
              <a:gd name="connsiteX1" fmla="*/ 820851 w 1223727"/>
              <a:gd name="connsiteY1" fmla="*/ 763100 h 842371"/>
              <a:gd name="connsiteX2" fmla="*/ 1178477 w 1223727"/>
              <a:gd name="connsiteY2" fmla="*/ 606951 h 842371"/>
              <a:gd name="connsiteX3" fmla="*/ 1173626 w 1223727"/>
              <a:gd name="connsiteY3" fmla="*/ 139266 h 842371"/>
              <a:gd name="connsiteX4" fmla="*/ 976395 w 1223727"/>
              <a:gd name="connsiteY4" fmla="*/ 9107 h 842371"/>
              <a:gd name="connsiteX5" fmla="*/ 246714 w 1223727"/>
              <a:gd name="connsiteY5" fmla="*/ 97247 h 842371"/>
              <a:gd name="connsiteX6" fmla="*/ 18891 w 1223727"/>
              <a:gd name="connsiteY6" fmla="*/ 557918 h 842371"/>
              <a:gd name="connsiteX7" fmla="*/ 547562 w 1223727"/>
              <a:gd name="connsiteY7" fmla="*/ 720579 h 842371"/>
              <a:gd name="connsiteX8" fmla="*/ 628446 w 1223727"/>
              <a:gd name="connsiteY8" fmla="*/ 842371 h 842371"/>
              <a:gd name="connsiteX0" fmla="*/ 628446 w 1232687"/>
              <a:gd name="connsiteY0" fmla="*/ 842371 h 842371"/>
              <a:gd name="connsiteX1" fmla="*/ 820851 w 1232687"/>
              <a:gd name="connsiteY1" fmla="*/ 763100 h 842371"/>
              <a:gd name="connsiteX2" fmla="*/ 1178477 w 1232687"/>
              <a:gd name="connsiteY2" fmla="*/ 606951 h 842371"/>
              <a:gd name="connsiteX3" fmla="*/ 1188606 w 1232687"/>
              <a:gd name="connsiteY3" fmla="*/ 158133 h 842371"/>
              <a:gd name="connsiteX4" fmla="*/ 976395 w 1232687"/>
              <a:gd name="connsiteY4" fmla="*/ 9107 h 842371"/>
              <a:gd name="connsiteX5" fmla="*/ 246714 w 1232687"/>
              <a:gd name="connsiteY5" fmla="*/ 97247 h 842371"/>
              <a:gd name="connsiteX6" fmla="*/ 18891 w 1232687"/>
              <a:gd name="connsiteY6" fmla="*/ 557918 h 842371"/>
              <a:gd name="connsiteX7" fmla="*/ 547562 w 1232687"/>
              <a:gd name="connsiteY7" fmla="*/ 720579 h 842371"/>
              <a:gd name="connsiteX8" fmla="*/ 628446 w 1232687"/>
              <a:gd name="connsiteY8" fmla="*/ 842371 h 842371"/>
              <a:gd name="connsiteX0" fmla="*/ 628446 w 1238631"/>
              <a:gd name="connsiteY0" fmla="*/ 842371 h 842371"/>
              <a:gd name="connsiteX1" fmla="*/ 820851 w 1238631"/>
              <a:gd name="connsiteY1" fmla="*/ 763100 h 842371"/>
              <a:gd name="connsiteX2" fmla="*/ 1178477 w 1238631"/>
              <a:gd name="connsiteY2" fmla="*/ 606951 h 842371"/>
              <a:gd name="connsiteX3" fmla="*/ 1197715 w 1238631"/>
              <a:gd name="connsiteY3" fmla="*/ 163763 h 842371"/>
              <a:gd name="connsiteX4" fmla="*/ 976395 w 1238631"/>
              <a:gd name="connsiteY4" fmla="*/ 9107 h 842371"/>
              <a:gd name="connsiteX5" fmla="*/ 246714 w 1238631"/>
              <a:gd name="connsiteY5" fmla="*/ 97247 h 842371"/>
              <a:gd name="connsiteX6" fmla="*/ 18891 w 1238631"/>
              <a:gd name="connsiteY6" fmla="*/ 557918 h 842371"/>
              <a:gd name="connsiteX7" fmla="*/ 547562 w 1238631"/>
              <a:gd name="connsiteY7" fmla="*/ 720579 h 842371"/>
              <a:gd name="connsiteX8" fmla="*/ 628446 w 1238631"/>
              <a:gd name="connsiteY8" fmla="*/ 842371 h 842371"/>
              <a:gd name="connsiteX0" fmla="*/ 632386 w 1242571"/>
              <a:gd name="connsiteY0" fmla="*/ 846766 h 846766"/>
              <a:gd name="connsiteX1" fmla="*/ 824791 w 1242571"/>
              <a:gd name="connsiteY1" fmla="*/ 767495 h 846766"/>
              <a:gd name="connsiteX2" fmla="*/ 1182417 w 1242571"/>
              <a:gd name="connsiteY2" fmla="*/ 611346 h 846766"/>
              <a:gd name="connsiteX3" fmla="*/ 1201655 w 1242571"/>
              <a:gd name="connsiteY3" fmla="*/ 168158 h 846766"/>
              <a:gd name="connsiteX4" fmla="*/ 980335 w 1242571"/>
              <a:gd name="connsiteY4" fmla="*/ 13502 h 846766"/>
              <a:gd name="connsiteX5" fmla="*/ 250654 w 1242571"/>
              <a:gd name="connsiteY5" fmla="*/ 101642 h 846766"/>
              <a:gd name="connsiteX6" fmla="*/ 22831 w 1242571"/>
              <a:gd name="connsiteY6" fmla="*/ 562313 h 846766"/>
              <a:gd name="connsiteX7" fmla="*/ 551502 w 1242571"/>
              <a:gd name="connsiteY7" fmla="*/ 724974 h 846766"/>
              <a:gd name="connsiteX8" fmla="*/ 632386 w 1242571"/>
              <a:gd name="connsiteY8" fmla="*/ 846766 h 846766"/>
              <a:gd name="connsiteX0" fmla="*/ 633056 w 1243241"/>
              <a:gd name="connsiteY0" fmla="*/ 846832 h 846832"/>
              <a:gd name="connsiteX1" fmla="*/ 825461 w 1243241"/>
              <a:gd name="connsiteY1" fmla="*/ 767561 h 846832"/>
              <a:gd name="connsiteX2" fmla="*/ 1183087 w 1243241"/>
              <a:gd name="connsiteY2" fmla="*/ 611412 h 846832"/>
              <a:gd name="connsiteX3" fmla="*/ 1202325 w 1243241"/>
              <a:gd name="connsiteY3" fmla="*/ 168224 h 846832"/>
              <a:gd name="connsiteX4" fmla="*/ 981005 w 1243241"/>
              <a:gd name="connsiteY4" fmla="*/ 13568 h 846832"/>
              <a:gd name="connsiteX5" fmla="*/ 245994 w 1243241"/>
              <a:gd name="connsiteY5" fmla="*/ 86692 h 846832"/>
              <a:gd name="connsiteX6" fmla="*/ 23501 w 1243241"/>
              <a:gd name="connsiteY6" fmla="*/ 562379 h 846832"/>
              <a:gd name="connsiteX7" fmla="*/ 552172 w 1243241"/>
              <a:gd name="connsiteY7" fmla="*/ 725040 h 846832"/>
              <a:gd name="connsiteX8" fmla="*/ 633056 w 1243241"/>
              <a:gd name="connsiteY8" fmla="*/ 846832 h 846832"/>
              <a:gd name="connsiteX0" fmla="*/ 633056 w 1243241"/>
              <a:gd name="connsiteY0" fmla="*/ 848503 h 848503"/>
              <a:gd name="connsiteX1" fmla="*/ 825461 w 1243241"/>
              <a:gd name="connsiteY1" fmla="*/ 769232 h 848503"/>
              <a:gd name="connsiteX2" fmla="*/ 1183087 w 1243241"/>
              <a:gd name="connsiteY2" fmla="*/ 613083 h 848503"/>
              <a:gd name="connsiteX3" fmla="*/ 1202325 w 1243241"/>
              <a:gd name="connsiteY3" fmla="*/ 169895 h 848503"/>
              <a:gd name="connsiteX4" fmla="*/ 981005 w 1243241"/>
              <a:gd name="connsiteY4" fmla="*/ 15239 h 848503"/>
              <a:gd name="connsiteX5" fmla="*/ 245994 w 1243241"/>
              <a:gd name="connsiteY5" fmla="*/ 88363 h 848503"/>
              <a:gd name="connsiteX6" fmla="*/ 23501 w 1243241"/>
              <a:gd name="connsiteY6" fmla="*/ 564050 h 848503"/>
              <a:gd name="connsiteX7" fmla="*/ 552172 w 1243241"/>
              <a:gd name="connsiteY7" fmla="*/ 726711 h 848503"/>
              <a:gd name="connsiteX8" fmla="*/ 633056 w 1243241"/>
              <a:gd name="connsiteY8" fmla="*/ 848503 h 848503"/>
              <a:gd name="connsiteX0" fmla="*/ 633056 w 1243241"/>
              <a:gd name="connsiteY0" fmla="*/ 852489 h 852489"/>
              <a:gd name="connsiteX1" fmla="*/ 825461 w 1243241"/>
              <a:gd name="connsiteY1" fmla="*/ 773218 h 852489"/>
              <a:gd name="connsiteX2" fmla="*/ 1183087 w 1243241"/>
              <a:gd name="connsiteY2" fmla="*/ 617069 h 852489"/>
              <a:gd name="connsiteX3" fmla="*/ 1202325 w 1243241"/>
              <a:gd name="connsiteY3" fmla="*/ 173881 h 852489"/>
              <a:gd name="connsiteX4" fmla="*/ 981005 w 1243241"/>
              <a:gd name="connsiteY4" fmla="*/ 19225 h 852489"/>
              <a:gd name="connsiteX5" fmla="*/ 245994 w 1243241"/>
              <a:gd name="connsiteY5" fmla="*/ 92349 h 852489"/>
              <a:gd name="connsiteX6" fmla="*/ 23501 w 1243241"/>
              <a:gd name="connsiteY6" fmla="*/ 568036 h 852489"/>
              <a:gd name="connsiteX7" fmla="*/ 552172 w 1243241"/>
              <a:gd name="connsiteY7" fmla="*/ 730697 h 852489"/>
              <a:gd name="connsiteX8" fmla="*/ 633056 w 1243241"/>
              <a:gd name="connsiteY8" fmla="*/ 852489 h 852489"/>
              <a:gd name="connsiteX0" fmla="*/ 633056 w 1238870"/>
              <a:gd name="connsiteY0" fmla="*/ 852489 h 852489"/>
              <a:gd name="connsiteX1" fmla="*/ 825461 w 1238870"/>
              <a:gd name="connsiteY1" fmla="*/ 773218 h 852489"/>
              <a:gd name="connsiteX2" fmla="*/ 1183087 w 1238870"/>
              <a:gd name="connsiteY2" fmla="*/ 617069 h 852489"/>
              <a:gd name="connsiteX3" fmla="*/ 1202325 w 1238870"/>
              <a:gd name="connsiteY3" fmla="*/ 173881 h 852489"/>
              <a:gd name="connsiteX4" fmla="*/ 981005 w 1238870"/>
              <a:gd name="connsiteY4" fmla="*/ 19225 h 852489"/>
              <a:gd name="connsiteX5" fmla="*/ 245994 w 1238870"/>
              <a:gd name="connsiteY5" fmla="*/ 92349 h 852489"/>
              <a:gd name="connsiteX6" fmla="*/ 23501 w 1238870"/>
              <a:gd name="connsiteY6" fmla="*/ 568036 h 852489"/>
              <a:gd name="connsiteX7" fmla="*/ 552172 w 1238870"/>
              <a:gd name="connsiteY7" fmla="*/ 730697 h 852489"/>
              <a:gd name="connsiteX8" fmla="*/ 633056 w 1238870"/>
              <a:gd name="connsiteY8" fmla="*/ 852489 h 852489"/>
              <a:gd name="connsiteX0" fmla="*/ 633056 w 1237972"/>
              <a:gd name="connsiteY0" fmla="*/ 852489 h 852489"/>
              <a:gd name="connsiteX1" fmla="*/ 825461 w 1237972"/>
              <a:gd name="connsiteY1" fmla="*/ 773218 h 852489"/>
              <a:gd name="connsiteX2" fmla="*/ 1183087 w 1237972"/>
              <a:gd name="connsiteY2" fmla="*/ 617069 h 852489"/>
              <a:gd name="connsiteX3" fmla="*/ 1202325 w 1237972"/>
              <a:gd name="connsiteY3" fmla="*/ 173881 h 852489"/>
              <a:gd name="connsiteX4" fmla="*/ 981005 w 1237972"/>
              <a:gd name="connsiteY4" fmla="*/ 19225 h 852489"/>
              <a:gd name="connsiteX5" fmla="*/ 245994 w 1237972"/>
              <a:gd name="connsiteY5" fmla="*/ 92349 h 852489"/>
              <a:gd name="connsiteX6" fmla="*/ 23501 w 1237972"/>
              <a:gd name="connsiteY6" fmla="*/ 568036 h 852489"/>
              <a:gd name="connsiteX7" fmla="*/ 552172 w 1237972"/>
              <a:gd name="connsiteY7" fmla="*/ 730697 h 852489"/>
              <a:gd name="connsiteX8" fmla="*/ 633056 w 1237972"/>
              <a:gd name="connsiteY8" fmla="*/ 852489 h 85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solidFill>
            <a:schemeClr val="bg1"/>
          </a:solidFill>
          <a:ln w="1905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D415F49B-3CBC-46CF-AFB5-988852D0479E}"/>
              </a:ext>
            </a:extLst>
          </p:cNvPr>
          <p:cNvSpPr/>
          <p:nvPr/>
        </p:nvSpPr>
        <p:spPr>
          <a:xfrm rot="21133683" flipH="1">
            <a:off x="1010574" y="456230"/>
            <a:ext cx="9378187" cy="5238589"/>
          </a:xfrm>
          <a:custGeom>
            <a:avLst/>
            <a:gdLst>
              <a:gd name="connsiteX0" fmla="*/ 628580 w 1248448"/>
              <a:gd name="connsiteY0" fmla="*/ 873029 h 873038"/>
              <a:gd name="connsiteX1" fmla="*/ 820985 w 1248448"/>
              <a:gd name="connsiteY1" fmla="*/ 803115 h 873038"/>
              <a:gd name="connsiteX2" fmla="*/ 1179791 w 1248448"/>
              <a:gd name="connsiteY2" fmla="*/ 630332 h 873038"/>
              <a:gd name="connsiteX3" fmla="*/ 1178744 w 1248448"/>
              <a:gd name="connsiteY3" fmla="*/ 192753 h 873038"/>
              <a:gd name="connsiteX4" fmla="*/ 459416 w 1248448"/>
              <a:gd name="connsiteY4" fmla="*/ 32447 h 873038"/>
              <a:gd name="connsiteX5" fmla="*/ 7264 w 1248448"/>
              <a:gd name="connsiteY5" fmla="*/ 595184 h 873038"/>
              <a:gd name="connsiteX6" fmla="*/ 545617 w 1248448"/>
              <a:gd name="connsiteY6" fmla="*/ 737202 h 873038"/>
              <a:gd name="connsiteX7" fmla="*/ 628580 w 1248448"/>
              <a:gd name="connsiteY7" fmla="*/ 873029 h 873038"/>
              <a:gd name="connsiteX0" fmla="*/ 628618 w 1248446"/>
              <a:gd name="connsiteY0" fmla="*/ 873038 h 873038"/>
              <a:gd name="connsiteX1" fmla="*/ 821023 w 1248446"/>
              <a:gd name="connsiteY1" fmla="*/ 803124 h 873038"/>
              <a:gd name="connsiteX2" fmla="*/ 1179829 w 1248446"/>
              <a:gd name="connsiteY2" fmla="*/ 630341 h 873038"/>
              <a:gd name="connsiteX3" fmla="*/ 1178782 w 1248446"/>
              <a:gd name="connsiteY3" fmla="*/ 192762 h 873038"/>
              <a:gd name="connsiteX4" fmla="*/ 459454 w 1248446"/>
              <a:gd name="connsiteY4" fmla="*/ 32456 h 873038"/>
              <a:gd name="connsiteX5" fmla="*/ 7302 w 1248446"/>
              <a:gd name="connsiteY5" fmla="*/ 595193 h 873038"/>
              <a:gd name="connsiteX6" fmla="*/ 547734 w 1248446"/>
              <a:gd name="connsiteY6" fmla="*/ 751246 h 873038"/>
              <a:gd name="connsiteX7" fmla="*/ 628618 w 1248446"/>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55695"/>
              <a:gd name="connsiteY0" fmla="*/ 873038 h 873038"/>
              <a:gd name="connsiteX1" fmla="*/ 828272 w 1255695"/>
              <a:gd name="connsiteY1" fmla="*/ 803124 h 873038"/>
              <a:gd name="connsiteX2" fmla="*/ 1187078 w 1255695"/>
              <a:gd name="connsiteY2" fmla="*/ 630341 h 873038"/>
              <a:gd name="connsiteX3" fmla="*/ 1186031 w 1255695"/>
              <a:gd name="connsiteY3" fmla="*/ 192762 h 873038"/>
              <a:gd name="connsiteX4" fmla="*/ 466703 w 1255695"/>
              <a:gd name="connsiteY4" fmla="*/ 32456 h 873038"/>
              <a:gd name="connsiteX5" fmla="*/ 14551 w 1255695"/>
              <a:gd name="connsiteY5" fmla="*/ 595193 h 873038"/>
              <a:gd name="connsiteX6" fmla="*/ 554983 w 1255695"/>
              <a:gd name="connsiteY6" fmla="*/ 751246 h 873038"/>
              <a:gd name="connsiteX7" fmla="*/ 635867 w 1255695"/>
              <a:gd name="connsiteY7" fmla="*/ 873038 h 873038"/>
              <a:gd name="connsiteX0" fmla="*/ 635867 w 1249939"/>
              <a:gd name="connsiteY0" fmla="*/ 873038 h 873038"/>
              <a:gd name="connsiteX1" fmla="*/ 828272 w 1249939"/>
              <a:gd name="connsiteY1" fmla="*/ 793767 h 873038"/>
              <a:gd name="connsiteX2" fmla="*/ 1187078 w 1249939"/>
              <a:gd name="connsiteY2" fmla="*/ 630341 h 873038"/>
              <a:gd name="connsiteX3" fmla="*/ 1186031 w 1249939"/>
              <a:gd name="connsiteY3" fmla="*/ 192762 h 873038"/>
              <a:gd name="connsiteX4" fmla="*/ 466703 w 1249939"/>
              <a:gd name="connsiteY4" fmla="*/ 32456 h 873038"/>
              <a:gd name="connsiteX5" fmla="*/ 14551 w 1249939"/>
              <a:gd name="connsiteY5" fmla="*/ 595193 h 873038"/>
              <a:gd name="connsiteX6" fmla="*/ 554983 w 1249939"/>
              <a:gd name="connsiteY6" fmla="*/ 751246 h 873038"/>
              <a:gd name="connsiteX7" fmla="*/ 635867 w 1249939"/>
              <a:gd name="connsiteY7" fmla="*/ 873038 h 873038"/>
              <a:gd name="connsiteX0" fmla="*/ 615218 w 1229290"/>
              <a:gd name="connsiteY0" fmla="*/ 861281 h 861281"/>
              <a:gd name="connsiteX1" fmla="*/ 807623 w 1229290"/>
              <a:gd name="connsiteY1" fmla="*/ 782010 h 861281"/>
              <a:gd name="connsiteX2" fmla="*/ 1166429 w 1229290"/>
              <a:gd name="connsiteY2" fmla="*/ 618584 h 861281"/>
              <a:gd name="connsiteX3" fmla="*/ 1165382 w 1229290"/>
              <a:gd name="connsiteY3" fmla="*/ 181005 h 861281"/>
              <a:gd name="connsiteX4" fmla="*/ 446054 w 1229290"/>
              <a:gd name="connsiteY4" fmla="*/ 20699 h 861281"/>
              <a:gd name="connsiteX5" fmla="*/ 5663 w 1229290"/>
              <a:gd name="connsiteY5" fmla="*/ 576828 h 861281"/>
              <a:gd name="connsiteX6" fmla="*/ 534334 w 1229290"/>
              <a:gd name="connsiteY6" fmla="*/ 739489 h 861281"/>
              <a:gd name="connsiteX7" fmla="*/ 615218 w 1229290"/>
              <a:gd name="connsiteY7" fmla="*/ 861281 h 861281"/>
              <a:gd name="connsiteX0" fmla="*/ 619617 w 1233689"/>
              <a:gd name="connsiteY0" fmla="*/ 861281 h 861281"/>
              <a:gd name="connsiteX1" fmla="*/ 812022 w 1233689"/>
              <a:gd name="connsiteY1" fmla="*/ 782010 h 861281"/>
              <a:gd name="connsiteX2" fmla="*/ 1170828 w 1233689"/>
              <a:gd name="connsiteY2" fmla="*/ 618584 h 861281"/>
              <a:gd name="connsiteX3" fmla="*/ 1169781 w 1233689"/>
              <a:gd name="connsiteY3" fmla="*/ 181005 h 861281"/>
              <a:gd name="connsiteX4" fmla="*/ 450453 w 1233689"/>
              <a:gd name="connsiteY4" fmla="*/ 20699 h 861281"/>
              <a:gd name="connsiteX5" fmla="*/ 10062 w 1233689"/>
              <a:gd name="connsiteY5" fmla="*/ 576828 h 861281"/>
              <a:gd name="connsiteX6" fmla="*/ 538733 w 1233689"/>
              <a:gd name="connsiteY6" fmla="*/ 739489 h 861281"/>
              <a:gd name="connsiteX7" fmla="*/ 619617 w 1233689"/>
              <a:gd name="connsiteY7" fmla="*/ 861281 h 861281"/>
              <a:gd name="connsiteX0" fmla="*/ 619579 w 1239236"/>
              <a:gd name="connsiteY0" fmla="*/ 863398 h 863398"/>
              <a:gd name="connsiteX1" fmla="*/ 811984 w 1239236"/>
              <a:gd name="connsiteY1" fmla="*/ 784127 h 863398"/>
              <a:gd name="connsiteX2" fmla="*/ 1170790 w 1239236"/>
              <a:gd name="connsiteY2" fmla="*/ 620701 h 863398"/>
              <a:gd name="connsiteX3" fmla="*/ 1169743 w 1239236"/>
              <a:gd name="connsiteY3" fmla="*/ 183122 h 863398"/>
              <a:gd name="connsiteX4" fmla="*/ 451887 w 1239236"/>
              <a:gd name="connsiteY4" fmla="*/ 17855 h 863398"/>
              <a:gd name="connsiteX5" fmla="*/ 10024 w 1239236"/>
              <a:gd name="connsiteY5" fmla="*/ 578945 h 863398"/>
              <a:gd name="connsiteX6" fmla="*/ 538695 w 1239236"/>
              <a:gd name="connsiteY6" fmla="*/ 741606 h 863398"/>
              <a:gd name="connsiteX7" fmla="*/ 619579 w 1239236"/>
              <a:gd name="connsiteY7" fmla="*/ 863398 h 863398"/>
              <a:gd name="connsiteX0" fmla="*/ 623569 w 1243226"/>
              <a:gd name="connsiteY0" fmla="*/ 870437 h 870437"/>
              <a:gd name="connsiteX1" fmla="*/ 815974 w 1243226"/>
              <a:gd name="connsiteY1" fmla="*/ 791166 h 870437"/>
              <a:gd name="connsiteX2" fmla="*/ 1174780 w 1243226"/>
              <a:gd name="connsiteY2" fmla="*/ 627740 h 870437"/>
              <a:gd name="connsiteX3" fmla="*/ 1173733 w 1243226"/>
              <a:gd name="connsiteY3" fmla="*/ 190161 h 870437"/>
              <a:gd name="connsiteX4" fmla="*/ 455877 w 1243226"/>
              <a:gd name="connsiteY4" fmla="*/ 24894 h 870437"/>
              <a:gd name="connsiteX5" fmla="*/ 14014 w 1243226"/>
              <a:gd name="connsiteY5" fmla="*/ 585984 h 870437"/>
              <a:gd name="connsiteX6" fmla="*/ 542685 w 1243226"/>
              <a:gd name="connsiteY6" fmla="*/ 748645 h 870437"/>
              <a:gd name="connsiteX7" fmla="*/ 623569 w 1243226"/>
              <a:gd name="connsiteY7" fmla="*/ 870437 h 870437"/>
              <a:gd name="connsiteX0" fmla="*/ 624861 w 1244518"/>
              <a:gd name="connsiteY0" fmla="*/ 869274 h 869274"/>
              <a:gd name="connsiteX1" fmla="*/ 817266 w 1244518"/>
              <a:gd name="connsiteY1" fmla="*/ 790003 h 869274"/>
              <a:gd name="connsiteX2" fmla="*/ 1176072 w 1244518"/>
              <a:gd name="connsiteY2" fmla="*/ 626577 h 869274"/>
              <a:gd name="connsiteX3" fmla="*/ 1175025 w 1244518"/>
              <a:gd name="connsiteY3" fmla="*/ 188998 h 869274"/>
              <a:gd name="connsiteX4" fmla="*/ 457169 w 1244518"/>
              <a:gd name="connsiteY4" fmla="*/ 23731 h 869274"/>
              <a:gd name="connsiteX5" fmla="*/ 15306 w 1244518"/>
              <a:gd name="connsiteY5" fmla="*/ 584821 h 869274"/>
              <a:gd name="connsiteX6" fmla="*/ 543977 w 1244518"/>
              <a:gd name="connsiteY6" fmla="*/ 747482 h 869274"/>
              <a:gd name="connsiteX7" fmla="*/ 624861 w 1244518"/>
              <a:gd name="connsiteY7" fmla="*/ 869274 h 869274"/>
              <a:gd name="connsiteX0" fmla="*/ 619558 w 1235941"/>
              <a:gd name="connsiteY0" fmla="*/ 867295 h 867295"/>
              <a:gd name="connsiteX1" fmla="*/ 811963 w 1235941"/>
              <a:gd name="connsiteY1" fmla="*/ 788024 h 867295"/>
              <a:gd name="connsiteX2" fmla="*/ 1170769 w 1235941"/>
              <a:gd name="connsiteY2" fmla="*/ 624598 h 867295"/>
              <a:gd name="connsiteX3" fmla="*/ 1164738 w 1235941"/>
              <a:gd name="connsiteY3" fmla="*/ 164190 h 867295"/>
              <a:gd name="connsiteX4" fmla="*/ 451866 w 1235941"/>
              <a:gd name="connsiteY4" fmla="*/ 21752 h 867295"/>
              <a:gd name="connsiteX5" fmla="*/ 10003 w 1235941"/>
              <a:gd name="connsiteY5" fmla="*/ 582842 h 867295"/>
              <a:gd name="connsiteX6" fmla="*/ 538674 w 1235941"/>
              <a:gd name="connsiteY6" fmla="*/ 745503 h 867295"/>
              <a:gd name="connsiteX7" fmla="*/ 619558 w 1235941"/>
              <a:gd name="connsiteY7" fmla="*/ 867295 h 867295"/>
              <a:gd name="connsiteX0" fmla="*/ 622435 w 1238818"/>
              <a:gd name="connsiteY0" fmla="*/ 868328 h 868328"/>
              <a:gd name="connsiteX1" fmla="*/ 814840 w 1238818"/>
              <a:gd name="connsiteY1" fmla="*/ 789057 h 868328"/>
              <a:gd name="connsiteX2" fmla="*/ 1173646 w 1238818"/>
              <a:gd name="connsiteY2" fmla="*/ 625631 h 868328"/>
              <a:gd name="connsiteX3" fmla="*/ 1167615 w 1238818"/>
              <a:gd name="connsiteY3" fmla="*/ 165223 h 868328"/>
              <a:gd name="connsiteX4" fmla="*/ 454743 w 1238818"/>
              <a:gd name="connsiteY4" fmla="*/ 22785 h 868328"/>
              <a:gd name="connsiteX5" fmla="*/ 12880 w 1238818"/>
              <a:gd name="connsiteY5" fmla="*/ 583875 h 868328"/>
              <a:gd name="connsiteX6" fmla="*/ 541551 w 1238818"/>
              <a:gd name="connsiteY6" fmla="*/ 746536 h 868328"/>
              <a:gd name="connsiteX7" fmla="*/ 622435 w 1238818"/>
              <a:gd name="connsiteY7" fmla="*/ 868328 h 868328"/>
              <a:gd name="connsiteX0" fmla="*/ 618931 w 1201319"/>
              <a:gd name="connsiteY0" fmla="*/ 879992 h 879992"/>
              <a:gd name="connsiteX1" fmla="*/ 811336 w 1201319"/>
              <a:gd name="connsiteY1" fmla="*/ 800721 h 879992"/>
              <a:gd name="connsiteX2" fmla="*/ 1170142 w 1201319"/>
              <a:gd name="connsiteY2" fmla="*/ 637295 h 879992"/>
              <a:gd name="connsiteX3" fmla="*/ 1164111 w 1201319"/>
              <a:gd name="connsiteY3" fmla="*/ 176887 h 879992"/>
              <a:gd name="connsiteX4" fmla="*/ 1005959 w 1201319"/>
              <a:gd name="connsiteY4" fmla="*/ 73552 h 879992"/>
              <a:gd name="connsiteX5" fmla="*/ 451239 w 1201319"/>
              <a:gd name="connsiteY5" fmla="*/ 34449 h 879992"/>
              <a:gd name="connsiteX6" fmla="*/ 9376 w 1201319"/>
              <a:gd name="connsiteY6" fmla="*/ 595539 h 879992"/>
              <a:gd name="connsiteX7" fmla="*/ 538047 w 1201319"/>
              <a:gd name="connsiteY7" fmla="*/ 758200 h 879992"/>
              <a:gd name="connsiteX8" fmla="*/ 618931 w 1201319"/>
              <a:gd name="connsiteY8" fmla="*/ 879992 h 879992"/>
              <a:gd name="connsiteX0" fmla="*/ 618931 w 1214866"/>
              <a:gd name="connsiteY0" fmla="*/ 879992 h 879992"/>
              <a:gd name="connsiteX1" fmla="*/ 811336 w 1214866"/>
              <a:gd name="connsiteY1" fmla="*/ 800721 h 879992"/>
              <a:gd name="connsiteX2" fmla="*/ 1170142 w 1214866"/>
              <a:gd name="connsiteY2" fmla="*/ 637295 h 879992"/>
              <a:gd name="connsiteX3" fmla="*/ 1164111 w 1214866"/>
              <a:gd name="connsiteY3" fmla="*/ 176887 h 879992"/>
              <a:gd name="connsiteX4" fmla="*/ 1005959 w 1214866"/>
              <a:gd name="connsiteY4" fmla="*/ 73552 h 879992"/>
              <a:gd name="connsiteX5" fmla="*/ 451239 w 1214866"/>
              <a:gd name="connsiteY5" fmla="*/ 34449 h 879992"/>
              <a:gd name="connsiteX6" fmla="*/ 9376 w 1214866"/>
              <a:gd name="connsiteY6" fmla="*/ 595539 h 879992"/>
              <a:gd name="connsiteX7" fmla="*/ 538047 w 1214866"/>
              <a:gd name="connsiteY7" fmla="*/ 758200 h 879992"/>
              <a:gd name="connsiteX8" fmla="*/ 618931 w 1214866"/>
              <a:gd name="connsiteY8" fmla="*/ 879992 h 879992"/>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18871 w 1202016"/>
              <a:gd name="connsiteY0" fmla="*/ 888796 h 888796"/>
              <a:gd name="connsiteX1" fmla="*/ 811276 w 1202016"/>
              <a:gd name="connsiteY1" fmla="*/ 809525 h 888796"/>
              <a:gd name="connsiteX2" fmla="*/ 1170082 w 1202016"/>
              <a:gd name="connsiteY2" fmla="*/ 646099 h 888796"/>
              <a:gd name="connsiteX3" fmla="*/ 1164051 w 1202016"/>
              <a:gd name="connsiteY3" fmla="*/ 185691 h 888796"/>
              <a:gd name="connsiteX4" fmla="*/ 989748 w 1202016"/>
              <a:gd name="connsiteY4" fmla="*/ 54225 h 888796"/>
              <a:gd name="connsiteX5" fmla="*/ 451179 w 1202016"/>
              <a:gd name="connsiteY5" fmla="*/ 43253 h 888796"/>
              <a:gd name="connsiteX6" fmla="*/ 9316 w 1202016"/>
              <a:gd name="connsiteY6" fmla="*/ 604343 h 888796"/>
              <a:gd name="connsiteX7" fmla="*/ 537987 w 1202016"/>
              <a:gd name="connsiteY7" fmla="*/ 767004 h 888796"/>
              <a:gd name="connsiteX8" fmla="*/ 618871 w 1202016"/>
              <a:gd name="connsiteY8" fmla="*/ 888796 h 888796"/>
              <a:gd name="connsiteX0" fmla="*/ 620039 w 1203184"/>
              <a:gd name="connsiteY0" fmla="*/ 874240 h 874240"/>
              <a:gd name="connsiteX1" fmla="*/ 812444 w 1203184"/>
              <a:gd name="connsiteY1" fmla="*/ 794969 h 874240"/>
              <a:gd name="connsiteX2" fmla="*/ 1171250 w 1203184"/>
              <a:gd name="connsiteY2" fmla="*/ 631543 h 874240"/>
              <a:gd name="connsiteX3" fmla="*/ 1165219 w 1203184"/>
              <a:gd name="connsiteY3" fmla="*/ 171135 h 874240"/>
              <a:gd name="connsiteX4" fmla="*/ 990916 w 1203184"/>
              <a:gd name="connsiteY4" fmla="*/ 39669 h 874240"/>
              <a:gd name="connsiteX5" fmla="*/ 406775 w 1203184"/>
              <a:gd name="connsiteY5" fmla="*/ 50168 h 874240"/>
              <a:gd name="connsiteX6" fmla="*/ 10484 w 1203184"/>
              <a:gd name="connsiteY6" fmla="*/ 589787 h 874240"/>
              <a:gd name="connsiteX7" fmla="*/ 539155 w 1203184"/>
              <a:gd name="connsiteY7" fmla="*/ 752448 h 874240"/>
              <a:gd name="connsiteX8" fmla="*/ 620039 w 1203184"/>
              <a:gd name="connsiteY8" fmla="*/ 874240 h 874240"/>
              <a:gd name="connsiteX0" fmla="*/ 620213 w 1203358"/>
              <a:gd name="connsiteY0" fmla="*/ 867642 h 867642"/>
              <a:gd name="connsiteX1" fmla="*/ 812618 w 1203358"/>
              <a:gd name="connsiteY1" fmla="*/ 788371 h 867642"/>
              <a:gd name="connsiteX2" fmla="*/ 1171424 w 1203358"/>
              <a:gd name="connsiteY2" fmla="*/ 624945 h 867642"/>
              <a:gd name="connsiteX3" fmla="*/ 1165393 w 1203358"/>
              <a:gd name="connsiteY3" fmla="*/ 164537 h 867642"/>
              <a:gd name="connsiteX4" fmla="*/ 991090 w 1203358"/>
              <a:gd name="connsiteY4" fmla="*/ 33071 h 867642"/>
              <a:gd name="connsiteX5" fmla="*/ 406949 w 1203358"/>
              <a:gd name="connsiteY5" fmla="*/ 43570 h 867642"/>
              <a:gd name="connsiteX6" fmla="*/ 10658 w 1203358"/>
              <a:gd name="connsiteY6" fmla="*/ 583189 h 867642"/>
              <a:gd name="connsiteX7" fmla="*/ 539329 w 1203358"/>
              <a:gd name="connsiteY7" fmla="*/ 745850 h 867642"/>
              <a:gd name="connsiteX8" fmla="*/ 620213 w 1203358"/>
              <a:gd name="connsiteY8" fmla="*/ 867642 h 867642"/>
              <a:gd name="connsiteX0" fmla="*/ 621220 w 1204365"/>
              <a:gd name="connsiteY0" fmla="*/ 864871 h 864871"/>
              <a:gd name="connsiteX1" fmla="*/ 813625 w 1204365"/>
              <a:gd name="connsiteY1" fmla="*/ 785600 h 864871"/>
              <a:gd name="connsiteX2" fmla="*/ 1172431 w 1204365"/>
              <a:gd name="connsiteY2" fmla="*/ 622174 h 864871"/>
              <a:gd name="connsiteX3" fmla="*/ 1166400 w 1204365"/>
              <a:gd name="connsiteY3" fmla="*/ 161766 h 864871"/>
              <a:gd name="connsiteX4" fmla="*/ 992097 w 1204365"/>
              <a:gd name="connsiteY4" fmla="*/ 30300 h 864871"/>
              <a:gd name="connsiteX5" fmla="*/ 407956 w 1204365"/>
              <a:gd name="connsiteY5" fmla="*/ 40799 h 864871"/>
              <a:gd name="connsiteX6" fmla="*/ 11665 w 1204365"/>
              <a:gd name="connsiteY6" fmla="*/ 580418 h 864871"/>
              <a:gd name="connsiteX7" fmla="*/ 540336 w 1204365"/>
              <a:gd name="connsiteY7" fmla="*/ 743079 h 864871"/>
              <a:gd name="connsiteX8" fmla="*/ 621220 w 1204365"/>
              <a:gd name="connsiteY8" fmla="*/ 864871 h 864871"/>
              <a:gd name="connsiteX0" fmla="*/ 619935 w 1204190"/>
              <a:gd name="connsiteY0" fmla="*/ 873669 h 873669"/>
              <a:gd name="connsiteX1" fmla="*/ 812340 w 1204190"/>
              <a:gd name="connsiteY1" fmla="*/ 794398 h 873669"/>
              <a:gd name="connsiteX2" fmla="*/ 1171146 w 1204190"/>
              <a:gd name="connsiteY2" fmla="*/ 630972 h 873669"/>
              <a:gd name="connsiteX3" fmla="*/ 1165115 w 1204190"/>
              <a:gd name="connsiteY3" fmla="*/ 170564 h 873669"/>
              <a:gd name="connsiteX4" fmla="*/ 967884 w 1204190"/>
              <a:gd name="connsiteY4" fmla="*/ 40405 h 873669"/>
              <a:gd name="connsiteX5" fmla="*/ 406671 w 1204190"/>
              <a:gd name="connsiteY5" fmla="*/ 49597 h 873669"/>
              <a:gd name="connsiteX6" fmla="*/ 10380 w 1204190"/>
              <a:gd name="connsiteY6" fmla="*/ 589216 h 873669"/>
              <a:gd name="connsiteX7" fmla="*/ 539051 w 1204190"/>
              <a:gd name="connsiteY7" fmla="*/ 751877 h 873669"/>
              <a:gd name="connsiteX8" fmla="*/ 619935 w 1204190"/>
              <a:gd name="connsiteY8" fmla="*/ 873669 h 873669"/>
              <a:gd name="connsiteX0" fmla="*/ 628446 w 1212701"/>
              <a:gd name="connsiteY0" fmla="*/ 842371 h 842371"/>
              <a:gd name="connsiteX1" fmla="*/ 820851 w 1212701"/>
              <a:gd name="connsiteY1" fmla="*/ 763100 h 842371"/>
              <a:gd name="connsiteX2" fmla="*/ 1179657 w 1212701"/>
              <a:gd name="connsiteY2" fmla="*/ 599674 h 842371"/>
              <a:gd name="connsiteX3" fmla="*/ 1173626 w 1212701"/>
              <a:gd name="connsiteY3" fmla="*/ 139266 h 842371"/>
              <a:gd name="connsiteX4" fmla="*/ 976395 w 1212701"/>
              <a:gd name="connsiteY4" fmla="*/ 9107 h 842371"/>
              <a:gd name="connsiteX5" fmla="*/ 246714 w 1212701"/>
              <a:gd name="connsiteY5" fmla="*/ 97247 h 842371"/>
              <a:gd name="connsiteX6" fmla="*/ 18891 w 1212701"/>
              <a:gd name="connsiteY6" fmla="*/ 557918 h 842371"/>
              <a:gd name="connsiteX7" fmla="*/ 547562 w 1212701"/>
              <a:gd name="connsiteY7" fmla="*/ 720579 h 842371"/>
              <a:gd name="connsiteX8" fmla="*/ 628446 w 1212701"/>
              <a:gd name="connsiteY8" fmla="*/ 842371 h 842371"/>
              <a:gd name="connsiteX0" fmla="*/ 628446 w 1211895"/>
              <a:gd name="connsiteY0" fmla="*/ 842371 h 842371"/>
              <a:gd name="connsiteX1" fmla="*/ 820851 w 1211895"/>
              <a:gd name="connsiteY1" fmla="*/ 763100 h 842371"/>
              <a:gd name="connsiteX2" fmla="*/ 1178477 w 1211895"/>
              <a:gd name="connsiteY2" fmla="*/ 606951 h 842371"/>
              <a:gd name="connsiteX3" fmla="*/ 1173626 w 1211895"/>
              <a:gd name="connsiteY3" fmla="*/ 139266 h 842371"/>
              <a:gd name="connsiteX4" fmla="*/ 976395 w 1211895"/>
              <a:gd name="connsiteY4" fmla="*/ 9107 h 842371"/>
              <a:gd name="connsiteX5" fmla="*/ 246714 w 1211895"/>
              <a:gd name="connsiteY5" fmla="*/ 97247 h 842371"/>
              <a:gd name="connsiteX6" fmla="*/ 18891 w 1211895"/>
              <a:gd name="connsiteY6" fmla="*/ 557918 h 842371"/>
              <a:gd name="connsiteX7" fmla="*/ 547562 w 1211895"/>
              <a:gd name="connsiteY7" fmla="*/ 720579 h 842371"/>
              <a:gd name="connsiteX8" fmla="*/ 628446 w 1211895"/>
              <a:gd name="connsiteY8" fmla="*/ 842371 h 842371"/>
              <a:gd name="connsiteX0" fmla="*/ 628446 w 1218918"/>
              <a:gd name="connsiteY0" fmla="*/ 842371 h 842371"/>
              <a:gd name="connsiteX1" fmla="*/ 820851 w 1218918"/>
              <a:gd name="connsiteY1" fmla="*/ 763100 h 842371"/>
              <a:gd name="connsiteX2" fmla="*/ 1178477 w 1218918"/>
              <a:gd name="connsiteY2" fmla="*/ 606951 h 842371"/>
              <a:gd name="connsiteX3" fmla="*/ 1173626 w 1218918"/>
              <a:gd name="connsiteY3" fmla="*/ 139266 h 842371"/>
              <a:gd name="connsiteX4" fmla="*/ 976395 w 1218918"/>
              <a:gd name="connsiteY4" fmla="*/ 9107 h 842371"/>
              <a:gd name="connsiteX5" fmla="*/ 246714 w 1218918"/>
              <a:gd name="connsiteY5" fmla="*/ 97247 h 842371"/>
              <a:gd name="connsiteX6" fmla="*/ 18891 w 1218918"/>
              <a:gd name="connsiteY6" fmla="*/ 557918 h 842371"/>
              <a:gd name="connsiteX7" fmla="*/ 547562 w 1218918"/>
              <a:gd name="connsiteY7" fmla="*/ 720579 h 842371"/>
              <a:gd name="connsiteX8" fmla="*/ 628446 w 1218918"/>
              <a:gd name="connsiteY8" fmla="*/ 842371 h 842371"/>
              <a:gd name="connsiteX0" fmla="*/ 628446 w 1223727"/>
              <a:gd name="connsiteY0" fmla="*/ 842371 h 842371"/>
              <a:gd name="connsiteX1" fmla="*/ 820851 w 1223727"/>
              <a:gd name="connsiteY1" fmla="*/ 763100 h 842371"/>
              <a:gd name="connsiteX2" fmla="*/ 1178477 w 1223727"/>
              <a:gd name="connsiteY2" fmla="*/ 606951 h 842371"/>
              <a:gd name="connsiteX3" fmla="*/ 1173626 w 1223727"/>
              <a:gd name="connsiteY3" fmla="*/ 139266 h 842371"/>
              <a:gd name="connsiteX4" fmla="*/ 976395 w 1223727"/>
              <a:gd name="connsiteY4" fmla="*/ 9107 h 842371"/>
              <a:gd name="connsiteX5" fmla="*/ 246714 w 1223727"/>
              <a:gd name="connsiteY5" fmla="*/ 97247 h 842371"/>
              <a:gd name="connsiteX6" fmla="*/ 18891 w 1223727"/>
              <a:gd name="connsiteY6" fmla="*/ 557918 h 842371"/>
              <a:gd name="connsiteX7" fmla="*/ 547562 w 1223727"/>
              <a:gd name="connsiteY7" fmla="*/ 720579 h 842371"/>
              <a:gd name="connsiteX8" fmla="*/ 628446 w 1223727"/>
              <a:gd name="connsiteY8" fmla="*/ 842371 h 842371"/>
              <a:gd name="connsiteX0" fmla="*/ 628446 w 1232687"/>
              <a:gd name="connsiteY0" fmla="*/ 842371 h 842371"/>
              <a:gd name="connsiteX1" fmla="*/ 820851 w 1232687"/>
              <a:gd name="connsiteY1" fmla="*/ 763100 h 842371"/>
              <a:gd name="connsiteX2" fmla="*/ 1178477 w 1232687"/>
              <a:gd name="connsiteY2" fmla="*/ 606951 h 842371"/>
              <a:gd name="connsiteX3" fmla="*/ 1188606 w 1232687"/>
              <a:gd name="connsiteY3" fmla="*/ 158133 h 842371"/>
              <a:gd name="connsiteX4" fmla="*/ 976395 w 1232687"/>
              <a:gd name="connsiteY4" fmla="*/ 9107 h 842371"/>
              <a:gd name="connsiteX5" fmla="*/ 246714 w 1232687"/>
              <a:gd name="connsiteY5" fmla="*/ 97247 h 842371"/>
              <a:gd name="connsiteX6" fmla="*/ 18891 w 1232687"/>
              <a:gd name="connsiteY6" fmla="*/ 557918 h 842371"/>
              <a:gd name="connsiteX7" fmla="*/ 547562 w 1232687"/>
              <a:gd name="connsiteY7" fmla="*/ 720579 h 842371"/>
              <a:gd name="connsiteX8" fmla="*/ 628446 w 1232687"/>
              <a:gd name="connsiteY8" fmla="*/ 842371 h 842371"/>
              <a:gd name="connsiteX0" fmla="*/ 628446 w 1238631"/>
              <a:gd name="connsiteY0" fmla="*/ 842371 h 842371"/>
              <a:gd name="connsiteX1" fmla="*/ 820851 w 1238631"/>
              <a:gd name="connsiteY1" fmla="*/ 763100 h 842371"/>
              <a:gd name="connsiteX2" fmla="*/ 1178477 w 1238631"/>
              <a:gd name="connsiteY2" fmla="*/ 606951 h 842371"/>
              <a:gd name="connsiteX3" fmla="*/ 1197715 w 1238631"/>
              <a:gd name="connsiteY3" fmla="*/ 163763 h 842371"/>
              <a:gd name="connsiteX4" fmla="*/ 976395 w 1238631"/>
              <a:gd name="connsiteY4" fmla="*/ 9107 h 842371"/>
              <a:gd name="connsiteX5" fmla="*/ 246714 w 1238631"/>
              <a:gd name="connsiteY5" fmla="*/ 97247 h 842371"/>
              <a:gd name="connsiteX6" fmla="*/ 18891 w 1238631"/>
              <a:gd name="connsiteY6" fmla="*/ 557918 h 842371"/>
              <a:gd name="connsiteX7" fmla="*/ 547562 w 1238631"/>
              <a:gd name="connsiteY7" fmla="*/ 720579 h 842371"/>
              <a:gd name="connsiteX8" fmla="*/ 628446 w 1238631"/>
              <a:gd name="connsiteY8" fmla="*/ 842371 h 842371"/>
              <a:gd name="connsiteX0" fmla="*/ 632386 w 1242571"/>
              <a:gd name="connsiteY0" fmla="*/ 846766 h 846766"/>
              <a:gd name="connsiteX1" fmla="*/ 824791 w 1242571"/>
              <a:gd name="connsiteY1" fmla="*/ 767495 h 846766"/>
              <a:gd name="connsiteX2" fmla="*/ 1182417 w 1242571"/>
              <a:gd name="connsiteY2" fmla="*/ 611346 h 846766"/>
              <a:gd name="connsiteX3" fmla="*/ 1201655 w 1242571"/>
              <a:gd name="connsiteY3" fmla="*/ 168158 h 846766"/>
              <a:gd name="connsiteX4" fmla="*/ 980335 w 1242571"/>
              <a:gd name="connsiteY4" fmla="*/ 13502 h 846766"/>
              <a:gd name="connsiteX5" fmla="*/ 250654 w 1242571"/>
              <a:gd name="connsiteY5" fmla="*/ 101642 h 846766"/>
              <a:gd name="connsiteX6" fmla="*/ 22831 w 1242571"/>
              <a:gd name="connsiteY6" fmla="*/ 562313 h 846766"/>
              <a:gd name="connsiteX7" fmla="*/ 551502 w 1242571"/>
              <a:gd name="connsiteY7" fmla="*/ 724974 h 846766"/>
              <a:gd name="connsiteX8" fmla="*/ 632386 w 1242571"/>
              <a:gd name="connsiteY8" fmla="*/ 846766 h 846766"/>
              <a:gd name="connsiteX0" fmla="*/ 633056 w 1243241"/>
              <a:gd name="connsiteY0" fmla="*/ 846832 h 846832"/>
              <a:gd name="connsiteX1" fmla="*/ 825461 w 1243241"/>
              <a:gd name="connsiteY1" fmla="*/ 767561 h 846832"/>
              <a:gd name="connsiteX2" fmla="*/ 1183087 w 1243241"/>
              <a:gd name="connsiteY2" fmla="*/ 611412 h 846832"/>
              <a:gd name="connsiteX3" fmla="*/ 1202325 w 1243241"/>
              <a:gd name="connsiteY3" fmla="*/ 168224 h 846832"/>
              <a:gd name="connsiteX4" fmla="*/ 981005 w 1243241"/>
              <a:gd name="connsiteY4" fmla="*/ 13568 h 846832"/>
              <a:gd name="connsiteX5" fmla="*/ 245994 w 1243241"/>
              <a:gd name="connsiteY5" fmla="*/ 86692 h 846832"/>
              <a:gd name="connsiteX6" fmla="*/ 23501 w 1243241"/>
              <a:gd name="connsiteY6" fmla="*/ 562379 h 846832"/>
              <a:gd name="connsiteX7" fmla="*/ 552172 w 1243241"/>
              <a:gd name="connsiteY7" fmla="*/ 725040 h 846832"/>
              <a:gd name="connsiteX8" fmla="*/ 633056 w 1243241"/>
              <a:gd name="connsiteY8" fmla="*/ 846832 h 846832"/>
              <a:gd name="connsiteX0" fmla="*/ 633056 w 1243241"/>
              <a:gd name="connsiteY0" fmla="*/ 848503 h 848503"/>
              <a:gd name="connsiteX1" fmla="*/ 825461 w 1243241"/>
              <a:gd name="connsiteY1" fmla="*/ 769232 h 848503"/>
              <a:gd name="connsiteX2" fmla="*/ 1183087 w 1243241"/>
              <a:gd name="connsiteY2" fmla="*/ 613083 h 848503"/>
              <a:gd name="connsiteX3" fmla="*/ 1202325 w 1243241"/>
              <a:gd name="connsiteY3" fmla="*/ 169895 h 848503"/>
              <a:gd name="connsiteX4" fmla="*/ 981005 w 1243241"/>
              <a:gd name="connsiteY4" fmla="*/ 15239 h 848503"/>
              <a:gd name="connsiteX5" fmla="*/ 245994 w 1243241"/>
              <a:gd name="connsiteY5" fmla="*/ 88363 h 848503"/>
              <a:gd name="connsiteX6" fmla="*/ 23501 w 1243241"/>
              <a:gd name="connsiteY6" fmla="*/ 564050 h 848503"/>
              <a:gd name="connsiteX7" fmla="*/ 552172 w 1243241"/>
              <a:gd name="connsiteY7" fmla="*/ 726711 h 848503"/>
              <a:gd name="connsiteX8" fmla="*/ 633056 w 1243241"/>
              <a:gd name="connsiteY8" fmla="*/ 848503 h 848503"/>
              <a:gd name="connsiteX0" fmla="*/ 633056 w 1243241"/>
              <a:gd name="connsiteY0" fmla="*/ 852489 h 852489"/>
              <a:gd name="connsiteX1" fmla="*/ 825461 w 1243241"/>
              <a:gd name="connsiteY1" fmla="*/ 773218 h 852489"/>
              <a:gd name="connsiteX2" fmla="*/ 1183087 w 1243241"/>
              <a:gd name="connsiteY2" fmla="*/ 617069 h 852489"/>
              <a:gd name="connsiteX3" fmla="*/ 1202325 w 1243241"/>
              <a:gd name="connsiteY3" fmla="*/ 173881 h 852489"/>
              <a:gd name="connsiteX4" fmla="*/ 981005 w 1243241"/>
              <a:gd name="connsiteY4" fmla="*/ 19225 h 852489"/>
              <a:gd name="connsiteX5" fmla="*/ 245994 w 1243241"/>
              <a:gd name="connsiteY5" fmla="*/ 92349 h 852489"/>
              <a:gd name="connsiteX6" fmla="*/ 23501 w 1243241"/>
              <a:gd name="connsiteY6" fmla="*/ 568036 h 852489"/>
              <a:gd name="connsiteX7" fmla="*/ 552172 w 1243241"/>
              <a:gd name="connsiteY7" fmla="*/ 730697 h 852489"/>
              <a:gd name="connsiteX8" fmla="*/ 633056 w 1243241"/>
              <a:gd name="connsiteY8" fmla="*/ 852489 h 852489"/>
              <a:gd name="connsiteX0" fmla="*/ 633056 w 1238870"/>
              <a:gd name="connsiteY0" fmla="*/ 852489 h 852489"/>
              <a:gd name="connsiteX1" fmla="*/ 825461 w 1238870"/>
              <a:gd name="connsiteY1" fmla="*/ 773218 h 852489"/>
              <a:gd name="connsiteX2" fmla="*/ 1183087 w 1238870"/>
              <a:gd name="connsiteY2" fmla="*/ 617069 h 852489"/>
              <a:gd name="connsiteX3" fmla="*/ 1202325 w 1238870"/>
              <a:gd name="connsiteY3" fmla="*/ 173881 h 852489"/>
              <a:gd name="connsiteX4" fmla="*/ 981005 w 1238870"/>
              <a:gd name="connsiteY4" fmla="*/ 19225 h 852489"/>
              <a:gd name="connsiteX5" fmla="*/ 245994 w 1238870"/>
              <a:gd name="connsiteY5" fmla="*/ 92349 h 852489"/>
              <a:gd name="connsiteX6" fmla="*/ 23501 w 1238870"/>
              <a:gd name="connsiteY6" fmla="*/ 568036 h 852489"/>
              <a:gd name="connsiteX7" fmla="*/ 552172 w 1238870"/>
              <a:gd name="connsiteY7" fmla="*/ 730697 h 852489"/>
              <a:gd name="connsiteX8" fmla="*/ 633056 w 1238870"/>
              <a:gd name="connsiteY8" fmla="*/ 852489 h 852489"/>
              <a:gd name="connsiteX0" fmla="*/ 633056 w 1237972"/>
              <a:gd name="connsiteY0" fmla="*/ 852489 h 852489"/>
              <a:gd name="connsiteX1" fmla="*/ 825461 w 1237972"/>
              <a:gd name="connsiteY1" fmla="*/ 773218 h 852489"/>
              <a:gd name="connsiteX2" fmla="*/ 1183087 w 1237972"/>
              <a:gd name="connsiteY2" fmla="*/ 617069 h 852489"/>
              <a:gd name="connsiteX3" fmla="*/ 1202325 w 1237972"/>
              <a:gd name="connsiteY3" fmla="*/ 173881 h 852489"/>
              <a:gd name="connsiteX4" fmla="*/ 981005 w 1237972"/>
              <a:gd name="connsiteY4" fmla="*/ 19225 h 852489"/>
              <a:gd name="connsiteX5" fmla="*/ 245994 w 1237972"/>
              <a:gd name="connsiteY5" fmla="*/ 92349 h 852489"/>
              <a:gd name="connsiteX6" fmla="*/ 23501 w 1237972"/>
              <a:gd name="connsiteY6" fmla="*/ 568036 h 852489"/>
              <a:gd name="connsiteX7" fmla="*/ 552172 w 1237972"/>
              <a:gd name="connsiteY7" fmla="*/ 730697 h 852489"/>
              <a:gd name="connsiteX8" fmla="*/ 633056 w 1237972"/>
              <a:gd name="connsiteY8" fmla="*/ 852489 h 852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noFill/>
          <a:ln w="19050" cap="flat">
            <a:solidFill>
              <a:schemeClr val="tx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D80FF0C0-FC1A-4C5B-9FE5-09BA33FF7EE3}"/>
              </a:ext>
            </a:extLst>
          </p:cNvPr>
          <p:cNvSpPr>
            <a:spLocks noGrp="1"/>
          </p:cNvSpPr>
          <p:nvPr>
            <p:ph type="ctrTitle"/>
          </p:nvPr>
        </p:nvSpPr>
        <p:spPr>
          <a:xfrm>
            <a:off x="1956392" y="1398181"/>
            <a:ext cx="7134446" cy="2870791"/>
          </a:xfrm>
        </p:spPr>
        <p:txBody>
          <a:bodyPr anchor="ctr">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6E989092-15F8-4341-8D94-9E799301C51A}"/>
              </a:ext>
            </a:extLst>
          </p:cNvPr>
          <p:cNvSpPr>
            <a:spLocks noGrp="1"/>
          </p:cNvSpPr>
          <p:nvPr>
            <p:ph type="subTitle" idx="1"/>
          </p:nvPr>
        </p:nvSpPr>
        <p:spPr>
          <a:xfrm>
            <a:off x="6270835" y="5135527"/>
            <a:ext cx="4397164" cy="1057938"/>
          </a:xfrm>
        </p:spPr>
        <p:txBody>
          <a:bodyPr anchor="ctr">
            <a:normAutofit/>
          </a:bodyPr>
          <a:lstStyle>
            <a:lvl1pPr marL="0" indent="0" algn="l">
              <a:lnSpc>
                <a:spcPct val="100000"/>
              </a:lnSpc>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97328B-E858-4921-99C2-3B0BE1724C6F}"/>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5" name="Footer Placeholder 4">
            <a:extLst>
              <a:ext uri="{FF2B5EF4-FFF2-40B4-BE49-F238E27FC236}">
                <a16:creationId xmlns:a16="http://schemas.microsoft.com/office/drawing/2014/main" id="{ED381296-9B7B-4EF3-89B3-8B33E6070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C2FE59-6CD1-4D0F-8A06-10CA2D3836CD}"/>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123370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AC77D-9BA0-4A3B-B823-2059DC3C3D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811DB-C16F-4CED-97C6-73ABD71F33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14D3C-7343-4DD7-B816-0D4D66BD61BF}"/>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5" name="Footer Placeholder 4">
            <a:extLst>
              <a:ext uri="{FF2B5EF4-FFF2-40B4-BE49-F238E27FC236}">
                <a16:creationId xmlns:a16="http://schemas.microsoft.com/office/drawing/2014/main" id="{BE2409C8-4D7C-40EE-A12E-59CB555C72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222D5-7193-4F59-83B4-3C19E8B14952}"/>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947709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BEFA1-A4AB-4CF4-B02E-57AAED5719D6}"/>
              </a:ext>
            </a:extLst>
          </p:cNvPr>
          <p:cNvSpPr>
            <a:spLocks noGrp="1"/>
          </p:cNvSpPr>
          <p:nvPr>
            <p:ph type="title"/>
          </p:nvPr>
        </p:nvSpPr>
        <p:spPr>
          <a:xfrm>
            <a:off x="1621971" y="1709738"/>
            <a:ext cx="9165772" cy="2963271"/>
          </a:xfrm>
        </p:spPr>
        <p:txBody>
          <a:bodyPr anchor="b"/>
          <a:lstStyle>
            <a:lvl1pPr algn="ct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0AB406C-F19A-4393-9AD1-A300A7E452E8}"/>
              </a:ext>
            </a:extLst>
          </p:cNvPr>
          <p:cNvSpPr>
            <a:spLocks noGrp="1"/>
          </p:cNvSpPr>
          <p:nvPr>
            <p:ph type="body" idx="1"/>
          </p:nvPr>
        </p:nvSpPr>
        <p:spPr>
          <a:xfrm>
            <a:off x="1621971" y="4875028"/>
            <a:ext cx="9165772" cy="1052623"/>
          </a:xfrm>
        </p:spPr>
        <p:txBody>
          <a:bodyPr>
            <a:normAutofit/>
          </a:bodyPr>
          <a:lstStyle>
            <a:lvl1pPr marL="0" indent="0" algn="ctr">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7D7AE7-47F6-4023-8D44-8BA1DAB05FF2}"/>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5" name="Footer Placeholder 4">
            <a:extLst>
              <a:ext uri="{FF2B5EF4-FFF2-40B4-BE49-F238E27FC236}">
                <a16:creationId xmlns:a16="http://schemas.microsoft.com/office/drawing/2014/main" id="{57AB32FC-A974-44FC-9804-F871EE51DF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9ADE9-F40E-4E3B-AB8D-68CB1F4854A5}"/>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461778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4D816-3E01-4EFD-AD9C-783D674DA6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F53D69-34A7-451D-A902-5F6CD13343FE}"/>
              </a:ext>
            </a:extLst>
          </p:cNvPr>
          <p:cNvSpPr>
            <a:spLocks noGrp="1"/>
          </p:cNvSpPr>
          <p:nvPr>
            <p:ph sz="half" idx="1"/>
          </p:nvPr>
        </p:nvSpPr>
        <p:spPr>
          <a:xfrm>
            <a:off x="1020722" y="2095500"/>
            <a:ext cx="4999077" cy="3973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6E1E0E2-7D34-48E0-8795-546D2F00E2CF}"/>
              </a:ext>
            </a:extLst>
          </p:cNvPr>
          <p:cNvSpPr>
            <a:spLocks noGrp="1"/>
          </p:cNvSpPr>
          <p:nvPr>
            <p:ph sz="half" idx="2"/>
          </p:nvPr>
        </p:nvSpPr>
        <p:spPr>
          <a:xfrm>
            <a:off x="6281056" y="2095500"/>
            <a:ext cx="5072743" cy="3973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E005476-6B6D-4BA3-919B-5335D6429852}"/>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6" name="Footer Placeholder 5">
            <a:extLst>
              <a:ext uri="{FF2B5EF4-FFF2-40B4-BE49-F238E27FC236}">
                <a16:creationId xmlns:a16="http://schemas.microsoft.com/office/drawing/2014/main" id="{F5DB6D41-07E2-4F6D-BB39-217957FE76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E0CA9C-BFED-484F-B765-EA8CE4B4B783}"/>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866784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4AD2-5208-4201-90A7-F961876195F8}"/>
              </a:ext>
            </a:extLst>
          </p:cNvPr>
          <p:cNvSpPr>
            <a:spLocks noGrp="1"/>
          </p:cNvSpPr>
          <p:nvPr>
            <p:ph type="title"/>
          </p:nvPr>
        </p:nvSpPr>
        <p:spPr>
          <a:xfrm>
            <a:off x="1028700" y="702129"/>
            <a:ext cx="10326688" cy="1125675"/>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3A3FF53-BE24-42E9-BA12-BC5863CBFF1B}"/>
              </a:ext>
            </a:extLst>
          </p:cNvPr>
          <p:cNvSpPr>
            <a:spLocks noGrp="1"/>
          </p:cNvSpPr>
          <p:nvPr>
            <p:ph type="body" idx="1"/>
          </p:nvPr>
        </p:nvSpPr>
        <p:spPr>
          <a:xfrm>
            <a:off x="1028700" y="1827804"/>
            <a:ext cx="4968875"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67A84776-6678-4D27-9BE9-5D83FC9E884F}"/>
              </a:ext>
            </a:extLst>
          </p:cNvPr>
          <p:cNvSpPr>
            <a:spLocks noGrp="1"/>
          </p:cNvSpPr>
          <p:nvPr>
            <p:ph sz="half" idx="2"/>
          </p:nvPr>
        </p:nvSpPr>
        <p:spPr>
          <a:xfrm>
            <a:off x="1028700" y="2642191"/>
            <a:ext cx="4968875" cy="34024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58BCA2E2-5B30-43B4-8FCD-23015451F221}"/>
              </a:ext>
            </a:extLst>
          </p:cNvPr>
          <p:cNvSpPr>
            <a:spLocks noGrp="1"/>
          </p:cNvSpPr>
          <p:nvPr>
            <p:ph type="body" sz="quarter" idx="3"/>
          </p:nvPr>
        </p:nvSpPr>
        <p:spPr>
          <a:xfrm>
            <a:off x="6281054" y="1827804"/>
            <a:ext cx="5087034" cy="8143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CDA7B7A1-E670-4E7E-AEBA-340893DE8EE5}"/>
              </a:ext>
            </a:extLst>
          </p:cNvPr>
          <p:cNvSpPr>
            <a:spLocks noGrp="1"/>
          </p:cNvSpPr>
          <p:nvPr>
            <p:ph sz="quarter" idx="4"/>
          </p:nvPr>
        </p:nvSpPr>
        <p:spPr>
          <a:xfrm>
            <a:off x="6281054" y="2642191"/>
            <a:ext cx="5087034" cy="34024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3244D3AE-982A-4CC3-8456-4D4B0E35D993}"/>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8" name="Footer Placeholder 7">
            <a:extLst>
              <a:ext uri="{FF2B5EF4-FFF2-40B4-BE49-F238E27FC236}">
                <a16:creationId xmlns:a16="http://schemas.microsoft.com/office/drawing/2014/main" id="{56FE3087-09F9-4436-8236-8693EA4984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8413CB-0E24-4F96-AF8C-EE269ACCE783}"/>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982294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55CAD1C-D319-4A48-8DF9-50699231C977}"/>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4" name="Footer Placeholder 3">
            <a:extLst>
              <a:ext uri="{FF2B5EF4-FFF2-40B4-BE49-F238E27FC236}">
                <a16:creationId xmlns:a16="http://schemas.microsoft.com/office/drawing/2014/main" id="{FE3D0181-83E0-4AB1-B372-24D6C075B0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50352C-6317-4DD0-84C4-AE7DDAC55F0A}"/>
              </a:ext>
            </a:extLst>
          </p:cNvPr>
          <p:cNvSpPr>
            <a:spLocks noGrp="1"/>
          </p:cNvSpPr>
          <p:nvPr>
            <p:ph type="sldNum" sz="quarter" idx="12"/>
          </p:nvPr>
        </p:nvSpPr>
        <p:spPr/>
        <p:txBody>
          <a:bodyPr/>
          <a:lstStyle/>
          <a:p>
            <a:fld id="{7C7FAD9F-AEE9-406E-B720-57D2B9DB2816}" type="slidenum">
              <a:rPr lang="en-US" smtClean="0"/>
              <a:t>‹#›</a:t>
            </a:fld>
            <a:endParaRPr lang="en-US"/>
          </a:p>
        </p:txBody>
      </p:sp>
      <p:sp>
        <p:nvSpPr>
          <p:cNvPr id="6" name="Freeform: Shape 5">
            <a:extLst>
              <a:ext uri="{FF2B5EF4-FFF2-40B4-BE49-F238E27FC236}">
                <a16:creationId xmlns:a16="http://schemas.microsoft.com/office/drawing/2014/main" id="{48F340C5-9EBB-43D9-91F5-F767DBD59BBF}"/>
              </a:ext>
              <a:ext uri="{C183D7F6-B498-43B3-948B-1728B52AA6E4}">
                <adec:decorative xmlns:adec="http://schemas.microsoft.com/office/drawing/2017/decorative" val="1"/>
              </a:ext>
            </a:extLst>
          </p:cNvPr>
          <p:cNvSpPr/>
          <p:nvPr/>
        </p:nvSpPr>
        <p:spPr>
          <a:xfrm rot="492880">
            <a:off x="2401240" y="1130240"/>
            <a:ext cx="8982171" cy="5009917"/>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 name="connsiteX0" fmla="*/ 410902 w 1087836"/>
              <a:gd name="connsiteY0" fmla="*/ 719810 h 719810"/>
              <a:gd name="connsiteX1" fmla="*/ 556253 w 1087836"/>
              <a:gd name="connsiteY1" fmla="*/ 631133 h 719810"/>
              <a:gd name="connsiteX2" fmla="*/ 947069 w 1087836"/>
              <a:gd name="connsiteY2" fmla="*/ 542739 h 719810"/>
              <a:gd name="connsiteX3" fmla="*/ 1080795 w 1087836"/>
              <a:gd name="connsiteY3" fmla="*/ 251657 h 719810"/>
              <a:gd name="connsiteX4" fmla="*/ 800760 w 1087836"/>
              <a:gd name="connsiteY4" fmla="*/ 6 h 719810"/>
              <a:gd name="connsiteX5" fmla="*/ 5261 w 1087836"/>
              <a:gd name="connsiteY5" fmla="*/ 248982 h 719810"/>
              <a:gd name="connsiteX6" fmla="*/ 343560 w 1087836"/>
              <a:gd name="connsiteY6" fmla="*/ 645039 h 719810"/>
              <a:gd name="connsiteX7" fmla="*/ 410902 w 1087836"/>
              <a:gd name="connsiteY7" fmla="*/ 719810 h 719810"/>
              <a:gd name="connsiteX0" fmla="*/ 412791 w 1089725"/>
              <a:gd name="connsiteY0" fmla="*/ 726835 h 726835"/>
              <a:gd name="connsiteX1" fmla="*/ 558142 w 1089725"/>
              <a:gd name="connsiteY1" fmla="*/ 638158 h 726835"/>
              <a:gd name="connsiteX2" fmla="*/ 948958 w 1089725"/>
              <a:gd name="connsiteY2" fmla="*/ 549764 h 726835"/>
              <a:gd name="connsiteX3" fmla="*/ 1082684 w 1089725"/>
              <a:gd name="connsiteY3" fmla="*/ 258682 h 726835"/>
              <a:gd name="connsiteX4" fmla="*/ 802649 w 1089725"/>
              <a:gd name="connsiteY4" fmla="*/ 7031 h 726835"/>
              <a:gd name="connsiteX5" fmla="*/ 171027 w 1089725"/>
              <a:gd name="connsiteY5" fmla="*/ 85967 h 726835"/>
              <a:gd name="connsiteX6" fmla="*/ 7150 w 1089725"/>
              <a:gd name="connsiteY6" fmla="*/ 256007 h 726835"/>
              <a:gd name="connsiteX7" fmla="*/ 345449 w 1089725"/>
              <a:gd name="connsiteY7" fmla="*/ 652064 h 726835"/>
              <a:gd name="connsiteX8" fmla="*/ 412791 w 1089725"/>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7340 w 1084274"/>
              <a:gd name="connsiteY0" fmla="*/ 726835 h 726835"/>
              <a:gd name="connsiteX1" fmla="*/ 552691 w 1084274"/>
              <a:gd name="connsiteY1" fmla="*/ 638158 h 726835"/>
              <a:gd name="connsiteX2" fmla="*/ 943507 w 1084274"/>
              <a:gd name="connsiteY2" fmla="*/ 549764 h 726835"/>
              <a:gd name="connsiteX3" fmla="*/ 1077233 w 1084274"/>
              <a:gd name="connsiteY3" fmla="*/ 258682 h 726835"/>
              <a:gd name="connsiteX4" fmla="*/ 797198 w 1084274"/>
              <a:gd name="connsiteY4" fmla="*/ 7031 h 726835"/>
              <a:gd name="connsiteX5" fmla="*/ 165576 w 1084274"/>
              <a:gd name="connsiteY5" fmla="*/ 85967 h 726835"/>
              <a:gd name="connsiteX6" fmla="*/ 5798 w 1084274"/>
              <a:gd name="connsiteY6" fmla="*/ 285590 h 726835"/>
              <a:gd name="connsiteX7" fmla="*/ 339998 w 1084274"/>
              <a:gd name="connsiteY7" fmla="*/ 652064 h 726835"/>
              <a:gd name="connsiteX8" fmla="*/ 407340 w 1084274"/>
              <a:gd name="connsiteY8" fmla="*/ 726835 h 726835"/>
              <a:gd name="connsiteX0" fmla="*/ 405193 w 1082127"/>
              <a:gd name="connsiteY0" fmla="*/ 726835 h 726835"/>
              <a:gd name="connsiteX1" fmla="*/ 550544 w 1082127"/>
              <a:gd name="connsiteY1" fmla="*/ 638158 h 726835"/>
              <a:gd name="connsiteX2" fmla="*/ 941360 w 1082127"/>
              <a:gd name="connsiteY2" fmla="*/ 549764 h 726835"/>
              <a:gd name="connsiteX3" fmla="*/ 1075086 w 1082127"/>
              <a:gd name="connsiteY3" fmla="*/ 258682 h 726835"/>
              <a:gd name="connsiteX4" fmla="*/ 795051 w 1082127"/>
              <a:gd name="connsiteY4" fmla="*/ 7031 h 726835"/>
              <a:gd name="connsiteX5" fmla="*/ 163429 w 1082127"/>
              <a:gd name="connsiteY5" fmla="*/ 85967 h 726835"/>
              <a:gd name="connsiteX6" fmla="*/ 5959 w 1082127"/>
              <a:gd name="connsiteY6" fmla="*/ 336874 h 726835"/>
              <a:gd name="connsiteX7" fmla="*/ 337851 w 1082127"/>
              <a:gd name="connsiteY7" fmla="*/ 652064 h 726835"/>
              <a:gd name="connsiteX8" fmla="*/ 405193 w 1082127"/>
              <a:gd name="connsiteY8" fmla="*/ 726835 h 726835"/>
              <a:gd name="connsiteX0" fmla="*/ 405097 w 1082031"/>
              <a:gd name="connsiteY0" fmla="*/ 727553 h 727553"/>
              <a:gd name="connsiteX1" fmla="*/ 550448 w 1082031"/>
              <a:gd name="connsiteY1" fmla="*/ 638876 h 727553"/>
              <a:gd name="connsiteX2" fmla="*/ 941264 w 1082031"/>
              <a:gd name="connsiteY2" fmla="*/ 550482 h 727553"/>
              <a:gd name="connsiteX3" fmla="*/ 1074990 w 1082031"/>
              <a:gd name="connsiteY3" fmla="*/ 259400 h 727553"/>
              <a:gd name="connsiteX4" fmla="*/ 794955 w 1082031"/>
              <a:gd name="connsiteY4" fmla="*/ 7749 h 727553"/>
              <a:gd name="connsiteX5" fmla="*/ 164686 w 1082031"/>
              <a:gd name="connsiteY5" fmla="*/ 81610 h 727553"/>
              <a:gd name="connsiteX6" fmla="*/ 5863 w 1082031"/>
              <a:gd name="connsiteY6" fmla="*/ 337592 h 727553"/>
              <a:gd name="connsiteX7" fmla="*/ 337755 w 1082031"/>
              <a:gd name="connsiteY7" fmla="*/ 652782 h 727553"/>
              <a:gd name="connsiteX8" fmla="*/ 405097 w 1082031"/>
              <a:gd name="connsiteY8" fmla="*/ 727553 h 727553"/>
              <a:gd name="connsiteX0" fmla="*/ 427815 w 1104749"/>
              <a:gd name="connsiteY0" fmla="*/ 727553 h 727553"/>
              <a:gd name="connsiteX1" fmla="*/ 573166 w 1104749"/>
              <a:gd name="connsiteY1" fmla="*/ 638876 h 727553"/>
              <a:gd name="connsiteX2" fmla="*/ 963982 w 1104749"/>
              <a:gd name="connsiteY2" fmla="*/ 550482 h 727553"/>
              <a:gd name="connsiteX3" fmla="*/ 1097708 w 1104749"/>
              <a:gd name="connsiteY3" fmla="*/ 259400 h 727553"/>
              <a:gd name="connsiteX4" fmla="*/ 817673 w 1104749"/>
              <a:gd name="connsiteY4" fmla="*/ 7749 h 727553"/>
              <a:gd name="connsiteX5" fmla="*/ 187404 w 1104749"/>
              <a:gd name="connsiteY5" fmla="*/ 81610 h 727553"/>
              <a:gd name="connsiteX6" fmla="*/ 4537 w 1104749"/>
              <a:gd name="connsiteY6" fmla="*/ 344274 h 727553"/>
              <a:gd name="connsiteX7" fmla="*/ 360473 w 1104749"/>
              <a:gd name="connsiteY7" fmla="*/ 652782 h 727553"/>
              <a:gd name="connsiteX8" fmla="*/ 427815 w 1104749"/>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37503 w 1114437"/>
              <a:gd name="connsiteY0" fmla="*/ 727553 h 727553"/>
              <a:gd name="connsiteX1" fmla="*/ 582854 w 1114437"/>
              <a:gd name="connsiteY1" fmla="*/ 638876 h 727553"/>
              <a:gd name="connsiteX2" fmla="*/ 973670 w 1114437"/>
              <a:gd name="connsiteY2" fmla="*/ 550482 h 727553"/>
              <a:gd name="connsiteX3" fmla="*/ 1107396 w 1114437"/>
              <a:gd name="connsiteY3" fmla="*/ 259400 h 727553"/>
              <a:gd name="connsiteX4" fmla="*/ 827361 w 1114437"/>
              <a:gd name="connsiteY4" fmla="*/ 7749 h 727553"/>
              <a:gd name="connsiteX5" fmla="*/ 197092 w 1114437"/>
              <a:gd name="connsiteY5" fmla="*/ 81610 h 727553"/>
              <a:gd name="connsiteX6" fmla="*/ 0 w 1114437"/>
              <a:gd name="connsiteY6" fmla="*/ 341962 h 727553"/>
              <a:gd name="connsiteX7" fmla="*/ 370161 w 1114437"/>
              <a:gd name="connsiteY7" fmla="*/ 652782 h 727553"/>
              <a:gd name="connsiteX8" fmla="*/ 437503 w 1114437"/>
              <a:gd name="connsiteY8" fmla="*/ 727553 h 727553"/>
              <a:gd name="connsiteX0" fmla="*/ 463684 w 1140618"/>
              <a:gd name="connsiteY0" fmla="*/ 727553 h 727553"/>
              <a:gd name="connsiteX1" fmla="*/ 609035 w 1140618"/>
              <a:gd name="connsiteY1" fmla="*/ 638876 h 727553"/>
              <a:gd name="connsiteX2" fmla="*/ 999851 w 1140618"/>
              <a:gd name="connsiteY2" fmla="*/ 550482 h 727553"/>
              <a:gd name="connsiteX3" fmla="*/ 1133577 w 1140618"/>
              <a:gd name="connsiteY3" fmla="*/ 259400 h 727553"/>
              <a:gd name="connsiteX4" fmla="*/ 853542 w 1140618"/>
              <a:gd name="connsiteY4" fmla="*/ 7749 h 727553"/>
              <a:gd name="connsiteX5" fmla="*/ 223273 w 1140618"/>
              <a:gd name="connsiteY5" fmla="*/ 81610 h 727553"/>
              <a:gd name="connsiteX6" fmla="*/ 0 w 1140618"/>
              <a:gd name="connsiteY6" fmla="*/ 343816 h 727553"/>
              <a:gd name="connsiteX7" fmla="*/ 396342 w 1140618"/>
              <a:gd name="connsiteY7" fmla="*/ 652782 h 727553"/>
              <a:gd name="connsiteX8" fmla="*/ 463684 w 1140618"/>
              <a:gd name="connsiteY8" fmla="*/ 727553 h 727553"/>
              <a:gd name="connsiteX0" fmla="*/ 463684 w 1140714"/>
              <a:gd name="connsiteY0" fmla="*/ 719277 h 719277"/>
              <a:gd name="connsiteX1" fmla="*/ 609035 w 1140714"/>
              <a:gd name="connsiteY1" fmla="*/ 630600 h 719277"/>
              <a:gd name="connsiteX2" fmla="*/ 999851 w 1140714"/>
              <a:gd name="connsiteY2" fmla="*/ 542206 h 719277"/>
              <a:gd name="connsiteX3" fmla="*/ 1133577 w 1140714"/>
              <a:gd name="connsiteY3" fmla="*/ 251124 h 719277"/>
              <a:gd name="connsiteX4" fmla="*/ 852002 w 1140714"/>
              <a:gd name="connsiteY4" fmla="*/ 8636 h 719277"/>
              <a:gd name="connsiteX5" fmla="*/ 223273 w 1140714"/>
              <a:gd name="connsiteY5" fmla="*/ 73334 h 719277"/>
              <a:gd name="connsiteX6" fmla="*/ 0 w 1140714"/>
              <a:gd name="connsiteY6" fmla="*/ 335540 h 719277"/>
              <a:gd name="connsiteX7" fmla="*/ 396342 w 1140714"/>
              <a:gd name="connsiteY7" fmla="*/ 644506 h 719277"/>
              <a:gd name="connsiteX8" fmla="*/ 463684 w 1140714"/>
              <a:gd name="connsiteY8" fmla="*/ 719277 h 719277"/>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6732"/>
              <a:gd name="connsiteY0" fmla="*/ 721380 h 721380"/>
              <a:gd name="connsiteX1" fmla="*/ 610575 w 1136732"/>
              <a:gd name="connsiteY1" fmla="*/ 643699 h 721380"/>
              <a:gd name="connsiteX2" fmla="*/ 999851 w 1136732"/>
              <a:gd name="connsiteY2" fmla="*/ 544309 h 721380"/>
              <a:gd name="connsiteX3" fmla="*/ 1133577 w 1136732"/>
              <a:gd name="connsiteY3" fmla="*/ 253227 h 721380"/>
              <a:gd name="connsiteX4" fmla="*/ 852002 w 1136732"/>
              <a:gd name="connsiteY4" fmla="*/ 10739 h 721380"/>
              <a:gd name="connsiteX5" fmla="*/ 223273 w 1136732"/>
              <a:gd name="connsiteY5" fmla="*/ 64441 h 721380"/>
              <a:gd name="connsiteX6" fmla="*/ 0 w 1136732"/>
              <a:gd name="connsiteY6" fmla="*/ 337643 h 721380"/>
              <a:gd name="connsiteX7" fmla="*/ 396342 w 1136732"/>
              <a:gd name="connsiteY7" fmla="*/ 646609 h 721380"/>
              <a:gd name="connsiteX8" fmla="*/ 463684 w 1136732"/>
              <a:gd name="connsiteY8" fmla="*/ 721380 h 721380"/>
              <a:gd name="connsiteX0" fmla="*/ 463684 w 1121891"/>
              <a:gd name="connsiteY0" fmla="*/ 721255 h 721255"/>
              <a:gd name="connsiteX1" fmla="*/ 610575 w 1121891"/>
              <a:gd name="connsiteY1" fmla="*/ 643574 h 721255"/>
              <a:gd name="connsiteX2" fmla="*/ 999851 w 1121891"/>
              <a:gd name="connsiteY2" fmla="*/ 544184 h 721255"/>
              <a:gd name="connsiteX3" fmla="*/ 1118177 w 1121891"/>
              <a:gd name="connsiteY3" fmla="*/ 251269 h 721255"/>
              <a:gd name="connsiteX4" fmla="*/ 852002 w 1121891"/>
              <a:gd name="connsiteY4" fmla="*/ 10614 h 721255"/>
              <a:gd name="connsiteX5" fmla="*/ 223273 w 1121891"/>
              <a:gd name="connsiteY5" fmla="*/ 64316 h 721255"/>
              <a:gd name="connsiteX6" fmla="*/ 0 w 1121891"/>
              <a:gd name="connsiteY6" fmla="*/ 337518 h 721255"/>
              <a:gd name="connsiteX7" fmla="*/ 396342 w 1121891"/>
              <a:gd name="connsiteY7" fmla="*/ 646484 h 721255"/>
              <a:gd name="connsiteX8" fmla="*/ 463684 w 1121891"/>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354"/>
              <a:gd name="connsiteY0" fmla="*/ 721255 h 721255"/>
              <a:gd name="connsiteX1" fmla="*/ 610575 w 1123354"/>
              <a:gd name="connsiteY1" fmla="*/ 643574 h 721255"/>
              <a:gd name="connsiteX2" fmla="*/ 999851 w 1123354"/>
              <a:gd name="connsiteY2" fmla="*/ 549682 h 721255"/>
              <a:gd name="connsiteX3" fmla="*/ 1118177 w 1123354"/>
              <a:gd name="connsiteY3" fmla="*/ 251269 h 721255"/>
              <a:gd name="connsiteX4" fmla="*/ 852002 w 1123354"/>
              <a:gd name="connsiteY4" fmla="*/ 10614 h 721255"/>
              <a:gd name="connsiteX5" fmla="*/ 223273 w 1123354"/>
              <a:gd name="connsiteY5" fmla="*/ 64316 h 721255"/>
              <a:gd name="connsiteX6" fmla="*/ 0 w 1123354"/>
              <a:gd name="connsiteY6" fmla="*/ 337518 h 721255"/>
              <a:gd name="connsiteX7" fmla="*/ 396342 w 1123354"/>
              <a:gd name="connsiteY7" fmla="*/ 646484 h 721255"/>
              <a:gd name="connsiteX8" fmla="*/ 463684 w 1123354"/>
              <a:gd name="connsiteY8" fmla="*/ 721255 h 721255"/>
              <a:gd name="connsiteX0" fmla="*/ 411324 w 1070994"/>
              <a:gd name="connsiteY0" fmla="*/ 721255 h 721255"/>
              <a:gd name="connsiteX1" fmla="*/ 558215 w 1070994"/>
              <a:gd name="connsiteY1" fmla="*/ 643574 h 721255"/>
              <a:gd name="connsiteX2" fmla="*/ 947491 w 1070994"/>
              <a:gd name="connsiteY2" fmla="*/ 549682 h 721255"/>
              <a:gd name="connsiteX3" fmla="*/ 1065817 w 1070994"/>
              <a:gd name="connsiteY3" fmla="*/ 251269 h 721255"/>
              <a:gd name="connsiteX4" fmla="*/ 799642 w 1070994"/>
              <a:gd name="connsiteY4" fmla="*/ 10614 h 721255"/>
              <a:gd name="connsiteX5" fmla="*/ 170913 w 1070994"/>
              <a:gd name="connsiteY5" fmla="*/ 64316 h 721255"/>
              <a:gd name="connsiteX6" fmla="*/ 0 w 1070994"/>
              <a:gd name="connsiteY6" fmla="*/ 339351 h 721255"/>
              <a:gd name="connsiteX7" fmla="*/ 343982 w 1070994"/>
              <a:gd name="connsiteY7" fmla="*/ 646484 h 721255"/>
              <a:gd name="connsiteX8" fmla="*/ 411324 w 107099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3864 h 723864"/>
              <a:gd name="connsiteX1" fmla="*/ 538195 w 1050974"/>
              <a:gd name="connsiteY1" fmla="*/ 646183 h 723864"/>
              <a:gd name="connsiteX2" fmla="*/ 927471 w 1050974"/>
              <a:gd name="connsiteY2" fmla="*/ 552291 h 723864"/>
              <a:gd name="connsiteX3" fmla="*/ 1045797 w 1050974"/>
              <a:gd name="connsiteY3" fmla="*/ 253878 h 723864"/>
              <a:gd name="connsiteX4" fmla="*/ 779622 w 1050974"/>
              <a:gd name="connsiteY4" fmla="*/ 13223 h 723864"/>
              <a:gd name="connsiteX5" fmla="*/ 201713 w 1050974"/>
              <a:gd name="connsiteY5" fmla="*/ 55929 h 723864"/>
              <a:gd name="connsiteX6" fmla="*/ 0 w 1050974"/>
              <a:gd name="connsiteY6" fmla="*/ 341960 h 723864"/>
              <a:gd name="connsiteX7" fmla="*/ 323962 w 1050974"/>
              <a:gd name="connsiteY7" fmla="*/ 649093 h 723864"/>
              <a:gd name="connsiteX8" fmla="*/ 391304 w 1050974"/>
              <a:gd name="connsiteY8" fmla="*/ 723864 h 723864"/>
              <a:gd name="connsiteX0" fmla="*/ 391304 w 1050974"/>
              <a:gd name="connsiteY0" fmla="*/ 722931 h 722931"/>
              <a:gd name="connsiteX1" fmla="*/ 538195 w 1050974"/>
              <a:gd name="connsiteY1" fmla="*/ 645250 h 722931"/>
              <a:gd name="connsiteX2" fmla="*/ 927471 w 1050974"/>
              <a:gd name="connsiteY2" fmla="*/ 551358 h 722931"/>
              <a:gd name="connsiteX3" fmla="*/ 1045797 w 1050974"/>
              <a:gd name="connsiteY3" fmla="*/ 252945 h 722931"/>
              <a:gd name="connsiteX4" fmla="*/ 779622 w 1050974"/>
              <a:gd name="connsiteY4" fmla="*/ 12290 h 722931"/>
              <a:gd name="connsiteX5" fmla="*/ 215573 w 1050974"/>
              <a:gd name="connsiteY5" fmla="*/ 58661 h 722931"/>
              <a:gd name="connsiteX6" fmla="*/ 0 w 1050974"/>
              <a:gd name="connsiteY6" fmla="*/ 341027 h 722931"/>
              <a:gd name="connsiteX7" fmla="*/ 323962 w 1050974"/>
              <a:gd name="connsiteY7" fmla="*/ 648160 h 722931"/>
              <a:gd name="connsiteX8" fmla="*/ 391304 w 1050974"/>
              <a:gd name="connsiteY8" fmla="*/ 722931 h 722931"/>
              <a:gd name="connsiteX0" fmla="*/ 382064 w 1041734"/>
              <a:gd name="connsiteY0" fmla="*/ 722931 h 722931"/>
              <a:gd name="connsiteX1" fmla="*/ 528955 w 1041734"/>
              <a:gd name="connsiteY1" fmla="*/ 645250 h 722931"/>
              <a:gd name="connsiteX2" fmla="*/ 918231 w 1041734"/>
              <a:gd name="connsiteY2" fmla="*/ 551358 h 722931"/>
              <a:gd name="connsiteX3" fmla="*/ 1036557 w 1041734"/>
              <a:gd name="connsiteY3" fmla="*/ 252945 h 722931"/>
              <a:gd name="connsiteX4" fmla="*/ 770382 w 1041734"/>
              <a:gd name="connsiteY4" fmla="*/ 12290 h 722931"/>
              <a:gd name="connsiteX5" fmla="*/ 206333 w 1041734"/>
              <a:gd name="connsiteY5" fmla="*/ 58661 h 722931"/>
              <a:gd name="connsiteX6" fmla="*/ 0 w 1041734"/>
              <a:gd name="connsiteY6" fmla="*/ 342860 h 722931"/>
              <a:gd name="connsiteX7" fmla="*/ 314722 w 1041734"/>
              <a:gd name="connsiteY7" fmla="*/ 648160 h 722931"/>
              <a:gd name="connsiteX8" fmla="*/ 382064 w 1041734"/>
              <a:gd name="connsiteY8" fmla="*/ 722931 h 72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734" h="722931">
                <a:moveTo>
                  <a:pt x="382064" y="722931"/>
                </a:moveTo>
                <a:cubicBezTo>
                  <a:pt x="406019" y="660055"/>
                  <a:pt x="439594" y="666515"/>
                  <a:pt x="528955" y="645250"/>
                </a:cubicBezTo>
                <a:cubicBezTo>
                  <a:pt x="618316" y="623985"/>
                  <a:pt x="833631" y="616742"/>
                  <a:pt x="918231" y="551358"/>
                </a:cubicBezTo>
                <a:cubicBezTo>
                  <a:pt x="1002831" y="485974"/>
                  <a:pt x="1059658" y="370279"/>
                  <a:pt x="1036557" y="252945"/>
                </a:cubicBezTo>
                <a:cubicBezTo>
                  <a:pt x="1013456" y="135611"/>
                  <a:pt x="908753" y="44671"/>
                  <a:pt x="770382" y="12290"/>
                </a:cubicBezTo>
                <a:cubicBezTo>
                  <a:pt x="632011" y="-20091"/>
                  <a:pt x="338916" y="17165"/>
                  <a:pt x="206333" y="58661"/>
                </a:cubicBezTo>
                <a:cubicBezTo>
                  <a:pt x="73750" y="100157"/>
                  <a:pt x="1822" y="199023"/>
                  <a:pt x="0" y="342860"/>
                </a:cubicBezTo>
                <a:cubicBezTo>
                  <a:pt x="27105" y="498943"/>
                  <a:pt x="87932" y="573770"/>
                  <a:pt x="314722" y="648160"/>
                </a:cubicBezTo>
                <a:cubicBezTo>
                  <a:pt x="367872" y="666162"/>
                  <a:pt x="382064" y="722931"/>
                  <a:pt x="382064" y="722931"/>
                </a:cubicBezTo>
                <a:close/>
              </a:path>
            </a:pathLst>
          </a:custGeom>
          <a:solidFill>
            <a:schemeClr val="bg1"/>
          </a:solidFill>
          <a:ln w="19050"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9ECC812-F2A9-46D4-9B78-6659C68ED4EE}"/>
              </a:ext>
            </a:extLst>
          </p:cNvPr>
          <p:cNvSpPr>
            <a:spLocks noGrp="1"/>
          </p:cNvSpPr>
          <p:nvPr>
            <p:ph type="title"/>
          </p:nvPr>
        </p:nvSpPr>
        <p:spPr>
          <a:xfrm>
            <a:off x="3412671" y="1932214"/>
            <a:ext cx="6966858" cy="3091544"/>
          </a:xfrm>
        </p:spPr>
        <p:txBody>
          <a:bodyPr/>
          <a:lstStyle>
            <a:lvl1pPr algn="ctr">
              <a:defRPr/>
            </a:lvl1pPr>
          </a:lstStyle>
          <a:p>
            <a:r>
              <a:rPr lang="en-US"/>
              <a:t>Click to edit Master title style</a:t>
            </a:r>
            <a:endParaRPr lang="en-US" dirty="0"/>
          </a:p>
        </p:txBody>
      </p:sp>
      <p:sp>
        <p:nvSpPr>
          <p:cNvPr id="7" name="Freeform: Shape 6">
            <a:extLst>
              <a:ext uri="{FF2B5EF4-FFF2-40B4-BE49-F238E27FC236}">
                <a16:creationId xmlns:a16="http://schemas.microsoft.com/office/drawing/2014/main" id="{B7A37F60-69E7-41AC-BC9A-9DBC3B577269}"/>
              </a:ext>
              <a:ext uri="{C183D7F6-B498-43B3-948B-1728B52AA6E4}">
                <adec:decorative xmlns:adec="http://schemas.microsoft.com/office/drawing/2017/decorative" val="1"/>
              </a:ext>
            </a:extLst>
          </p:cNvPr>
          <p:cNvSpPr/>
          <p:nvPr/>
        </p:nvSpPr>
        <p:spPr>
          <a:xfrm rot="492880">
            <a:off x="2455668" y="1103025"/>
            <a:ext cx="8982171" cy="5009917"/>
          </a:xfrm>
          <a:custGeom>
            <a:avLst/>
            <a:gdLst>
              <a:gd name="connsiteX0" fmla="*/ 284628 w 960507"/>
              <a:gd name="connsiteY0" fmla="*/ 725426 h 725435"/>
              <a:gd name="connsiteX1" fmla="*/ 429979 w 960507"/>
              <a:gd name="connsiteY1" fmla="*/ 636749 h 725435"/>
              <a:gd name="connsiteX2" fmla="*/ 805646 w 960507"/>
              <a:gd name="connsiteY2" fmla="*/ 523401 h 725435"/>
              <a:gd name="connsiteX3" fmla="*/ 954521 w 960507"/>
              <a:gd name="connsiteY3" fmla="*/ 257273 h 725435"/>
              <a:gd name="connsiteX4" fmla="*/ 674486 w 960507"/>
              <a:gd name="connsiteY4" fmla="*/ 5622 h 725435"/>
              <a:gd name="connsiteX5" fmla="*/ 15261 w 960507"/>
              <a:gd name="connsiteY5" fmla="*/ 246605 h 725435"/>
              <a:gd name="connsiteX6" fmla="*/ 217286 w 960507"/>
              <a:gd name="connsiteY6" fmla="*/ 650655 h 725435"/>
              <a:gd name="connsiteX7" fmla="*/ 284628 w 960507"/>
              <a:gd name="connsiteY7" fmla="*/ 725426 h 725435"/>
              <a:gd name="connsiteX0" fmla="*/ 284667 w 961601"/>
              <a:gd name="connsiteY0" fmla="*/ 725435 h 725435"/>
              <a:gd name="connsiteX1" fmla="*/ 430018 w 961601"/>
              <a:gd name="connsiteY1" fmla="*/ 636758 h 725435"/>
              <a:gd name="connsiteX2" fmla="*/ 820834 w 961601"/>
              <a:gd name="connsiteY2" fmla="*/ 548364 h 725435"/>
              <a:gd name="connsiteX3" fmla="*/ 954560 w 961601"/>
              <a:gd name="connsiteY3" fmla="*/ 257282 h 725435"/>
              <a:gd name="connsiteX4" fmla="*/ 674525 w 961601"/>
              <a:gd name="connsiteY4" fmla="*/ 5631 h 725435"/>
              <a:gd name="connsiteX5" fmla="*/ 15300 w 961601"/>
              <a:gd name="connsiteY5" fmla="*/ 246614 h 725435"/>
              <a:gd name="connsiteX6" fmla="*/ 217325 w 961601"/>
              <a:gd name="connsiteY6" fmla="*/ 650664 h 725435"/>
              <a:gd name="connsiteX7" fmla="*/ 284667 w 961601"/>
              <a:gd name="connsiteY7" fmla="*/ 725435 h 725435"/>
              <a:gd name="connsiteX0" fmla="*/ 284667 w 961601"/>
              <a:gd name="connsiteY0" fmla="*/ 725962 h 725962"/>
              <a:gd name="connsiteX1" fmla="*/ 430018 w 961601"/>
              <a:gd name="connsiteY1" fmla="*/ 637285 h 725962"/>
              <a:gd name="connsiteX2" fmla="*/ 820834 w 961601"/>
              <a:gd name="connsiteY2" fmla="*/ 548891 h 725962"/>
              <a:gd name="connsiteX3" fmla="*/ 954560 w 961601"/>
              <a:gd name="connsiteY3" fmla="*/ 257809 h 725962"/>
              <a:gd name="connsiteX4" fmla="*/ 674525 w 961601"/>
              <a:gd name="connsiteY4" fmla="*/ 6158 h 725962"/>
              <a:gd name="connsiteX5" fmla="*/ 15300 w 961601"/>
              <a:gd name="connsiteY5" fmla="*/ 247141 h 725962"/>
              <a:gd name="connsiteX6" fmla="*/ 217325 w 961601"/>
              <a:gd name="connsiteY6" fmla="*/ 651191 h 725962"/>
              <a:gd name="connsiteX7" fmla="*/ 284667 w 961601"/>
              <a:gd name="connsiteY7" fmla="*/ 725962 h 725962"/>
              <a:gd name="connsiteX0" fmla="*/ 410902 w 1087836"/>
              <a:gd name="connsiteY0" fmla="*/ 719810 h 719810"/>
              <a:gd name="connsiteX1" fmla="*/ 556253 w 1087836"/>
              <a:gd name="connsiteY1" fmla="*/ 631133 h 719810"/>
              <a:gd name="connsiteX2" fmla="*/ 947069 w 1087836"/>
              <a:gd name="connsiteY2" fmla="*/ 542739 h 719810"/>
              <a:gd name="connsiteX3" fmla="*/ 1080795 w 1087836"/>
              <a:gd name="connsiteY3" fmla="*/ 251657 h 719810"/>
              <a:gd name="connsiteX4" fmla="*/ 800760 w 1087836"/>
              <a:gd name="connsiteY4" fmla="*/ 6 h 719810"/>
              <a:gd name="connsiteX5" fmla="*/ 5261 w 1087836"/>
              <a:gd name="connsiteY5" fmla="*/ 248982 h 719810"/>
              <a:gd name="connsiteX6" fmla="*/ 343560 w 1087836"/>
              <a:gd name="connsiteY6" fmla="*/ 645039 h 719810"/>
              <a:gd name="connsiteX7" fmla="*/ 410902 w 1087836"/>
              <a:gd name="connsiteY7" fmla="*/ 719810 h 719810"/>
              <a:gd name="connsiteX0" fmla="*/ 412791 w 1089725"/>
              <a:gd name="connsiteY0" fmla="*/ 726835 h 726835"/>
              <a:gd name="connsiteX1" fmla="*/ 558142 w 1089725"/>
              <a:gd name="connsiteY1" fmla="*/ 638158 h 726835"/>
              <a:gd name="connsiteX2" fmla="*/ 948958 w 1089725"/>
              <a:gd name="connsiteY2" fmla="*/ 549764 h 726835"/>
              <a:gd name="connsiteX3" fmla="*/ 1082684 w 1089725"/>
              <a:gd name="connsiteY3" fmla="*/ 258682 h 726835"/>
              <a:gd name="connsiteX4" fmla="*/ 802649 w 1089725"/>
              <a:gd name="connsiteY4" fmla="*/ 7031 h 726835"/>
              <a:gd name="connsiteX5" fmla="*/ 171027 w 1089725"/>
              <a:gd name="connsiteY5" fmla="*/ 85967 h 726835"/>
              <a:gd name="connsiteX6" fmla="*/ 7150 w 1089725"/>
              <a:gd name="connsiteY6" fmla="*/ 256007 h 726835"/>
              <a:gd name="connsiteX7" fmla="*/ 345449 w 1089725"/>
              <a:gd name="connsiteY7" fmla="*/ 652064 h 726835"/>
              <a:gd name="connsiteX8" fmla="*/ 412791 w 1089725"/>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9002 w 1085936"/>
              <a:gd name="connsiteY0" fmla="*/ 726835 h 726835"/>
              <a:gd name="connsiteX1" fmla="*/ 554353 w 1085936"/>
              <a:gd name="connsiteY1" fmla="*/ 638158 h 726835"/>
              <a:gd name="connsiteX2" fmla="*/ 945169 w 1085936"/>
              <a:gd name="connsiteY2" fmla="*/ 549764 h 726835"/>
              <a:gd name="connsiteX3" fmla="*/ 1078895 w 1085936"/>
              <a:gd name="connsiteY3" fmla="*/ 258682 h 726835"/>
              <a:gd name="connsiteX4" fmla="*/ 798860 w 1085936"/>
              <a:gd name="connsiteY4" fmla="*/ 7031 h 726835"/>
              <a:gd name="connsiteX5" fmla="*/ 167238 w 1085936"/>
              <a:gd name="connsiteY5" fmla="*/ 85967 h 726835"/>
              <a:gd name="connsiteX6" fmla="*/ 7460 w 1085936"/>
              <a:gd name="connsiteY6" fmla="*/ 285590 h 726835"/>
              <a:gd name="connsiteX7" fmla="*/ 341660 w 1085936"/>
              <a:gd name="connsiteY7" fmla="*/ 652064 h 726835"/>
              <a:gd name="connsiteX8" fmla="*/ 409002 w 1085936"/>
              <a:gd name="connsiteY8" fmla="*/ 726835 h 726835"/>
              <a:gd name="connsiteX0" fmla="*/ 407340 w 1084274"/>
              <a:gd name="connsiteY0" fmla="*/ 726835 h 726835"/>
              <a:gd name="connsiteX1" fmla="*/ 552691 w 1084274"/>
              <a:gd name="connsiteY1" fmla="*/ 638158 h 726835"/>
              <a:gd name="connsiteX2" fmla="*/ 943507 w 1084274"/>
              <a:gd name="connsiteY2" fmla="*/ 549764 h 726835"/>
              <a:gd name="connsiteX3" fmla="*/ 1077233 w 1084274"/>
              <a:gd name="connsiteY3" fmla="*/ 258682 h 726835"/>
              <a:gd name="connsiteX4" fmla="*/ 797198 w 1084274"/>
              <a:gd name="connsiteY4" fmla="*/ 7031 h 726835"/>
              <a:gd name="connsiteX5" fmla="*/ 165576 w 1084274"/>
              <a:gd name="connsiteY5" fmla="*/ 85967 h 726835"/>
              <a:gd name="connsiteX6" fmla="*/ 5798 w 1084274"/>
              <a:gd name="connsiteY6" fmla="*/ 285590 h 726835"/>
              <a:gd name="connsiteX7" fmla="*/ 339998 w 1084274"/>
              <a:gd name="connsiteY7" fmla="*/ 652064 h 726835"/>
              <a:gd name="connsiteX8" fmla="*/ 407340 w 1084274"/>
              <a:gd name="connsiteY8" fmla="*/ 726835 h 726835"/>
              <a:gd name="connsiteX0" fmla="*/ 405193 w 1082127"/>
              <a:gd name="connsiteY0" fmla="*/ 726835 h 726835"/>
              <a:gd name="connsiteX1" fmla="*/ 550544 w 1082127"/>
              <a:gd name="connsiteY1" fmla="*/ 638158 h 726835"/>
              <a:gd name="connsiteX2" fmla="*/ 941360 w 1082127"/>
              <a:gd name="connsiteY2" fmla="*/ 549764 h 726835"/>
              <a:gd name="connsiteX3" fmla="*/ 1075086 w 1082127"/>
              <a:gd name="connsiteY3" fmla="*/ 258682 h 726835"/>
              <a:gd name="connsiteX4" fmla="*/ 795051 w 1082127"/>
              <a:gd name="connsiteY4" fmla="*/ 7031 h 726835"/>
              <a:gd name="connsiteX5" fmla="*/ 163429 w 1082127"/>
              <a:gd name="connsiteY5" fmla="*/ 85967 h 726835"/>
              <a:gd name="connsiteX6" fmla="*/ 5959 w 1082127"/>
              <a:gd name="connsiteY6" fmla="*/ 336874 h 726835"/>
              <a:gd name="connsiteX7" fmla="*/ 337851 w 1082127"/>
              <a:gd name="connsiteY7" fmla="*/ 652064 h 726835"/>
              <a:gd name="connsiteX8" fmla="*/ 405193 w 1082127"/>
              <a:gd name="connsiteY8" fmla="*/ 726835 h 726835"/>
              <a:gd name="connsiteX0" fmla="*/ 405097 w 1082031"/>
              <a:gd name="connsiteY0" fmla="*/ 727553 h 727553"/>
              <a:gd name="connsiteX1" fmla="*/ 550448 w 1082031"/>
              <a:gd name="connsiteY1" fmla="*/ 638876 h 727553"/>
              <a:gd name="connsiteX2" fmla="*/ 941264 w 1082031"/>
              <a:gd name="connsiteY2" fmla="*/ 550482 h 727553"/>
              <a:gd name="connsiteX3" fmla="*/ 1074990 w 1082031"/>
              <a:gd name="connsiteY3" fmla="*/ 259400 h 727553"/>
              <a:gd name="connsiteX4" fmla="*/ 794955 w 1082031"/>
              <a:gd name="connsiteY4" fmla="*/ 7749 h 727553"/>
              <a:gd name="connsiteX5" fmla="*/ 164686 w 1082031"/>
              <a:gd name="connsiteY5" fmla="*/ 81610 h 727553"/>
              <a:gd name="connsiteX6" fmla="*/ 5863 w 1082031"/>
              <a:gd name="connsiteY6" fmla="*/ 337592 h 727553"/>
              <a:gd name="connsiteX7" fmla="*/ 337755 w 1082031"/>
              <a:gd name="connsiteY7" fmla="*/ 652782 h 727553"/>
              <a:gd name="connsiteX8" fmla="*/ 405097 w 1082031"/>
              <a:gd name="connsiteY8" fmla="*/ 727553 h 727553"/>
              <a:gd name="connsiteX0" fmla="*/ 427815 w 1104749"/>
              <a:gd name="connsiteY0" fmla="*/ 727553 h 727553"/>
              <a:gd name="connsiteX1" fmla="*/ 573166 w 1104749"/>
              <a:gd name="connsiteY1" fmla="*/ 638876 h 727553"/>
              <a:gd name="connsiteX2" fmla="*/ 963982 w 1104749"/>
              <a:gd name="connsiteY2" fmla="*/ 550482 h 727553"/>
              <a:gd name="connsiteX3" fmla="*/ 1097708 w 1104749"/>
              <a:gd name="connsiteY3" fmla="*/ 259400 h 727553"/>
              <a:gd name="connsiteX4" fmla="*/ 817673 w 1104749"/>
              <a:gd name="connsiteY4" fmla="*/ 7749 h 727553"/>
              <a:gd name="connsiteX5" fmla="*/ 187404 w 1104749"/>
              <a:gd name="connsiteY5" fmla="*/ 81610 h 727553"/>
              <a:gd name="connsiteX6" fmla="*/ 4537 w 1104749"/>
              <a:gd name="connsiteY6" fmla="*/ 344274 h 727553"/>
              <a:gd name="connsiteX7" fmla="*/ 360473 w 1104749"/>
              <a:gd name="connsiteY7" fmla="*/ 652782 h 727553"/>
              <a:gd name="connsiteX8" fmla="*/ 427815 w 1104749"/>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23278 w 1100212"/>
              <a:gd name="connsiteY0" fmla="*/ 727553 h 727553"/>
              <a:gd name="connsiteX1" fmla="*/ 568629 w 1100212"/>
              <a:gd name="connsiteY1" fmla="*/ 638876 h 727553"/>
              <a:gd name="connsiteX2" fmla="*/ 959445 w 1100212"/>
              <a:gd name="connsiteY2" fmla="*/ 550482 h 727553"/>
              <a:gd name="connsiteX3" fmla="*/ 1093171 w 1100212"/>
              <a:gd name="connsiteY3" fmla="*/ 259400 h 727553"/>
              <a:gd name="connsiteX4" fmla="*/ 813136 w 1100212"/>
              <a:gd name="connsiteY4" fmla="*/ 7749 h 727553"/>
              <a:gd name="connsiteX5" fmla="*/ 182867 w 1100212"/>
              <a:gd name="connsiteY5" fmla="*/ 81610 h 727553"/>
              <a:gd name="connsiteX6" fmla="*/ 0 w 1100212"/>
              <a:gd name="connsiteY6" fmla="*/ 344274 h 727553"/>
              <a:gd name="connsiteX7" fmla="*/ 355936 w 1100212"/>
              <a:gd name="connsiteY7" fmla="*/ 652782 h 727553"/>
              <a:gd name="connsiteX8" fmla="*/ 423278 w 1100212"/>
              <a:gd name="connsiteY8" fmla="*/ 727553 h 727553"/>
              <a:gd name="connsiteX0" fmla="*/ 437503 w 1114437"/>
              <a:gd name="connsiteY0" fmla="*/ 727553 h 727553"/>
              <a:gd name="connsiteX1" fmla="*/ 582854 w 1114437"/>
              <a:gd name="connsiteY1" fmla="*/ 638876 h 727553"/>
              <a:gd name="connsiteX2" fmla="*/ 973670 w 1114437"/>
              <a:gd name="connsiteY2" fmla="*/ 550482 h 727553"/>
              <a:gd name="connsiteX3" fmla="*/ 1107396 w 1114437"/>
              <a:gd name="connsiteY3" fmla="*/ 259400 h 727553"/>
              <a:gd name="connsiteX4" fmla="*/ 827361 w 1114437"/>
              <a:gd name="connsiteY4" fmla="*/ 7749 h 727553"/>
              <a:gd name="connsiteX5" fmla="*/ 197092 w 1114437"/>
              <a:gd name="connsiteY5" fmla="*/ 81610 h 727553"/>
              <a:gd name="connsiteX6" fmla="*/ 0 w 1114437"/>
              <a:gd name="connsiteY6" fmla="*/ 341962 h 727553"/>
              <a:gd name="connsiteX7" fmla="*/ 370161 w 1114437"/>
              <a:gd name="connsiteY7" fmla="*/ 652782 h 727553"/>
              <a:gd name="connsiteX8" fmla="*/ 437503 w 1114437"/>
              <a:gd name="connsiteY8" fmla="*/ 727553 h 727553"/>
              <a:gd name="connsiteX0" fmla="*/ 463684 w 1140618"/>
              <a:gd name="connsiteY0" fmla="*/ 727553 h 727553"/>
              <a:gd name="connsiteX1" fmla="*/ 609035 w 1140618"/>
              <a:gd name="connsiteY1" fmla="*/ 638876 h 727553"/>
              <a:gd name="connsiteX2" fmla="*/ 999851 w 1140618"/>
              <a:gd name="connsiteY2" fmla="*/ 550482 h 727553"/>
              <a:gd name="connsiteX3" fmla="*/ 1133577 w 1140618"/>
              <a:gd name="connsiteY3" fmla="*/ 259400 h 727553"/>
              <a:gd name="connsiteX4" fmla="*/ 853542 w 1140618"/>
              <a:gd name="connsiteY4" fmla="*/ 7749 h 727553"/>
              <a:gd name="connsiteX5" fmla="*/ 223273 w 1140618"/>
              <a:gd name="connsiteY5" fmla="*/ 81610 h 727553"/>
              <a:gd name="connsiteX6" fmla="*/ 0 w 1140618"/>
              <a:gd name="connsiteY6" fmla="*/ 343816 h 727553"/>
              <a:gd name="connsiteX7" fmla="*/ 396342 w 1140618"/>
              <a:gd name="connsiteY7" fmla="*/ 652782 h 727553"/>
              <a:gd name="connsiteX8" fmla="*/ 463684 w 1140618"/>
              <a:gd name="connsiteY8" fmla="*/ 727553 h 727553"/>
              <a:gd name="connsiteX0" fmla="*/ 463684 w 1140714"/>
              <a:gd name="connsiteY0" fmla="*/ 719277 h 719277"/>
              <a:gd name="connsiteX1" fmla="*/ 609035 w 1140714"/>
              <a:gd name="connsiteY1" fmla="*/ 630600 h 719277"/>
              <a:gd name="connsiteX2" fmla="*/ 999851 w 1140714"/>
              <a:gd name="connsiteY2" fmla="*/ 542206 h 719277"/>
              <a:gd name="connsiteX3" fmla="*/ 1133577 w 1140714"/>
              <a:gd name="connsiteY3" fmla="*/ 251124 h 719277"/>
              <a:gd name="connsiteX4" fmla="*/ 852002 w 1140714"/>
              <a:gd name="connsiteY4" fmla="*/ 8636 h 719277"/>
              <a:gd name="connsiteX5" fmla="*/ 223273 w 1140714"/>
              <a:gd name="connsiteY5" fmla="*/ 73334 h 719277"/>
              <a:gd name="connsiteX6" fmla="*/ 0 w 1140714"/>
              <a:gd name="connsiteY6" fmla="*/ 335540 h 719277"/>
              <a:gd name="connsiteX7" fmla="*/ 396342 w 1140714"/>
              <a:gd name="connsiteY7" fmla="*/ 644506 h 719277"/>
              <a:gd name="connsiteX8" fmla="*/ 463684 w 1140714"/>
              <a:gd name="connsiteY8" fmla="*/ 719277 h 719277"/>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40714"/>
              <a:gd name="connsiteY0" fmla="*/ 721380 h 721380"/>
              <a:gd name="connsiteX1" fmla="*/ 609035 w 1140714"/>
              <a:gd name="connsiteY1" fmla="*/ 632703 h 721380"/>
              <a:gd name="connsiteX2" fmla="*/ 999851 w 1140714"/>
              <a:gd name="connsiteY2" fmla="*/ 544309 h 721380"/>
              <a:gd name="connsiteX3" fmla="*/ 1133577 w 1140714"/>
              <a:gd name="connsiteY3" fmla="*/ 253227 h 721380"/>
              <a:gd name="connsiteX4" fmla="*/ 852002 w 1140714"/>
              <a:gd name="connsiteY4" fmla="*/ 10739 h 721380"/>
              <a:gd name="connsiteX5" fmla="*/ 223273 w 1140714"/>
              <a:gd name="connsiteY5" fmla="*/ 64441 h 721380"/>
              <a:gd name="connsiteX6" fmla="*/ 0 w 1140714"/>
              <a:gd name="connsiteY6" fmla="*/ 337643 h 721380"/>
              <a:gd name="connsiteX7" fmla="*/ 396342 w 1140714"/>
              <a:gd name="connsiteY7" fmla="*/ 646609 h 721380"/>
              <a:gd name="connsiteX8" fmla="*/ 463684 w 1140714"/>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8513"/>
              <a:gd name="connsiteY0" fmla="*/ 721380 h 721380"/>
              <a:gd name="connsiteX1" fmla="*/ 610575 w 1138513"/>
              <a:gd name="connsiteY1" fmla="*/ 643699 h 721380"/>
              <a:gd name="connsiteX2" fmla="*/ 999851 w 1138513"/>
              <a:gd name="connsiteY2" fmla="*/ 544309 h 721380"/>
              <a:gd name="connsiteX3" fmla="*/ 1133577 w 1138513"/>
              <a:gd name="connsiteY3" fmla="*/ 253227 h 721380"/>
              <a:gd name="connsiteX4" fmla="*/ 852002 w 1138513"/>
              <a:gd name="connsiteY4" fmla="*/ 10739 h 721380"/>
              <a:gd name="connsiteX5" fmla="*/ 223273 w 1138513"/>
              <a:gd name="connsiteY5" fmla="*/ 64441 h 721380"/>
              <a:gd name="connsiteX6" fmla="*/ 0 w 1138513"/>
              <a:gd name="connsiteY6" fmla="*/ 337643 h 721380"/>
              <a:gd name="connsiteX7" fmla="*/ 396342 w 1138513"/>
              <a:gd name="connsiteY7" fmla="*/ 646609 h 721380"/>
              <a:gd name="connsiteX8" fmla="*/ 463684 w 1138513"/>
              <a:gd name="connsiteY8" fmla="*/ 721380 h 721380"/>
              <a:gd name="connsiteX0" fmla="*/ 463684 w 1136732"/>
              <a:gd name="connsiteY0" fmla="*/ 721380 h 721380"/>
              <a:gd name="connsiteX1" fmla="*/ 610575 w 1136732"/>
              <a:gd name="connsiteY1" fmla="*/ 643699 h 721380"/>
              <a:gd name="connsiteX2" fmla="*/ 999851 w 1136732"/>
              <a:gd name="connsiteY2" fmla="*/ 544309 h 721380"/>
              <a:gd name="connsiteX3" fmla="*/ 1133577 w 1136732"/>
              <a:gd name="connsiteY3" fmla="*/ 253227 h 721380"/>
              <a:gd name="connsiteX4" fmla="*/ 852002 w 1136732"/>
              <a:gd name="connsiteY4" fmla="*/ 10739 h 721380"/>
              <a:gd name="connsiteX5" fmla="*/ 223273 w 1136732"/>
              <a:gd name="connsiteY5" fmla="*/ 64441 h 721380"/>
              <a:gd name="connsiteX6" fmla="*/ 0 w 1136732"/>
              <a:gd name="connsiteY6" fmla="*/ 337643 h 721380"/>
              <a:gd name="connsiteX7" fmla="*/ 396342 w 1136732"/>
              <a:gd name="connsiteY7" fmla="*/ 646609 h 721380"/>
              <a:gd name="connsiteX8" fmla="*/ 463684 w 1136732"/>
              <a:gd name="connsiteY8" fmla="*/ 721380 h 721380"/>
              <a:gd name="connsiteX0" fmla="*/ 463684 w 1121891"/>
              <a:gd name="connsiteY0" fmla="*/ 721255 h 721255"/>
              <a:gd name="connsiteX1" fmla="*/ 610575 w 1121891"/>
              <a:gd name="connsiteY1" fmla="*/ 643574 h 721255"/>
              <a:gd name="connsiteX2" fmla="*/ 999851 w 1121891"/>
              <a:gd name="connsiteY2" fmla="*/ 544184 h 721255"/>
              <a:gd name="connsiteX3" fmla="*/ 1118177 w 1121891"/>
              <a:gd name="connsiteY3" fmla="*/ 251269 h 721255"/>
              <a:gd name="connsiteX4" fmla="*/ 852002 w 1121891"/>
              <a:gd name="connsiteY4" fmla="*/ 10614 h 721255"/>
              <a:gd name="connsiteX5" fmla="*/ 223273 w 1121891"/>
              <a:gd name="connsiteY5" fmla="*/ 64316 h 721255"/>
              <a:gd name="connsiteX6" fmla="*/ 0 w 1121891"/>
              <a:gd name="connsiteY6" fmla="*/ 337518 h 721255"/>
              <a:gd name="connsiteX7" fmla="*/ 396342 w 1121891"/>
              <a:gd name="connsiteY7" fmla="*/ 646484 h 721255"/>
              <a:gd name="connsiteX8" fmla="*/ 463684 w 1121891"/>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864"/>
              <a:gd name="connsiteY0" fmla="*/ 721255 h 721255"/>
              <a:gd name="connsiteX1" fmla="*/ 610575 w 1123864"/>
              <a:gd name="connsiteY1" fmla="*/ 643574 h 721255"/>
              <a:gd name="connsiteX2" fmla="*/ 999851 w 1123864"/>
              <a:gd name="connsiteY2" fmla="*/ 549682 h 721255"/>
              <a:gd name="connsiteX3" fmla="*/ 1118177 w 1123864"/>
              <a:gd name="connsiteY3" fmla="*/ 251269 h 721255"/>
              <a:gd name="connsiteX4" fmla="*/ 852002 w 1123864"/>
              <a:gd name="connsiteY4" fmla="*/ 10614 h 721255"/>
              <a:gd name="connsiteX5" fmla="*/ 223273 w 1123864"/>
              <a:gd name="connsiteY5" fmla="*/ 64316 h 721255"/>
              <a:gd name="connsiteX6" fmla="*/ 0 w 1123864"/>
              <a:gd name="connsiteY6" fmla="*/ 337518 h 721255"/>
              <a:gd name="connsiteX7" fmla="*/ 396342 w 1123864"/>
              <a:gd name="connsiteY7" fmla="*/ 646484 h 721255"/>
              <a:gd name="connsiteX8" fmla="*/ 463684 w 1123864"/>
              <a:gd name="connsiteY8" fmla="*/ 721255 h 721255"/>
              <a:gd name="connsiteX0" fmla="*/ 463684 w 1123354"/>
              <a:gd name="connsiteY0" fmla="*/ 721255 h 721255"/>
              <a:gd name="connsiteX1" fmla="*/ 610575 w 1123354"/>
              <a:gd name="connsiteY1" fmla="*/ 643574 h 721255"/>
              <a:gd name="connsiteX2" fmla="*/ 999851 w 1123354"/>
              <a:gd name="connsiteY2" fmla="*/ 549682 h 721255"/>
              <a:gd name="connsiteX3" fmla="*/ 1118177 w 1123354"/>
              <a:gd name="connsiteY3" fmla="*/ 251269 h 721255"/>
              <a:gd name="connsiteX4" fmla="*/ 852002 w 1123354"/>
              <a:gd name="connsiteY4" fmla="*/ 10614 h 721255"/>
              <a:gd name="connsiteX5" fmla="*/ 223273 w 1123354"/>
              <a:gd name="connsiteY5" fmla="*/ 64316 h 721255"/>
              <a:gd name="connsiteX6" fmla="*/ 0 w 1123354"/>
              <a:gd name="connsiteY6" fmla="*/ 337518 h 721255"/>
              <a:gd name="connsiteX7" fmla="*/ 396342 w 1123354"/>
              <a:gd name="connsiteY7" fmla="*/ 646484 h 721255"/>
              <a:gd name="connsiteX8" fmla="*/ 463684 w 1123354"/>
              <a:gd name="connsiteY8" fmla="*/ 721255 h 721255"/>
              <a:gd name="connsiteX0" fmla="*/ 411324 w 1070994"/>
              <a:gd name="connsiteY0" fmla="*/ 721255 h 721255"/>
              <a:gd name="connsiteX1" fmla="*/ 558215 w 1070994"/>
              <a:gd name="connsiteY1" fmla="*/ 643574 h 721255"/>
              <a:gd name="connsiteX2" fmla="*/ 947491 w 1070994"/>
              <a:gd name="connsiteY2" fmla="*/ 549682 h 721255"/>
              <a:gd name="connsiteX3" fmla="*/ 1065817 w 1070994"/>
              <a:gd name="connsiteY3" fmla="*/ 251269 h 721255"/>
              <a:gd name="connsiteX4" fmla="*/ 799642 w 1070994"/>
              <a:gd name="connsiteY4" fmla="*/ 10614 h 721255"/>
              <a:gd name="connsiteX5" fmla="*/ 170913 w 1070994"/>
              <a:gd name="connsiteY5" fmla="*/ 64316 h 721255"/>
              <a:gd name="connsiteX6" fmla="*/ 0 w 1070994"/>
              <a:gd name="connsiteY6" fmla="*/ 339351 h 721255"/>
              <a:gd name="connsiteX7" fmla="*/ 343982 w 1070994"/>
              <a:gd name="connsiteY7" fmla="*/ 646484 h 721255"/>
              <a:gd name="connsiteX8" fmla="*/ 411324 w 107099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1255 h 721255"/>
              <a:gd name="connsiteX1" fmla="*/ 538195 w 1050974"/>
              <a:gd name="connsiteY1" fmla="*/ 643574 h 721255"/>
              <a:gd name="connsiteX2" fmla="*/ 927471 w 1050974"/>
              <a:gd name="connsiteY2" fmla="*/ 549682 h 721255"/>
              <a:gd name="connsiteX3" fmla="*/ 1045797 w 1050974"/>
              <a:gd name="connsiteY3" fmla="*/ 251269 h 721255"/>
              <a:gd name="connsiteX4" fmla="*/ 779622 w 1050974"/>
              <a:gd name="connsiteY4" fmla="*/ 10614 h 721255"/>
              <a:gd name="connsiteX5" fmla="*/ 150893 w 1050974"/>
              <a:gd name="connsiteY5" fmla="*/ 64316 h 721255"/>
              <a:gd name="connsiteX6" fmla="*/ 0 w 1050974"/>
              <a:gd name="connsiteY6" fmla="*/ 339351 h 721255"/>
              <a:gd name="connsiteX7" fmla="*/ 323962 w 1050974"/>
              <a:gd name="connsiteY7" fmla="*/ 646484 h 721255"/>
              <a:gd name="connsiteX8" fmla="*/ 391304 w 1050974"/>
              <a:gd name="connsiteY8" fmla="*/ 721255 h 721255"/>
              <a:gd name="connsiteX0" fmla="*/ 391304 w 1050974"/>
              <a:gd name="connsiteY0" fmla="*/ 723864 h 723864"/>
              <a:gd name="connsiteX1" fmla="*/ 538195 w 1050974"/>
              <a:gd name="connsiteY1" fmla="*/ 646183 h 723864"/>
              <a:gd name="connsiteX2" fmla="*/ 927471 w 1050974"/>
              <a:gd name="connsiteY2" fmla="*/ 552291 h 723864"/>
              <a:gd name="connsiteX3" fmla="*/ 1045797 w 1050974"/>
              <a:gd name="connsiteY3" fmla="*/ 253878 h 723864"/>
              <a:gd name="connsiteX4" fmla="*/ 779622 w 1050974"/>
              <a:gd name="connsiteY4" fmla="*/ 13223 h 723864"/>
              <a:gd name="connsiteX5" fmla="*/ 201713 w 1050974"/>
              <a:gd name="connsiteY5" fmla="*/ 55929 h 723864"/>
              <a:gd name="connsiteX6" fmla="*/ 0 w 1050974"/>
              <a:gd name="connsiteY6" fmla="*/ 341960 h 723864"/>
              <a:gd name="connsiteX7" fmla="*/ 323962 w 1050974"/>
              <a:gd name="connsiteY7" fmla="*/ 649093 h 723864"/>
              <a:gd name="connsiteX8" fmla="*/ 391304 w 1050974"/>
              <a:gd name="connsiteY8" fmla="*/ 723864 h 723864"/>
              <a:gd name="connsiteX0" fmla="*/ 391304 w 1050974"/>
              <a:gd name="connsiteY0" fmla="*/ 722931 h 722931"/>
              <a:gd name="connsiteX1" fmla="*/ 538195 w 1050974"/>
              <a:gd name="connsiteY1" fmla="*/ 645250 h 722931"/>
              <a:gd name="connsiteX2" fmla="*/ 927471 w 1050974"/>
              <a:gd name="connsiteY2" fmla="*/ 551358 h 722931"/>
              <a:gd name="connsiteX3" fmla="*/ 1045797 w 1050974"/>
              <a:gd name="connsiteY3" fmla="*/ 252945 h 722931"/>
              <a:gd name="connsiteX4" fmla="*/ 779622 w 1050974"/>
              <a:gd name="connsiteY4" fmla="*/ 12290 h 722931"/>
              <a:gd name="connsiteX5" fmla="*/ 215573 w 1050974"/>
              <a:gd name="connsiteY5" fmla="*/ 58661 h 722931"/>
              <a:gd name="connsiteX6" fmla="*/ 0 w 1050974"/>
              <a:gd name="connsiteY6" fmla="*/ 341027 h 722931"/>
              <a:gd name="connsiteX7" fmla="*/ 323962 w 1050974"/>
              <a:gd name="connsiteY7" fmla="*/ 648160 h 722931"/>
              <a:gd name="connsiteX8" fmla="*/ 391304 w 1050974"/>
              <a:gd name="connsiteY8" fmla="*/ 722931 h 722931"/>
              <a:gd name="connsiteX0" fmla="*/ 382064 w 1041734"/>
              <a:gd name="connsiteY0" fmla="*/ 722931 h 722931"/>
              <a:gd name="connsiteX1" fmla="*/ 528955 w 1041734"/>
              <a:gd name="connsiteY1" fmla="*/ 645250 h 722931"/>
              <a:gd name="connsiteX2" fmla="*/ 918231 w 1041734"/>
              <a:gd name="connsiteY2" fmla="*/ 551358 h 722931"/>
              <a:gd name="connsiteX3" fmla="*/ 1036557 w 1041734"/>
              <a:gd name="connsiteY3" fmla="*/ 252945 h 722931"/>
              <a:gd name="connsiteX4" fmla="*/ 770382 w 1041734"/>
              <a:gd name="connsiteY4" fmla="*/ 12290 h 722931"/>
              <a:gd name="connsiteX5" fmla="*/ 206333 w 1041734"/>
              <a:gd name="connsiteY5" fmla="*/ 58661 h 722931"/>
              <a:gd name="connsiteX6" fmla="*/ 0 w 1041734"/>
              <a:gd name="connsiteY6" fmla="*/ 342860 h 722931"/>
              <a:gd name="connsiteX7" fmla="*/ 314722 w 1041734"/>
              <a:gd name="connsiteY7" fmla="*/ 648160 h 722931"/>
              <a:gd name="connsiteX8" fmla="*/ 382064 w 1041734"/>
              <a:gd name="connsiteY8" fmla="*/ 722931 h 72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1734" h="722931">
                <a:moveTo>
                  <a:pt x="382064" y="722931"/>
                </a:moveTo>
                <a:cubicBezTo>
                  <a:pt x="406019" y="660055"/>
                  <a:pt x="439594" y="666515"/>
                  <a:pt x="528955" y="645250"/>
                </a:cubicBezTo>
                <a:cubicBezTo>
                  <a:pt x="618316" y="623985"/>
                  <a:pt x="833631" y="616742"/>
                  <a:pt x="918231" y="551358"/>
                </a:cubicBezTo>
                <a:cubicBezTo>
                  <a:pt x="1002831" y="485974"/>
                  <a:pt x="1059658" y="370279"/>
                  <a:pt x="1036557" y="252945"/>
                </a:cubicBezTo>
                <a:cubicBezTo>
                  <a:pt x="1013456" y="135611"/>
                  <a:pt x="908753" y="44671"/>
                  <a:pt x="770382" y="12290"/>
                </a:cubicBezTo>
                <a:cubicBezTo>
                  <a:pt x="632011" y="-20091"/>
                  <a:pt x="338916" y="17165"/>
                  <a:pt x="206333" y="58661"/>
                </a:cubicBezTo>
                <a:cubicBezTo>
                  <a:pt x="73750" y="100157"/>
                  <a:pt x="1822" y="199023"/>
                  <a:pt x="0" y="342860"/>
                </a:cubicBezTo>
                <a:cubicBezTo>
                  <a:pt x="27105" y="498943"/>
                  <a:pt x="87932" y="573770"/>
                  <a:pt x="314722" y="648160"/>
                </a:cubicBezTo>
                <a:cubicBezTo>
                  <a:pt x="367872" y="666162"/>
                  <a:pt x="382064" y="722931"/>
                  <a:pt x="382064" y="722931"/>
                </a:cubicBezTo>
                <a:close/>
              </a:path>
            </a:pathLst>
          </a:custGeom>
          <a:noFill/>
          <a:ln w="19050" cap="flat">
            <a:solidFill>
              <a:schemeClr val="tx1"/>
            </a:solidFill>
            <a:prstDash val="solid"/>
            <a:miter/>
          </a:ln>
        </p:spPr>
        <p:txBody>
          <a:bodyPr rtlCol="0" anchor="ctr"/>
          <a:lstStyle/>
          <a:p>
            <a:endParaRPr lang="en-US"/>
          </a:p>
        </p:txBody>
      </p:sp>
    </p:spTree>
    <p:extLst>
      <p:ext uri="{BB962C8B-B14F-4D97-AF65-F5344CB8AC3E}">
        <p14:creationId xmlns:p14="http://schemas.microsoft.com/office/powerpoint/2010/main" val="285683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6D441F-9FBB-4F90-987A-39793DE0E7A0}"/>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3" name="Footer Placeholder 2">
            <a:extLst>
              <a:ext uri="{FF2B5EF4-FFF2-40B4-BE49-F238E27FC236}">
                <a16:creationId xmlns:a16="http://schemas.microsoft.com/office/drawing/2014/main" id="{53C92B1E-8D5D-45CA-9A8B-53E3B7FEC4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489E71-49A9-4CE9-AD1D-780A876BC35A}"/>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4268908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4053A-B2EE-4E20-9723-6BB0BBD500FD}"/>
              </a:ext>
            </a:extLst>
          </p:cNvPr>
          <p:cNvSpPr>
            <a:spLocks noGrp="1"/>
          </p:cNvSpPr>
          <p:nvPr>
            <p:ph type="title"/>
          </p:nvPr>
        </p:nvSpPr>
        <p:spPr>
          <a:xfrm>
            <a:off x="839788" y="553272"/>
            <a:ext cx="3932237" cy="1732727"/>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7B065AB-0DF3-4C86-AB5F-EB65021FDB99}"/>
              </a:ext>
            </a:extLst>
          </p:cNvPr>
          <p:cNvSpPr>
            <a:spLocks noGrp="1"/>
          </p:cNvSpPr>
          <p:nvPr>
            <p:ph idx="1"/>
          </p:nvPr>
        </p:nvSpPr>
        <p:spPr>
          <a:xfrm>
            <a:off x="5415642" y="987425"/>
            <a:ext cx="5939745"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2D99FAE-8825-466D-9F1E-3B7BAED2C05B}"/>
              </a:ext>
            </a:extLst>
          </p:cNvPr>
          <p:cNvSpPr>
            <a:spLocks noGrp="1"/>
          </p:cNvSpPr>
          <p:nvPr>
            <p:ph type="body" sz="half" idx="2"/>
          </p:nvPr>
        </p:nvSpPr>
        <p:spPr>
          <a:xfrm>
            <a:off x="839788" y="2368550"/>
            <a:ext cx="3932237" cy="350043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3A6375-677F-4A58-B98D-18F3DEF8E623}"/>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6" name="Footer Placeholder 5">
            <a:extLst>
              <a:ext uri="{FF2B5EF4-FFF2-40B4-BE49-F238E27FC236}">
                <a16:creationId xmlns:a16="http://schemas.microsoft.com/office/drawing/2014/main" id="{E6B40F2C-7AE7-481B-856A-B3E26AE8B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E7C48C-9BD9-41CB-915E-A905B8869B70}"/>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622934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B6DE4-025D-4D93-A5D0-FB45897207DA}"/>
              </a:ext>
            </a:extLst>
          </p:cNvPr>
          <p:cNvSpPr>
            <a:spLocks noGrp="1"/>
          </p:cNvSpPr>
          <p:nvPr>
            <p:ph type="title"/>
          </p:nvPr>
        </p:nvSpPr>
        <p:spPr>
          <a:xfrm>
            <a:off x="839788" y="615915"/>
            <a:ext cx="3932237" cy="1670085"/>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993EE21-471F-4B7B-B7AF-192243A12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146B769-8E40-42E6-8F62-C4347B0CE929}"/>
              </a:ext>
            </a:extLst>
          </p:cNvPr>
          <p:cNvSpPr>
            <a:spLocks noGrp="1"/>
          </p:cNvSpPr>
          <p:nvPr>
            <p:ph type="body" sz="half" idx="2"/>
          </p:nvPr>
        </p:nvSpPr>
        <p:spPr>
          <a:xfrm>
            <a:off x="839788" y="2365744"/>
            <a:ext cx="3932237" cy="35032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384DC6-1AA3-4779-8EDF-F4A877508EE3}"/>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6" name="Footer Placeholder 5">
            <a:extLst>
              <a:ext uri="{FF2B5EF4-FFF2-40B4-BE49-F238E27FC236}">
                <a16:creationId xmlns:a16="http://schemas.microsoft.com/office/drawing/2014/main" id="{CD47F83E-FAF9-43E1-95CC-6F4EDD76B3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3D8C7B-B211-4BAF-9C05-09CF993B0DA2}"/>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299165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139E3-FB89-4585-A22D-15851E8DE0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94B498-70D2-4956-A576-83345B38DC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2A84CB-FF9E-43D6-8805-B4ABB520D60C}"/>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5" name="Footer Placeholder 4">
            <a:extLst>
              <a:ext uri="{FF2B5EF4-FFF2-40B4-BE49-F238E27FC236}">
                <a16:creationId xmlns:a16="http://schemas.microsoft.com/office/drawing/2014/main" id="{BCA7EE14-0A60-428B-BC0E-A50951E0E3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2A9A22-BBF2-4B23-B17F-B32AC87D290F}"/>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1929482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5CC51B-E0BE-4D50-A04A-571F8BCAE2A7}"/>
              </a:ext>
            </a:extLst>
          </p:cNvPr>
          <p:cNvSpPr>
            <a:spLocks noGrp="1"/>
          </p:cNvSpPr>
          <p:nvPr>
            <p:ph type="title" orient="vert"/>
          </p:nvPr>
        </p:nvSpPr>
        <p:spPr>
          <a:xfrm>
            <a:off x="9099550" y="692150"/>
            <a:ext cx="2254250" cy="5309930"/>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41F5607-7A89-4981-87F4-98BC7CE0A921}"/>
              </a:ext>
            </a:extLst>
          </p:cNvPr>
          <p:cNvSpPr>
            <a:spLocks noGrp="1"/>
          </p:cNvSpPr>
          <p:nvPr>
            <p:ph type="body" orient="vert" idx="1"/>
          </p:nvPr>
        </p:nvSpPr>
        <p:spPr>
          <a:xfrm>
            <a:off x="838200" y="692150"/>
            <a:ext cx="8108950" cy="530993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820D5BE-275A-42D5-BCE1-357D53FC50C3}"/>
              </a:ext>
            </a:extLst>
          </p:cNvPr>
          <p:cNvSpPr>
            <a:spLocks noGrp="1"/>
          </p:cNvSpPr>
          <p:nvPr>
            <p:ph type="dt" sz="half" idx="10"/>
          </p:nvPr>
        </p:nvSpPr>
        <p:spPr/>
        <p:txBody>
          <a:bodyPr/>
          <a:lstStyle/>
          <a:p>
            <a:fld id="{C1691109-F4F8-4597-962C-A4F4B7960636}" type="datetimeFigureOut">
              <a:rPr lang="en-US" smtClean="0"/>
              <a:t>7/24/2025</a:t>
            </a:fld>
            <a:endParaRPr lang="en-US"/>
          </a:p>
        </p:txBody>
      </p:sp>
      <p:sp>
        <p:nvSpPr>
          <p:cNvPr id="5" name="Footer Placeholder 4">
            <a:extLst>
              <a:ext uri="{FF2B5EF4-FFF2-40B4-BE49-F238E27FC236}">
                <a16:creationId xmlns:a16="http://schemas.microsoft.com/office/drawing/2014/main" id="{11525F9A-B406-4028-AC92-D12450519F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A70F0A-5147-4274-A0A1-BD21917945FE}"/>
              </a:ext>
            </a:extLst>
          </p:cNvPr>
          <p:cNvSpPr>
            <a:spLocks noGrp="1"/>
          </p:cNvSpPr>
          <p:nvPr>
            <p:ph type="sldNum" sz="quarter" idx="12"/>
          </p:nvPr>
        </p:nvSpPr>
        <p:spPr/>
        <p:txBody>
          <a:bodyPr/>
          <a:lstStyle/>
          <a:p>
            <a:fld id="{7C7FAD9F-AEE9-406E-B720-57D2B9DB2816}" type="slidenum">
              <a:rPr lang="en-US" smtClean="0"/>
              <a:t>‹#›</a:t>
            </a:fld>
            <a:endParaRPr lang="en-US"/>
          </a:p>
        </p:txBody>
      </p:sp>
    </p:spTree>
    <p:extLst>
      <p:ext uri="{BB962C8B-B14F-4D97-AF65-F5344CB8AC3E}">
        <p14:creationId xmlns:p14="http://schemas.microsoft.com/office/powerpoint/2010/main" val="3226210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FAAE2DA9-9BAF-4D46-BC97-20425C5321FD}"/>
              </a:ext>
            </a:extLst>
          </p:cNvPr>
          <p:cNvSpPr/>
          <p:nvPr/>
        </p:nvSpPr>
        <p:spPr>
          <a:xfrm>
            <a:off x="372926" y="367993"/>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68807" y="-29564"/>
                  <a:pt x="11499601" y="84193"/>
                </a:cubicBezTo>
                <a:lnTo>
                  <a:pt x="11496115" y="333210"/>
                </a:lnTo>
                <a:cubicBezTo>
                  <a:pt x="11496285" y="48943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0C489E99-8A12-4C4F-92F9-95B01D8147E3}"/>
              </a:ext>
            </a:extLst>
          </p:cNvPr>
          <p:cNvSpPr>
            <a:spLocks noGrp="1"/>
          </p:cNvSpPr>
          <p:nvPr>
            <p:ph type="title"/>
          </p:nvPr>
        </p:nvSpPr>
        <p:spPr>
          <a:xfrm>
            <a:off x="1020724" y="558209"/>
            <a:ext cx="10333075" cy="141413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011B211-A6C3-4384-AA0B-7A8561A53C1B}"/>
              </a:ext>
            </a:extLst>
          </p:cNvPr>
          <p:cNvSpPr>
            <a:spLocks noGrp="1"/>
          </p:cNvSpPr>
          <p:nvPr>
            <p:ph type="body" idx="1"/>
          </p:nvPr>
        </p:nvSpPr>
        <p:spPr>
          <a:xfrm>
            <a:off x="1020726" y="2089298"/>
            <a:ext cx="10333074" cy="38277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6007E98-5ED3-41C2-BC39-EA8FB826AB1E}"/>
              </a:ext>
            </a:extLst>
          </p:cNvPr>
          <p:cNvSpPr>
            <a:spLocks noGrp="1"/>
          </p:cNvSpPr>
          <p:nvPr>
            <p:ph type="dt" sz="half" idx="2"/>
          </p:nvPr>
        </p:nvSpPr>
        <p:spPr>
          <a:xfrm>
            <a:off x="467834" y="6356350"/>
            <a:ext cx="2604976" cy="365125"/>
          </a:xfrm>
          <a:prstGeom prst="rect">
            <a:avLst/>
          </a:prstGeom>
        </p:spPr>
        <p:txBody>
          <a:bodyPr vert="horz" lIns="91440" tIns="45720" rIns="91440" bIns="45720" rtlCol="0" anchor="ctr"/>
          <a:lstStyle>
            <a:lvl1pPr algn="l">
              <a:defRPr sz="1200" b="1">
                <a:solidFill>
                  <a:schemeClr val="tx1"/>
                </a:solidFill>
              </a:defRPr>
            </a:lvl1pPr>
          </a:lstStyle>
          <a:p>
            <a:fld id="{C1691109-F4F8-4597-962C-A4F4B7960636}" type="datetimeFigureOut">
              <a:rPr lang="en-US" smtClean="0"/>
              <a:t>7/24/2025</a:t>
            </a:fld>
            <a:endParaRPr lang="en-US"/>
          </a:p>
        </p:txBody>
      </p:sp>
      <p:sp>
        <p:nvSpPr>
          <p:cNvPr id="5" name="Footer Placeholder 4">
            <a:extLst>
              <a:ext uri="{FF2B5EF4-FFF2-40B4-BE49-F238E27FC236}">
                <a16:creationId xmlns:a16="http://schemas.microsoft.com/office/drawing/2014/main" id="{B7493049-EC55-4ABD-8F77-F5A84AE384F5}"/>
              </a:ext>
            </a:extLst>
          </p:cNvPr>
          <p:cNvSpPr>
            <a:spLocks noGrp="1"/>
          </p:cNvSpPr>
          <p:nvPr>
            <p:ph type="ftr" sz="quarter" idx="3"/>
          </p:nvPr>
        </p:nvSpPr>
        <p:spPr>
          <a:xfrm>
            <a:off x="7756153" y="6356350"/>
            <a:ext cx="3444109" cy="365125"/>
          </a:xfrm>
          <a:prstGeom prst="rect">
            <a:avLst/>
          </a:prstGeom>
        </p:spPr>
        <p:txBody>
          <a:bodyPr vert="horz" lIns="91440" tIns="45720" rIns="91440" bIns="45720" rtlCol="0" anchor="ctr"/>
          <a:lstStyle>
            <a:lvl1pPr algn="r">
              <a:defRPr sz="1200" b="1" cap="all"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821B6DF-CCDC-4ED0-A4B2-1512B668F4E3}"/>
              </a:ext>
            </a:extLst>
          </p:cNvPr>
          <p:cNvSpPr>
            <a:spLocks noGrp="1"/>
          </p:cNvSpPr>
          <p:nvPr>
            <p:ph type="sldNum" sz="quarter" idx="4"/>
          </p:nvPr>
        </p:nvSpPr>
        <p:spPr>
          <a:xfrm>
            <a:off x="11200263" y="6356350"/>
            <a:ext cx="523902" cy="365125"/>
          </a:xfrm>
          <a:prstGeom prst="rect">
            <a:avLst/>
          </a:prstGeom>
        </p:spPr>
        <p:txBody>
          <a:bodyPr vert="horz" lIns="91440" tIns="45720" rIns="91440" bIns="45720" rtlCol="0" anchor="ctr"/>
          <a:lstStyle>
            <a:lvl1pPr algn="r">
              <a:defRPr sz="1200" b="1">
                <a:solidFill>
                  <a:schemeClr val="tx1"/>
                </a:solidFill>
              </a:defRPr>
            </a:lvl1pPr>
          </a:lstStyle>
          <a:p>
            <a:fld id="{7C7FAD9F-AEE9-406E-B720-57D2B9DB2816}" type="slidenum">
              <a:rPr lang="en-US" smtClean="0"/>
              <a:t>‹#›</a:t>
            </a:fld>
            <a:endParaRPr lang="en-US"/>
          </a:p>
        </p:txBody>
      </p:sp>
      <p:sp>
        <p:nvSpPr>
          <p:cNvPr id="14" name="Freeform: Shape 13">
            <a:extLst>
              <a:ext uri="{FF2B5EF4-FFF2-40B4-BE49-F238E27FC236}">
                <a16:creationId xmlns:a16="http://schemas.microsoft.com/office/drawing/2014/main" id="{42D2C6CA-56BB-4A08-A1E2-342F83955EDB}"/>
              </a:ext>
            </a:extLst>
          </p:cNvPr>
          <p:cNvSpPr/>
          <p:nvPr/>
        </p:nvSpPr>
        <p:spPr>
          <a:xfrm>
            <a:off x="403284" y="389461"/>
            <a:ext cx="11499601" cy="6203902"/>
          </a:xfrm>
          <a:custGeom>
            <a:avLst/>
            <a:gdLst>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321880 w 11499601"/>
              <a:gd name="connsiteY17" fmla="*/ 5943328 h 6250474"/>
              <a:gd name="connsiteX18" fmla="*/ 2161451 w 11499601"/>
              <a:gd name="connsiteY18" fmla="*/ 5941720 h 6250474"/>
              <a:gd name="connsiteX19" fmla="*/ 1884575 w 11499601"/>
              <a:gd name="connsiteY19" fmla="*/ 5937508 h 6250474"/>
              <a:gd name="connsiteX20" fmla="*/ 1731597 w 11499601"/>
              <a:gd name="connsiteY20" fmla="*/ 5934968 h 6250474"/>
              <a:gd name="connsiteX21" fmla="*/ 1588500 w 11499601"/>
              <a:gd name="connsiteY21" fmla="*/ 5940418 h 6250474"/>
              <a:gd name="connsiteX22" fmla="*/ 671167 w 11499601"/>
              <a:gd name="connsiteY22" fmla="*/ 5948382 h 6250474"/>
              <a:gd name="connsiteX23" fmla="*/ 94741 w 11499601"/>
              <a:gd name="connsiteY23" fmla="*/ 5957415 h 6250474"/>
              <a:gd name="connsiteX24" fmla="*/ 37859 w 11499601"/>
              <a:gd name="connsiteY24" fmla="*/ 5876060 h 6250474"/>
              <a:gd name="connsiteX25" fmla="*/ 28975 w 11499601"/>
              <a:gd name="connsiteY25" fmla="*/ 2606888 h 6250474"/>
              <a:gd name="connsiteX26" fmla="*/ 33539 w 11499601"/>
              <a:gd name="connsiteY26" fmla="*/ 59860 h 6250474"/>
              <a:gd name="connsiteX27" fmla="*/ 39830 w 11499601"/>
              <a:gd name="connsiteY27" fmla="*/ 42028 h 6250474"/>
              <a:gd name="connsiteX28" fmla="*/ 88659 w 11499601"/>
              <a:gd name="connsiteY28" fmla="*/ 37282 h 6250474"/>
              <a:gd name="connsiteX29" fmla="*/ 301554 w 11499601"/>
              <a:gd name="connsiteY29" fmla="*/ 37282 h 6250474"/>
              <a:gd name="connsiteX30" fmla="*/ 416464 w 11499601"/>
              <a:gd name="connsiteY30" fmla="*/ 30725 h 6250474"/>
              <a:gd name="connsiteX31" fmla="*/ 907723 w 11499601"/>
              <a:gd name="connsiteY31" fmla="*/ 24269 h 6250474"/>
              <a:gd name="connsiteX32" fmla="*/ 3989089 w 11499601"/>
              <a:gd name="connsiteY32" fmla="*/ 29653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2161451 w 11499601"/>
              <a:gd name="connsiteY17" fmla="*/ 5941720 h 6250474"/>
              <a:gd name="connsiteX18" fmla="*/ 1884575 w 11499601"/>
              <a:gd name="connsiteY18" fmla="*/ 5937508 h 6250474"/>
              <a:gd name="connsiteX19" fmla="*/ 1731597 w 11499601"/>
              <a:gd name="connsiteY19" fmla="*/ 5934968 h 6250474"/>
              <a:gd name="connsiteX20" fmla="*/ 1588500 w 11499601"/>
              <a:gd name="connsiteY20" fmla="*/ 5940418 h 6250474"/>
              <a:gd name="connsiteX21" fmla="*/ 671167 w 11499601"/>
              <a:gd name="connsiteY21" fmla="*/ 5948382 h 6250474"/>
              <a:gd name="connsiteX22" fmla="*/ 94741 w 11499601"/>
              <a:gd name="connsiteY22" fmla="*/ 5957415 h 6250474"/>
              <a:gd name="connsiteX23" fmla="*/ 37859 w 11499601"/>
              <a:gd name="connsiteY23" fmla="*/ 5876060 h 6250474"/>
              <a:gd name="connsiteX24" fmla="*/ 28975 w 11499601"/>
              <a:gd name="connsiteY24" fmla="*/ 2606888 h 6250474"/>
              <a:gd name="connsiteX25" fmla="*/ 33539 w 11499601"/>
              <a:gd name="connsiteY25" fmla="*/ 59860 h 6250474"/>
              <a:gd name="connsiteX26" fmla="*/ 39830 w 11499601"/>
              <a:gd name="connsiteY26" fmla="*/ 42028 h 6250474"/>
              <a:gd name="connsiteX27" fmla="*/ 88659 w 11499601"/>
              <a:gd name="connsiteY27" fmla="*/ 37282 h 6250474"/>
              <a:gd name="connsiteX28" fmla="*/ 301554 w 11499601"/>
              <a:gd name="connsiteY28" fmla="*/ 37282 h 6250474"/>
              <a:gd name="connsiteX29" fmla="*/ 416464 w 11499601"/>
              <a:gd name="connsiteY29" fmla="*/ 30725 h 6250474"/>
              <a:gd name="connsiteX30" fmla="*/ 907723 w 11499601"/>
              <a:gd name="connsiteY30" fmla="*/ 24269 h 6250474"/>
              <a:gd name="connsiteX31" fmla="*/ 3989089 w 11499601"/>
              <a:gd name="connsiteY31" fmla="*/ 29653 h 6250474"/>
              <a:gd name="connsiteX32" fmla="*/ 9680053 w 11499601"/>
              <a:gd name="connsiteY32"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5021779 w 11499601"/>
              <a:gd name="connsiteY10" fmla="*/ 5972741 h 6250474"/>
              <a:gd name="connsiteX11" fmla="*/ 3239306 w 11499601"/>
              <a:gd name="connsiteY11" fmla="*/ 5972741 h 6250474"/>
              <a:gd name="connsiteX12" fmla="*/ 3217554 w 11499601"/>
              <a:gd name="connsiteY12" fmla="*/ 6005912 h 6250474"/>
              <a:gd name="connsiteX13" fmla="*/ 3219866 w 11499601"/>
              <a:gd name="connsiteY13" fmla="*/ 6250474 h 6250474"/>
              <a:gd name="connsiteX14" fmla="*/ 2855432 w 11499601"/>
              <a:gd name="connsiteY14" fmla="*/ 6045972 h 6250474"/>
              <a:gd name="connsiteX15" fmla="*/ 2785655 w 11499601"/>
              <a:gd name="connsiteY15" fmla="*/ 5972741 h 6250474"/>
              <a:gd name="connsiteX16" fmla="*/ 2321880 w 11499601"/>
              <a:gd name="connsiteY16" fmla="*/ 5972741 h 6250474"/>
              <a:gd name="connsiteX17" fmla="*/ 1884575 w 11499601"/>
              <a:gd name="connsiteY17" fmla="*/ 5937508 h 6250474"/>
              <a:gd name="connsiteX18" fmla="*/ 1731597 w 11499601"/>
              <a:gd name="connsiteY18" fmla="*/ 5934968 h 6250474"/>
              <a:gd name="connsiteX19" fmla="*/ 1588500 w 11499601"/>
              <a:gd name="connsiteY19" fmla="*/ 5940418 h 6250474"/>
              <a:gd name="connsiteX20" fmla="*/ 671167 w 11499601"/>
              <a:gd name="connsiteY20" fmla="*/ 5948382 h 6250474"/>
              <a:gd name="connsiteX21" fmla="*/ 94741 w 11499601"/>
              <a:gd name="connsiteY21" fmla="*/ 5957415 h 6250474"/>
              <a:gd name="connsiteX22" fmla="*/ 37859 w 11499601"/>
              <a:gd name="connsiteY22" fmla="*/ 5876060 h 6250474"/>
              <a:gd name="connsiteX23" fmla="*/ 28975 w 11499601"/>
              <a:gd name="connsiteY23" fmla="*/ 2606888 h 6250474"/>
              <a:gd name="connsiteX24" fmla="*/ 33539 w 11499601"/>
              <a:gd name="connsiteY24" fmla="*/ 59860 h 6250474"/>
              <a:gd name="connsiteX25" fmla="*/ 39830 w 11499601"/>
              <a:gd name="connsiteY25" fmla="*/ 42028 h 6250474"/>
              <a:gd name="connsiteX26" fmla="*/ 88659 w 11499601"/>
              <a:gd name="connsiteY26" fmla="*/ 37282 h 6250474"/>
              <a:gd name="connsiteX27" fmla="*/ 301554 w 11499601"/>
              <a:gd name="connsiteY27" fmla="*/ 37282 h 6250474"/>
              <a:gd name="connsiteX28" fmla="*/ 416464 w 11499601"/>
              <a:gd name="connsiteY28" fmla="*/ 30725 h 6250474"/>
              <a:gd name="connsiteX29" fmla="*/ 907723 w 11499601"/>
              <a:gd name="connsiteY29" fmla="*/ 24269 h 6250474"/>
              <a:gd name="connsiteX30" fmla="*/ 3989089 w 11499601"/>
              <a:gd name="connsiteY30" fmla="*/ 29653 h 6250474"/>
              <a:gd name="connsiteX31" fmla="*/ 9680053 w 11499601"/>
              <a:gd name="connsiteY31"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21779 w 11499601"/>
              <a:gd name="connsiteY9" fmla="*/ 5958809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11590 w 11499601"/>
              <a:gd name="connsiteY9" fmla="*/ 5989374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5001402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884575 w 11499601"/>
              <a:gd name="connsiteY16" fmla="*/ 5937508 h 6250474"/>
              <a:gd name="connsiteX17" fmla="*/ 1731597 w 11499601"/>
              <a:gd name="connsiteY17" fmla="*/ 5934968 h 6250474"/>
              <a:gd name="connsiteX18" fmla="*/ 1588500 w 11499601"/>
              <a:gd name="connsiteY18" fmla="*/ 5940418 h 6250474"/>
              <a:gd name="connsiteX19" fmla="*/ 671167 w 11499601"/>
              <a:gd name="connsiteY19" fmla="*/ 5948382 h 6250474"/>
              <a:gd name="connsiteX20" fmla="*/ 94741 w 11499601"/>
              <a:gd name="connsiteY20" fmla="*/ 5957415 h 6250474"/>
              <a:gd name="connsiteX21" fmla="*/ 37859 w 11499601"/>
              <a:gd name="connsiteY21" fmla="*/ 5876060 h 6250474"/>
              <a:gd name="connsiteX22" fmla="*/ 28975 w 11499601"/>
              <a:gd name="connsiteY22" fmla="*/ 2606888 h 6250474"/>
              <a:gd name="connsiteX23" fmla="*/ 33539 w 11499601"/>
              <a:gd name="connsiteY23" fmla="*/ 59860 h 6250474"/>
              <a:gd name="connsiteX24" fmla="*/ 39830 w 11499601"/>
              <a:gd name="connsiteY24" fmla="*/ 42028 h 6250474"/>
              <a:gd name="connsiteX25" fmla="*/ 88659 w 11499601"/>
              <a:gd name="connsiteY25" fmla="*/ 37282 h 6250474"/>
              <a:gd name="connsiteX26" fmla="*/ 301554 w 11499601"/>
              <a:gd name="connsiteY26" fmla="*/ 37282 h 6250474"/>
              <a:gd name="connsiteX27" fmla="*/ 416464 w 11499601"/>
              <a:gd name="connsiteY27" fmla="*/ 30725 h 6250474"/>
              <a:gd name="connsiteX28" fmla="*/ 907723 w 11499601"/>
              <a:gd name="connsiteY28" fmla="*/ 24269 h 6250474"/>
              <a:gd name="connsiteX29" fmla="*/ 3989089 w 11499601"/>
              <a:gd name="connsiteY29" fmla="*/ 29653 h 6250474"/>
              <a:gd name="connsiteX30" fmla="*/ 9680053 w 11499601"/>
              <a:gd name="connsiteY30"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731597 w 11499601"/>
              <a:gd name="connsiteY16" fmla="*/ 5934968 h 6250474"/>
              <a:gd name="connsiteX17" fmla="*/ 1588500 w 11499601"/>
              <a:gd name="connsiteY17" fmla="*/ 5940418 h 6250474"/>
              <a:gd name="connsiteX18" fmla="*/ 671167 w 11499601"/>
              <a:gd name="connsiteY18" fmla="*/ 5948382 h 6250474"/>
              <a:gd name="connsiteX19" fmla="*/ 94741 w 11499601"/>
              <a:gd name="connsiteY19" fmla="*/ 5957415 h 6250474"/>
              <a:gd name="connsiteX20" fmla="*/ 37859 w 11499601"/>
              <a:gd name="connsiteY20" fmla="*/ 5876060 h 6250474"/>
              <a:gd name="connsiteX21" fmla="*/ 28975 w 11499601"/>
              <a:gd name="connsiteY21" fmla="*/ 2606888 h 6250474"/>
              <a:gd name="connsiteX22" fmla="*/ 33539 w 11499601"/>
              <a:gd name="connsiteY22" fmla="*/ 59860 h 6250474"/>
              <a:gd name="connsiteX23" fmla="*/ 39830 w 11499601"/>
              <a:gd name="connsiteY23" fmla="*/ 42028 h 6250474"/>
              <a:gd name="connsiteX24" fmla="*/ 88659 w 11499601"/>
              <a:gd name="connsiteY24" fmla="*/ 37282 h 6250474"/>
              <a:gd name="connsiteX25" fmla="*/ 301554 w 11499601"/>
              <a:gd name="connsiteY25" fmla="*/ 37282 h 6250474"/>
              <a:gd name="connsiteX26" fmla="*/ 416464 w 11499601"/>
              <a:gd name="connsiteY26" fmla="*/ 30725 h 6250474"/>
              <a:gd name="connsiteX27" fmla="*/ 907723 w 11499601"/>
              <a:gd name="connsiteY27" fmla="*/ 24269 h 6250474"/>
              <a:gd name="connsiteX28" fmla="*/ 3989089 w 11499601"/>
              <a:gd name="connsiteY28" fmla="*/ 29653 h 6250474"/>
              <a:gd name="connsiteX29" fmla="*/ 9680053 w 11499601"/>
              <a:gd name="connsiteY29"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88500 w 11499601"/>
              <a:gd name="connsiteY16" fmla="*/ 5940418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21880 w 11499601"/>
              <a:gd name="connsiteY15" fmla="*/ 5972741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16786 w 11499601"/>
              <a:gd name="connsiteY15" fmla="*/ 5901423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1552841 w 11499601"/>
              <a:gd name="connsiteY16" fmla="*/ 5965889 h 6250474"/>
              <a:gd name="connsiteX17" fmla="*/ 671167 w 11499601"/>
              <a:gd name="connsiteY17" fmla="*/ 5948382 h 6250474"/>
              <a:gd name="connsiteX18" fmla="*/ 94741 w 11499601"/>
              <a:gd name="connsiteY18" fmla="*/ 5957415 h 6250474"/>
              <a:gd name="connsiteX19" fmla="*/ 37859 w 11499601"/>
              <a:gd name="connsiteY19" fmla="*/ 5876060 h 6250474"/>
              <a:gd name="connsiteX20" fmla="*/ 28975 w 11499601"/>
              <a:gd name="connsiteY20" fmla="*/ 2606888 h 6250474"/>
              <a:gd name="connsiteX21" fmla="*/ 33539 w 11499601"/>
              <a:gd name="connsiteY21" fmla="*/ 59860 h 6250474"/>
              <a:gd name="connsiteX22" fmla="*/ 39830 w 11499601"/>
              <a:gd name="connsiteY22" fmla="*/ 42028 h 6250474"/>
              <a:gd name="connsiteX23" fmla="*/ 88659 w 11499601"/>
              <a:gd name="connsiteY23" fmla="*/ 37282 h 6250474"/>
              <a:gd name="connsiteX24" fmla="*/ 301554 w 11499601"/>
              <a:gd name="connsiteY24" fmla="*/ 37282 h 6250474"/>
              <a:gd name="connsiteX25" fmla="*/ 416464 w 11499601"/>
              <a:gd name="connsiteY25" fmla="*/ 30725 h 6250474"/>
              <a:gd name="connsiteX26" fmla="*/ 907723 w 11499601"/>
              <a:gd name="connsiteY26" fmla="*/ 24269 h 6250474"/>
              <a:gd name="connsiteX27" fmla="*/ 3989089 w 11499601"/>
              <a:gd name="connsiteY27" fmla="*/ 29653 h 6250474"/>
              <a:gd name="connsiteX28" fmla="*/ 9680053 w 11499601"/>
              <a:gd name="connsiteY28"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71167 w 11499601"/>
              <a:gd name="connsiteY16" fmla="*/ 5948382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55432 w 11499601"/>
              <a:gd name="connsiteY13" fmla="*/ 6045972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84193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5500 h 6255974"/>
              <a:gd name="connsiteX1" fmla="*/ 11263634 w 11499601"/>
              <a:gd name="connsiteY1" fmla="*/ 16394 h 6255974"/>
              <a:gd name="connsiteX2" fmla="*/ 11499601 w 11499601"/>
              <a:gd name="connsiteY2" fmla="*/ 64794 h 6255974"/>
              <a:gd name="connsiteX3" fmla="*/ 11496115 w 11499601"/>
              <a:gd name="connsiteY3" fmla="*/ 338710 h 6255974"/>
              <a:gd name="connsiteX4" fmla="*/ 11496626 w 11499601"/>
              <a:gd name="connsiteY4" fmla="*/ 807372 h 6255974"/>
              <a:gd name="connsiteX5" fmla="*/ 11482477 w 11499601"/>
              <a:gd name="connsiteY5" fmla="*/ 1840079 h 6255974"/>
              <a:gd name="connsiteX6" fmla="*/ 11478714 w 11499601"/>
              <a:gd name="connsiteY6" fmla="*/ 3525714 h 6255974"/>
              <a:gd name="connsiteX7" fmla="*/ 11419375 w 11499601"/>
              <a:gd name="connsiteY7" fmla="*/ 5987933 h 6255974"/>
              <a:gd name="connsiteX8" fmla="*/ 5959453 w 11499601"/>
              <a:gd name="connsiteY8" fmla="*/ 5978886 h 6255974"/>
              <a:gd name="connsiteX9" fmla="*/ 4858766 w 11499601"/>
              <a:gd name="connsiteY9" fmla="*/ 6005062 h 6255974"/>
              <a:gd name="connsiteX10" fmla="*/ 3239306 w 11499601"/>
              <a:gd name="connsiteY10" fmla="*/ 5978241 h 6255974"/>
              <a:gd name="connsiteX11" fmla="*/ 3217554 w 11499601"/>
              <a:gd name="connsiteY11" fmla="*/ 6011412 h 6255974"/>
              <a:gd name="connsiteX12" fmla="*/ 3219866 w 11499601"/>
              <a:gd name="connsiteY12" fmla="*/ 6255974 h 6255974"/>
              <a:gd name="connsiteX13" fmla="*/ 2870715 w 11499601"/>
              <a:gd name="connsiteY13" fmla="*/ 6061661 h 6255974"/>
              <a:gd name="connsiteX14" fmla="*/ 2785655 w 11499601"/>
              <a:gd name="connsiteY14" fmla="*/ 5978241 h 6255974"/>
              <a:gd name="connsiteX15" fmla="*/ 2301504 w 11499601"/>
              <a:gd name="connsiteY15" fmla="*/ 5973147 h 6255974"/>
              <a:gd name="connsiteX16" fmla="*/ 666073 w 11499601"/>
              <a:gd name="connsiteY16" fmla="*/ 5964071 h 6255974"/>
              <a:gd name="connsiteX17" fmla="*/ 94741 w 11499601"/>
              <a:gd name="connsiteY17" fmla="*/ 5962915 h 6255974"/>
              <a:gd name="connsiteX18" fmla="*/ 37859 w 11499601"/>
              <a:gd name="connsiteY18" fmla="*/ 5881560 h 6255974"/>
              <a:gd name="connsiteX19" fmla="*/ 28975 w 11499601"/>
              <a:gd name="connsiteY19" fmla="*/ 2612388 h 6255974"/>
              <a:gd name="connsiteX20" fmla="*/ 33539 w 11499601"/>
              <a:gd name="connsiteY20" fmla="*/ 65360 h 6255974"/>
              <a:gd name="connsiteX21" fmla="*/ 39830 w 11499601"/>
              <a:gd name="connsiteY21" fmla="*/ 47528 h 6255974"/>
              <a:gd name="connsiteX22" fmla="*/ 88659 w 11499601"/>
              <a:gd name="connsiteY22" fmla="*/ 42782 h 6255974"/>
              <a:gd name="connsiteX23" fmla="*/ 301554 w 11499601"/>
              <a:gd name="connsiteY23" fmla="*/ 42782 h 6255974"/>
              <a:gd name="connsiteX24" fmla="*/ 416464 w 11499601"/>
              <a:gd name="connsiteY24" fmla="*/ 36225 h 6255974"/>
              <a:gd name="connsiteX25" fmla="*/ 907723 w 11499601"/>
              <a:gd name="connsiteY25" fmla="*/ 29769 h 6255974"/>
              <a:gd name="connsiteX26" fmla="*/ 3989089 w 11499601"/>
              <a:gd name="connsiteY26" fmla="*/ 35153 h 6255974"/>
              <a:gd name="connsiteX27" fmla="*/ 9680053 w 11499601"/>
              <a:gd name="connsiteY27" fmla="*/ 5500 h 6255974"/>
              <a:gd name="connsiteX0" fmla="*/ 9680053 w 11499601"/>
              <a:gd name="connsiteY0" fmla="*/ 0 h 6250474"/>
              <a:gd name="connsiteX1" fmla="*/ 11263634 w 11499601"/>
              <a:gd name="connsiteY1" fmla="*/ 10894 h 6250474"/>
              <a:gd name="connsiteX2" fmla="*/ 11499601 w 11499601"/>
              <a:gd name="connsiteY2" fmla="*/ 5929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6115 w 11499601"/>
              <a:gd name="connsiteY3" fmla="*/ 33321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 name="connsiteX0" fmla="*/ 9680053 w 11499601"/>
              <a:gd name="connsiteY0" fmla="*/ 0 h 6250474"/>
              <a:gd name="connsiteX1" fmla="*/ 11263634 w 11499601"/>
              <a:gd name="connsiteY1" fmla="*/ 10894 h 6250474"/>
              <a:gd name="connsiteX2" fmla="*/ 11499601 w 11499601"/>
              <a:gd name="connsiteY2" fmla="*/ 39374 h 6250474"/>
              <a:gd name="connsiteX3" fmla="*/ 11491172 w 11499601"/>
              <a:gd name="connsiteY3" fmla="*/ 313290 h 6250474"/>
              <a:gd name="connsiteX4" fmla="*/ 11496626 w 11499601"/>
              <a:gd name="connsiteY4" fmla="*/ 801872 h 6250474"/>
              <a:gd name="connsiteX5" fmla="*/ 11482477 w 11499601"/>
              <a:gd name="connsiteY5" fmla="*/ 1834579 h 6250474"/>
              <a:gd name="connsiteX6" fmla="*/ 11478714 w 11499601"/>
              <a:gd name="connsiteY6" fmla="*/ 3520214 h 6250474"/>
              <a:gd name="connsiteX7" fmla="*/ 11419375 w 11499601"/>
              <a:gd name="connsiteY7" fmla="*/ 5982433 h 6250474"/>
              <a:gd name="connsiteX8" fmla="*/ 5959453 w 11499601"/>
              <a:gd name="connsiteY8" fmla="*/ 5973386 h 6250474"/>
              <a:gd name="connsiteX9" fmla="*/ 4858766 w 11499601"/>
              <a:gd name="connsiteY9" fmla="*/ 5999562 h 6250474"/>
              <a:gd name="connsiteX10" fmla="*/ 3239306 w 11499601"/>
              <a:gd name="connsiteY10" fmla="*/ 5972741 h 6250474"/>
              <a:gd name="connsiteX11" fmla="*/ 3217554 w 11499601"/>
              <a:gd name="connsiteY11" fmla="*/ 6005912 h 6250474"/>
              <a:gd name="connsiteX12" fmla="*/ 3219866 w 11499601"/>
              <a:gd name="connsiteY12" fmla="*/ 6250474 h 6250474"/>
              <a:gd name="connsiteX13" fmla="*/ 2870715 w 11499601"/>
              <a:gd name="connsiteY13" fmla="*/ 6056161 h 6250474"/>
              <a:gd name="connsiteX14" fmla="*/ 2785655 w 11499601"/>
              <a:gd name="connsiteY14" fmla="*/ 5972741 h 6250474"/>
              <a:gd name="connsiteX15" fmla="*/ 2301504 w 11499601"/>
              <a:gd name="connsiteY15" fmla="*/ 5967647 h 6250474"/>
              <a:gd name="connsiteX16" fmla="*/ 666073 w 11499601"/>
              <a:gd name="connsiteY16" fmla="*/ 5958571 h 6250474"/>
              <a:gd name="connsiteX17" fmla="*/ 94741 w 11499601"/>
              <a:gd name="connsiteY17" fmla="*/ 5957415 h 6250474"/>
              <a:gd name="connsiteX18" fmla="*/ 37859 w 11499601"/>
              <a:gd name="connsiteY18" fmla="*/ 5876060 h 6250474"/>
              <a:gd name="connsiteX19" fmla="*/ 28975 w 11499601"/>
              <a:gd name="connsiteY19" fmla="*/ 2606888 h 6250474"/>
              <a:gd name="connsiteX20" fmla="*/ 33539 w 11499601"/>
              <a:gd name="connsiteY20" fmla="*/ 59860 h 6250474"/>
              <a:gd name="connsiteX21" fmla="*/ 39830 w 11499601"/>
              <a:gd name="connsiteY21" fmla="*/ 42028 h 6250474"/>
              <a:gd name="connsiteX22" fmla="*/ 88659 w 11499601"/>
              <a:gd name="connsiteY22" fmla="*/ 37282 h 6250474"/>
              <a:gd name="connsiteX23" fmla="*/ 301554 w 11499601"/>
              <a:gd name="connsiteY23" fmla="*/ 37282 h 6250474"/>
              <a:gd name="connsiteX24" fmla="*/ 416464 w 11499601"/>
              <a:gd name="connsiteY24" fmla="*/ 30725 h 6250474"/>
              <a:gd name="connsiteX25" fmla="*/ 907723 w 11499601"/>
              <a:gd name="connsiteY25" fmla="*/ 24269 h 6250474"/>
              <a:gd name="connsiteX26" fmla="*/ 3989089 w 11499601"/>
              <a:gd name="connsiteY26" fmla="*/ 29653 h 6250474"/>
              <a:gd name="connsiteX27" fmla="*/ 9680053 w 11499601"/>
              <a:gd name="connsiteY27" fmla="*/ 0 h 625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499601" h="6250474">
                <a:moveTo>
                  <a:pt x="9680053" y="0"/>
                </a:moveTo>
                <a:lnTo>
                  <a:pt x="11263634" y="10894"/>
                </a:lnTo>
                <a:cubicBezTo>
                  <a:pt x="11382518" y="17609"/>
                  <a:pt x="11483635" y="5293"/>
                  <a:pt x="11499601" y="39374"/>
                </a:cubicBezTo>
                <a:lnTo>
                  <a:pt x="11491172" y="313290"/>
                </a:lnTo>
                <a:cubicBezTo>
                  <a:pt x="11491342" y="469511"/>
                  <a:pt x="11496456" y="645651"/>
                  <a:pt x="11496626" y="801872"/>
                </a:cubicBezTo>
                <a:cubicBezTo>
                  <a:pt x="11485119" y="918570"/>
                  <a:pt x="11483798" y="1773917"/>
                  <a:pt x="11482477" y="1834579"/>
                </a:cubicBezTo>
                <a:cubicBezTo>
                  <a:pt x="11462397" y="2645173"/>
                  <a:pt x="11489491" y="2970847"/>
                  <a:pt x="11478714" y="3520214"/>
                </a:cubicBezTo>
                <a:cubicBezTo>
                  <a:pt x="11462615" y="5654060"/>
                  <a:pt x="11560172" y="6010354"/>
                  <a:pt x="11419375" y="5982433"/>
                </a:cubicBezTo>
                <a:cubicBezTo>
                  <a:pt x="9251879" y="6044921"/>
                  <a:pt x="7569480" y="6004728"/>
                  <a:pt x="5959453" y="5973386"/>
                </a:cubicBezTo>
                <a:lnTo>
                  <a:pt x="4858766" y="5999562"/>
                </a:lnTo>
                <a:lnTo>
                  <a:pt x="3239306" y="5972741"/>
                </a:lnTo>
                <a:lnTo>
                  <a:pt x="3217554" y="6005912"/>
                </a:lnTo>
                <a:cubicBezTo>
                  <a:pt x="3195952" y="6047442"/>
                  <a:pt x="3201415" y="6144511"/>
                  <a:pt x="3219866" y="6250474"/>
                </a:cubicBezTo>
                <a:cubicBezTo>
                  <a:pt x="3113618" y="6201492"/>
                  <a:pt x="2980145" y="6145854"/>
                  <a:pt x="2870715" y="6056161"/>
                </a:cubicBezTo>
                <a:lnTo>
                  <a:pt x="2785655" y="5972741"/>
                </a:lnTo>
                <a:lnTo>
                  <a:pt x="2301504" y="5967647"/>
                </a:lnTo>
                <a:lnTo>
                  <a:pt x="666073" y="5958571"/>
                </a:lnTo>
                <a:cubicBezTo>
                  <a:pt x="416338" y="5959078"/>
                  <a:pt x="199443" y="5971167"/>
                  <a:pt x="94741" y="5957415"/>
                </a:cubicBezTo>
                <a:cubicBezTo>
                  <a:pt x="-9961" y="5943663"/>
                  <a:pt x="43390" y="5957506"/>
                  <a:pt x="37859" y="5876060"/>
                </a:cubicBezTo>
                <a:cubicBezTo>
                  <a:pt x="13485" y="5737802"/>
                  <a:pt x="42281" y="4414258"/>
                  <a:pt x="28975" y="2606888"/>
                </a:cubicBezTo>
                <a:cubicBezTo>
                  <a:pt x="-19249" y="1512253"/>
                  <a:pt x="110" y="488851"/>
                  <a:pt x="33539" y="59860"/>
                </a:cubicBezTo>
                <a:cubicBezTo>
                  <a:pt x="34137" y="52184"/>
                  <a:pt x="36271" y="46366"/>
                  <a:pt x="39830" y="42028"/>
                </a:cubicBezTo>
                <a:lnTo>
                  <a:pt x="88659" y="37282"/>
                </a:lnTo>
                <a:lnTo>
                  <a:pt x="301554" y="37282"/>
                </a:lnTo>
                <a:lnTo>
                  <a:pt x="416464" y="30725"/>
                </a:lnTo>
                <a:lnTo>
                  <a:pt x="907723" y="24269"/>
                </a:lnTo>
                <a:lnTo>
                  <a:pt x="3989089" y="29653"/>
                </a:lnTo>
                <a:lnTo>
                  <a:pt x="9680053" y="0"/>
                </a:ln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782562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75" r:id="rId5"/>
    <p:sldLayoutId id="2147483680" r:id="rId6"/>
    <p:sldLayoutId id="2147483676" r:id="rId7"/>
    <p:sldLayoutId id="2147483677" r:id="rId8"/>
    <p:sldLayoutId id="2147483678" r:id="rId9"/>
    <p:sldLayoutId id="2147483679" r:id="rId10"/>
    <p:sldLayoutId id="2147483681" r:id="rId11"/>
  </p:sldLayoutIdLst>
  <p:txStyles>
    <p:titleStyle>
      <a:lvl1pPr algn="l" defTabSz="914400" rtl="0" eaLnBrk="1" latinLnBrk="0" hangingPunct="1">
        <a:lnSpc>
          <a:spcPct val="100000"/>
        </a:lnSpc>
        <a:spcBef>
          <a:spcPct val="0"/>
        </a:spcBef>
        <a:buNone/>
        <a:defRPr sz="4800" b="1" kern="1200" spc="100"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SzPct val="73000"/>
        <a:buFontTx/>
        <a:buNone/>
        <a:defRPr sz="3200" b="1" kern="1200" spc="50" baseline="0">
          <a:solidFill>
            <a:schemeClr val="tx1"/>
          </a:solidFill>
          <a:latin typeface="+mn-lt"/>
          <a:ea typeface="+mn-ea"/>
          <a:cs typeface="+mn-cs"/>
        </a:defRPr>
      </a:lvl1pPr>
      <a:lvl2pPr marL="228600" indent="-182880" algn="l" defTabSz="914400" rtl="0" eaLnBrk="1" latinLnBrk="0" hangingPunct="1">
        <a:lnSpc>
          <a:spcPct val="100000"/>
        </a:lnSpc>
        <a:spcBef>
          <a:spcPts val="500"/>
        </a:spcBef>
        <a:buSzPct val="70000"/>
        <a:buFont typeface="Arial" panose="020B0604020202020204" pitchFamily="34" charset="0"/>
        <a:buChar char="•"/>
        <a:defRPr sz="2800" b="1" kern="1200" spc="50" baseline="0">
          <a:solidFill>
            <a:schemeClr val="tx1"/>
          </a:solidFill>
          <a:latin typeface="+mn-lt"/>
          <a:ea typeface="+mn-ea"/>
          <a:cs typeface="+mn-cs"/>
        </a:defRPr>
      </a:lvl2pPr>
      <a:lvl3pPr marL="274320" indent="0" algn="l" defTabSz="914400" rtl="0" eaLnBrk="1" latinLnBrk="0" hangingPunct="1">
        <a:lnSpc>
          <a:spcPct val="100000"/>
        </a:lnSpc>
        <a:spcBef>
          <a:spcPts val="500"/>
        </a:spcBef>
        <a:buSzPct val="73000"/>
        <a:buFontTx/>
        <a:buNone/>
        <a:defRPr sz="2400" b="1" kern="1200" spc="50" baseline="0">
          <a:solidFill>
            <a:schemeClr val="tx1"/>
          </a:solidFill>
          <a:latin typeface="+mn-lt"/>
          <a:ea typeface="+mn-ea"/>
          <a:cs typeface="+mn-cs"/>
        </a:defRPr>
      </a:lvl3pPr>
      <a:lvl4pPr marL="548640" indent="-182880" algn="l" defTabSz="914400" rtl="0" eaLnBrk="1" latinLnBrk="0" hangingPunct="1">
        <a:lnSpc>
          <a:spcPct val="100000"/>
        </a:lnSpc>
        <a:spcBef>
          <a:spcPts val="500"/>
        </a:spcBef>
        <a:buSzPct val="73000"/>
        <a:buFont typeface="Arial" panose="020B0604020202020204" pitchFamily="34" charset="0"/>
        <a:buChar char="•"/>
        <a:defRPr sz="2000" b="1" kern="1200" spc="50" baseline="0">
          <a:solidFill>
            <a:schemeClr val="tx1"/>
          </a:solidFill>
          <a:latin typeface="+mn-lt"/>
          <a:ea typeface="+mn-ea"/>
          <a:cs typeface="+mn-cs"/>
        </a:defRPr>
      </a:lvl4pPr>
      <a:lvl5pPr marL="548640" indent="0" algn="l" defTabSz="914400" rtl="0" eaLnBrk="1" latinLnBrk="0" hangingPunct="1">
        <a:lnSpc>
          <a:spcPct val="100000"/>
        </a:lnSpc>
        <a:spcBef>
          <a:spcPts val="500"/>
        </a:spcBef>
        <a:buSzPct val="73000"/>
        <a:buFontTx/>
        <a:buNone/>
        <a:defRPr sz="20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ED3E28F-E990-4EB1-BDE1-DEF2B7F98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background with dots and lines&#10;&#10;Description automatically generated">
            <a:extLst>
              <a:ext uri="{FF2B5EF4-FFF2-40B4-BE49-F238E27FC236}">
                <a16:creationId xmlns:a16="http://schemas.microsoft.com/office/drawing/2014/main" id="{2AE08F99-CFA0-2707-46AF-D4994614433C}"/>
              </a:ext>
            </a:extLst>
          </p:cNvPr>
          <p:cNvPicPr>
            <a:picLocks noChangeAspect="1"/>
          </p:cNvPicPr>
          <p:nvPr/>
        </p:nvPicPr>
        <p:blipFill>
          <a:blip r:embed="rId2"/>
          <a:srcRect t="3799" b="2011"/>
          <a:stretch/>
        </p:blipFill>
        <p:spPr>
          <a:xfrm>
            <a:off x="20" y="1"/>
            <a:ext cx="12191980" cy="6861458"/>
          </a:xfrm>
          <a:prstGeom prst="rect">
            <a:avLst/>
          </a:prstGeom>
        </p:spPr>
      </p:pic>
      <p:sp>
        <p:nvSpPr>
          <p:cNvPr id="11" name="Freeform: Shape 10">
            <a:extLst>
              <a:ext uri="{FF2B5EF4-FFF2-40B4-BE49-F238E27FC236}">
                <a16:creationId xmlns:a16="http://schemas.microsoft.com/office/drawing/2014/main" id="{F5CA07C1-041F-475C-9FC6-2E4316532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022" y="343112"/>
            <a:ext cx="5737538" cy="2989690"/>
          </a:xfrm>
          <a:custGeom>
            <a:avLst/>
            <a:gdLst>
              <a:gd name="connsiteX0" fmla="*/ 1289525 w 6745768"/>
              <a:gd name="connsiteY0" fmla="*/ 2301903 h 2794242"/>
              <a:gd name="connsiteX1" fmla="*/ 182620 w 6745768"/>
              <a:gd name="connsiteY1" fmla="*/ 1797161 h 2794242"/>
              <a:gd name="connsiteX2" fmla="*/ 12857 w 6745768"/>
              <a:gd name="connsiteY2" fmla="*/ 794567 h 2794242"/>
              <a:gd name="connsiteX3" fmla="*/ 697283 w 6745768"/>
              <a:gd name="connsiteY3" fmla="*/ 56263 h 2794242"/>
              <a:gd name="connsiteX4" fmla="*/ 6042476 w 6745768"/>
              <a:gd name="connsiteY4" fmla="*/ 156302 h 2794242"/>
              <a:gd name="connsiteX5" fmla="*/ 6744264 w 6745768"/>
              <a:gd name="connsiteY5" fmla="*/ 865255 h 2794242"/>
              <a:gd name="connsiteX6" fmla="*/ 6299463 w 6745768"/>
              <a:gd name="connsiteY6" fmla="*/ 2129659 h 2794242"/>
              <a:gd name="connsiteX7" fmla="*/ 1843321 w 6745768"/>
              <a:gd name="connsiteY7" fmla="*/ 2302040 h 2794242"/>
              <a:gd name="connsiteX8" fmla="*/ 1297241 w 6745768"/>
              <a:gd name="connsiteY8" fmla="*/ 2794243 h 2794242"/>
              <a:gd name="connsiteX9" fmla="*/ 1289525 w 6745768"/>
              <a:gd name="connsiteY9" fmla="*/ 2301903 h 2794242"/>
              <a:gd name="connsiteX0" fmla="*/ 1289525 w 6745768"/>
              <a:gd name="connsiteY0" fmla="*/ 2301903 h 2633547"/>
              <a:gd name="connsiteX1" fmla="*/ 182620 w 6745768"/>
              <a:gd name="connsiteY1" fmla="*/ 1797161 h 2633547"/>
              <a:gd name="connsiteX2" fmla="*/ 12857 w 6745768"/>
              <a:gd name="connsiteY2" fmla="*/ 794567 h 2633547"/>
              <a:gd name="connsiteX3" fmla="*/ 697283 w 6745768"/>
              <a:gd name="connsiteY3" fmla="*/ 56263 h 2633547"/>
              <a:gd name="connsiteX4" fmla="*/ 6042476 w 6745768"/>
              <a:gd name="connsiteY4" fmla="*/ 156302 h 2633547"/>
              <a:gd name="connsiteX5" fmla="*/ 6744264 w 6745768"/>
              <a:gd name="connsiteY5" fmla="*/ 865255 h 2633547"/>
              <a:gd name="connsiteX6" fmla="*/ 6299463 w 6745768"/>
              <a:gd name="connsiteY6" fmla="*/ 2129659 h 2633547"/>
              <a:gd name="connsiteX7" fmla="*/ 1843321 w 6745768"/>
              <a:gd name="connsiteY7" fmla="*/ 2302040 h 2633547"/>
              <a:gd name="connsiteX8" fmla="*/ 1297241 w 6745768"/>
              <a:gd name="connsiteY8" fmla="*/ 2633547 h 2633547"/>
              <a:gd name="connsiteX9" fmla="*/ 1289525 w 6745768"/>
              <a:gd name="connsiteY9" fmla="*/ 2301903 h 2633547"/>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299463 w 6745768"/>
              <a:gd name="connsiteY6" fmla="*/ 2129659 h 2588909"/>
              <a:gd name="connsiteX7" fmla="*/ 1843321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299463 w 6745768"/>
              <a:gd name="connsiteY6" fmla="*/ 2129659 h 2588909"/>
              <a:gd name="connsiteX7" fmla="*/ 1843321 w 6745768"/>
              <a:gd name="connsiteY7" fmla="*/ 2302040 h 2588909"/>
              <a:gd name="connsiteX8" fmla="*/ 1321290 w 6745768"/>
              <a:gd name="connsiteY8" fmla="*/ 2588909 h 2588909"/>
              <a:gd name="connsiteX9" fmla="*/ 1289525 w 6745768"/>
              <a:gd name="connsiteY9" fmla="*/ 2301903 h 2588909"/>
              <a:gd name="connsiteX0" fmla="*/ 1289525 w 6813483"/>
              <a:gd name="connsiteY0" fmla="*/ 2301903 h 2588909"/>
              <a:gd name="connsiteX1" fmla="*/ 182620 w 6813483"/>
              <a:gd name="connsiteY1" fmla="*/ 1797161 h 2588909"/>
              <a:gd name="connsiteX2" fmla="*/ 12857 w 6813483"/>
              <a:gd name="connsiteY2" fmla="*/ 794567 h 2588909"/>
              <a:gd name="connsiteX3" fmla="*/ 697283 w 6813483"/>
              <a:gd name="connsiteY3" fmla="*/ 56263 h 2588909"/>
              <a:gd name="connsiteX4" fmla="*/ 6042476 w 6813483"/>
              <a:gd name="connsiteY4" fmla="*/ 156302 h 2588909"/>
              <a:gd name="connsiteX5" fmla="*/ 6744264 w 6813483"/>
              <a:gd name="connsiteY5" fmla="*/ 865255 h 2588909"/>
              <a:gd name="connsiteX6" fmla="*/ 6299463 w 6813483"/>
              <a:gd name="connsiteY6" fmla="*/ 2129659 h 2588909"/>
              <a:gd name="connsiteX7" fmla="*/ 1855346 w 6813483"/>
              <a:gd name="connsiteY7" fmla="*/ 2302040 h 2588909"/>
              <a:gd name="connsiteX8" fmla="*/ 1321290 w 6813483"/>
              <a:gd name="connsiteY8" fmla="*/ 2588909 h 2588909"/>
              <a:gd name="connsiteX9" fmla="*/ 1289525 w 6813483"/>
              <a:gd name="connsiteY9" fmla="*/ 2301903 h 2588909"/>
              <a:gd name="connsiteX0" fmla="*/ 1289525 w 6813483"/>
              <a:gd name="connsiteY0" fmla="*/ 2301903 h 2588909"/>
              <a:gd name="connsiteX1" fmla="*/ 182620 w 6813483"/>
              <a:gd name="connsiteY1" fmla="*/ 1797161 h 2588909"/>
              <a:gd name="connsiteX2" fmla="*/ 12857 w 6813483"/>
              <a:gd name="connsiteY2" fmla="*/ 794567 h 2588909"/>
              <a:gd name="connsiteX3" fmla="*/ 697283 w 6813483"/>
              <a:gd name="connsiteY3" fmla="*/ 56263 h 2588909"/>
              <a:gd name="connsiteX4" fmla="*/ 6042476 w 6813483"/>
              <a:gd name="connsiteY4" fmla="*/ 156302 h 2588909"/>
              <a:gd name="connsiteX5" fmla="*/ 6744264 w 6813483"/>
              <a:gd name="connsiteY5" fmla="*/ 865255 h 2588909"/>
              <a:gd name="connsiteX6" fmla="*/ 6299463 w 6813483"/>
              <a:gd name="connsiteY6" fmla="*/ 2129659 h 2588909"/>
              <a:gd name="connsiteX7" fmla="*/ 1855346 w 6813483"/>
              <a:gd name="connsiteY7" fmla="*/ 2302040 h 2588909"/>
              <a:gd name="connsiteX8" fmla="*/ 1321290 w 6813483"/>
              <a:gd name="connsiteY8" fmla="*/ 2588909 h 2588909"/>
              <a:gd name="connsiteX9" fmla="*/ 1289525 w 6813483"/>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046952 w 6745768"/>
              <a:gd name="connsiteY6" fmla="*/ 2129659 h 2588909"/>
              <a:gd name="connsiteX7" fmla="*/ 1855346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5926709 w 6745768"/>
              <a:gd name="connsiteY6" fmla="*/ 2129659 h 2588909"/>
              <a:gd name="connsiteX7" fmla="*/ 1855346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55846"/>
              <a:gd name="connsiteX1" fmla="*/ 182620 w 6745768"/>
              <a:gd name="connsiteY1" fmla="*/ 1797161 h 2555846"/>
              <a:gd name="connsiteX2" fmla="*/ 12857 w 6745768"/>
              <a:gd name="connsiteY2" fmla="*/ 794567 h 2555846"/>
              <a:gd name="connsiteX3" fmla="*/ 697283 w 6745768"/>
              <a:gd name="connsiteY3" fmla="*/ 56263 h 2555846"/>
              <a:gd name="connsiteX4" fmla="*/ 6042476 w 6745768"/>
              <a:gd name="connsiteY4" fmla="*/ 156302 h 2555846"/>
              <a:gd name="connsiteX5" fmla="*/ 6744264 w 6745768"/>
              <a:gd name="connsiteY5" fmla="*/ 865255 h 2555846"/>
              <a:gd name="connsiteX6" fmla="*/ 5926709 w 6745768"/>
              <a:gd name="connsiteY6" fmla="*/ 2129659 h 2555846"/>
              <a:gd name="connsiteX7" fmla="*/ 1855346 w 6745768"/>
              <a:gd name="connsiteY7" fmla="*/ 2302040 h 2555846"/>
              <a:gd name="connsiteX8" fmla="*/ 1321290 w 6745768"/>
              <a:gd name="connsiteY8" fmla="*/ 2555846 h 2555846"/>
              <a:gd name="connsiteX9" fmla="*/ 1289525 w 6745768"/>
              <a:gd name="connsiteY9" fmla="*/ 2301903 h 2555846"/>
              <a:gd name="connsiteX0" fmla="*/ 1289525 w 6745768"/>
              <a:gd name="connsiteY0" fmla="*/ 2301903 h 2555846"/>
              <a:gd name="connsiteX1" fmla="*/ 182620 w 6745768"/>
              <a:gd name="connsiteY1" fmla="*/ 1797161 h 2555846"/>
              <a:gd name="connsiteX2" fmla="*/ 12857 w 6745768"/>
              <a:gd name="connsiteY2" fmla="*/ 794567 h 2555846"/>
              <a:gd name="connsiteX3" fmla="*/ 697283 w 6745768"/>
              <a:gd name="connsiteY3" fmla="*/ 56263 h 2555846"/>
              <a:gd name="connsiteX4" fmla="*/ 6042476 w 6745768"/>
              <a:gd name="connsiteY4" fmla="*/ 156302 h 2555846"/>
              <a:gd name="connsiteX5" fmla="*/ 6744264 w 6745768"/>
              <a:gd name="connsiteY5" fmla="*/ 865255 h 2555846"/>
              <a:gd name="connsiteX6" fmla="*/ 5926709 w 6745768"/>
              <a:gd name="connsiteY6" fmla="*/ 2129659 h 2555846"/>
              <a:gd name="connsiteX7" fmla="*/ 1855346 w 6745768"/>
              <a:gd name="connsiteY7" fmla="*/ 2302040 h 2555846"/>
              <a:gd name="connsiteX8" fmla="*/ 1321290 w 6745768"/>
              <a:gd name="connsiteY8" fmla="*/ 2555846 h 2555846"/>
              <a:gd name="connsiteX9" fmla="*/ 1289525 w 6745768"/>
              <a:gd name="connsiteY9" fmla="*/ 2301903 h 2555846"/>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1855346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1855346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2018095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02083"/>
              <a:gd name="connsiteX1" fmla="*/ 182620 w 6745768"/>
              <a:gd name="connsiteY1" fmla="*/ 1797161 h 2502083"/>
              <a:gd name="connsiteX2" fmla="*/ 12857 w 6745768"/>
              <a:gd name="connsiteY2" fmla="*/ 794567 h 2502083"/>
              <a:gd name="connsiteX3" fmla="*/ 697283 w 6745768"/>
              <a:gd name="connsiteY3" fmla="*/ 56263 h 2502083"/>
              <a:gd name="connsiteX4" fmla="*/ 6042476 w 6745768"/>
              <a:gd name="connsiteY4" fmla="*/ 156302 h 2502083"/>
              <a:gd name="connsiteX5" fmla="*/ 6744264 w 6745768"/>
              <a:gd name="connsiteY5" fmla="*/ 865255 h 2502083"/>
              <a:gd name="connsiteX6" fmla="*/ 5926709 w 6745768"/>
              <a:gd name="connsiteY6" fmla="*/ 2129659 h 2502083"/>
              <a:gd name="connsiteX7" fmla="*/ 2018095 w 6745768"/>
              <a:gd name="connsiteY7" fmla="*/ 2302040 h 2502083"/>
              <a:gd name="connsiteX8" fmla="*/ 1303420 w 6745768"/>
              <a:gd name="connsiteY8" fmla="*/ 2502083 h 2502083"/>
              <a:gd name="connsiteX9" fmla="*/ 1289525 w 6745768"/>
              <a:gd name="connsiteY9" fmla="*/ 2301903 h 2502083"/>
              <a:gd name="connsiteX0" fmla="*/ 1198511 w 6749690"/>
              <a:gd name="connsiteY0" fmla="*/ 2291553 h 2502083"/>
              <a:gd name="connsiteX1" fmla="*/ 186542 w 6749690"/>
              <a:gd name="connsiteY1" fmla="*/ 1797161 h 2502083"/>
              <a:gd name="connsiteX2" fmla="*/ 16779 w 6749690"/>
              <a:gd name="connsiteY2" fmla="*/ 794567 h 2502083"/>
              <a:gd name="connsiteX3" fmla="*/ 701205 w 6749690"/>
              <a:gd name="connsiteY3" fmla="*/ 56263 h 2502083"/>
              <a:gd name="connsiteX4" fmla="*/ 6046398 w 6749690"/>
              <a:gd name="connsiteY4" fmla="*/ 156302 h 2502083"/>
              <a:gd name="connsiteX5" fmla="*/ 6748186 w 6749690"/>
              <a:gd name="connsiteY5" fmla="*/ 865255 h 2502083"/>
              <a:gd name="connsiteX6" fmla="*/ 5930631 w 6749690"/>
              <a:gd name="connsiteY6" fmla="*/ 2129659 h 2502083"/>
              <a:gd name="connsiteX7" fmla="*/ 2022017 w 6749690"/>
              <a:gd name="connsiteY7" fmla="*/ 2302040 h 2502083"/>
              <a:gd name="connsiteX8" fmla="*/ 1307342 w 6749690"/>
              <a:gd name="connsiteY8" fmla="*/ 2502083 h 2502083"/>
              <a:gd name="connsiteX9" fmla="*/ 1198511 w 6749690"/>
              <a:gd name="connsiteY9" fmla="*/ 2291553 h 2502083"/>
              <a:gd name="connsiteX0" fmla="*/ 1198511 w 6749690"/>
              <a:gd name="connsiteY0" fmla="*/ 2291553 h 2502083"/>
              <a:gd name="connsiteX1" fmla="*/ 186542 w 6749690"/>
              <a:gd name="connsiteY1" fmla="*/ 1797161 h 2502083"/>
              <a:gd name="connsiteX2" fmla="*/ 16779 w 6749690"/>
              <a:gd name="connsiteY2" fmla="*/ 794567 h 2502083"/>
              <a:gd name="connsiteX3" fmla="*/ 701205 w 6749690"/>
              <a:gd name="connsiteY3" fmla="*/ 56263 h 2502083"/>
              <a:gd name="connsiteX4" fmla="*/ 6046398 w 6749690"/>
              <a:gd name="connsiteY4" fmla="*/ 156302 h 2502083"/>
              <a:gd name="connsiteX5" fmla="*/ 6748186 w 6749690"/>
              <a:gd name="connsiteY5" fmla="*/ 865255 h 2502083"/>
              <a:gd name="connsiteX6" fmla="*/ 5930631 w 6749690"/>
              <a:gd name="connsiteY6" fmla="*/ 2129659 h 2502083"/>
              <a:gd name="connsiteX7" fmla="*/ 2022017 w 6749690"/>
              <a:gd name="connsiteY7" fmla="*/ 2302040 h 2502083"/>
              <a:gd name="connsiteX8" fmla="*/ 1307342 w 6749690"/>
              <a:gd name="connsiteY8" fmla="*/ 2502083 h 2502083"/>
              <a:gd name="connsiteX9" fmla="*/ 1198511 w 6749690"/>
              <a:gd name="connsiteY9" fmla="*/ 2291553 h 2502083"/>
              <a:gd name="connsiteX0" fmla="*/ 1188693 w 6739872"/>
              <a:gd name="connsiteY0" fmla="*/ 2291553 h 2502083"/>
              <a:gd name="connsiteX1" fmla="*/ 556806 w 6739872"/>
              <a:gd name="connsiteY1" fmla="*/ 2240036 h 2502083"/>
              <a:gd name="connsiteX2" fmla="*/ 176724 w 6739872"/>
              <a:gd name="connsiteY2" fmla="*/ 1797161 h 2502083"/>
              <a:gd name="connsiteX3" fmla="*/ 6961 w 6739872"/>
              <a:gd name="connsiteY3" fmla="*/ 794567 h 2502083"/>
              <a:gd name="connsiteX4" fmla="*/ 691387 w 6739872"/>
              <a:gd name="connsiteY4" fmla="*/ 56263 h 2502083"/>
              <a:gd name="connsiteX5" fmla="*/ 6036580 w 6739872"/>
              <a:gd name="connsiteY5" fmla="*/ 156302 h 2502083"/>
              <a:gd name="connsiteX6" fmla="*/ 6738368 w 6739872"/>
              <a:gd name="connsiteY6" fmla="*/ 865255 h 2502083"/>
              <a:gd name="connsiteX7" fmla="*/ 5920813 w 6739872"/>
              <a:gd name="connsiteY7" fmla="*/ 2129659 h 2502083"/>
              <a:gd name="connsiteX8" fmla="*/ 2012199 w 6739872"/>
              <a:gd name="connsiteY8" fmla="*/ 2302040 h 2502083"/>
              <a:gd name="connsiteX9" fmla="*/ 1297524 w 6739872"/>
              <a:gd name="connsiteY9" fmla="*/ 2502083 h 2502083"/>
              <a:gd name="connsiteX10" fmla="*/ 1188693 w 6739872"/>
              <a:gd name="connsiteY10" fmla="*/ 2291553 h 2502083"/>
              <a:gd name="connsiteX0" fmla="*/ 1188693 w 6739872"/>
              <a:gd name="connsiteY0" fmla="*/ 2291553 h 2502083"/>
              <a:gd name="connsiteX1" fmla="*/ 556806 w 6739872"/>
              <a:gd name="connsiteY1" fmla="*/ 2240036 h 2502083"/>
              <a:gd name="connsiteX2" fmla="*/ 176724 w 6739872"/>
              <a:gd name="connsiteY2" fmla="*/ 1797161 h 2502083"/>
              <a:gd name="connsiteX3" fmla="*/ 6961 w 6739872"/>
              <a:gd name="connsiteY3" fmla="*/ 794567 h 2502083"/>
              <a:gd name="connsiteX4" fmla="*/ 691387 w 6739872"/>
              <a:gd name="connsiteY4" fmla="*/ 56263 h 2502083"/>
              <a:gd name="connsiteX5" fmla="*/ 6036580 w 6739872"/>
              <a:gd name="connsiteY5" fmla="*/ 156302 h 2502083"/>
              <a:gd name="connsiteX6" fmla="*/ 6738368 w 6739872"/>
              <a:gd name="connsiteY6" fmla="*/ 865255 h 2502083"/>
              <a:gd name="connsiteX7" fmla="*/ 5920813 w 6739872"/>
              <a:gd name="connsiteY7" fmla="*/ 2129659 h 2502083"/>
              <a:gd name="connsiteX8" fmla="*/ 2012199 w 6739872"/>
              <a:gd name="connsiteY8" fmla="*/ 2302040 h 2502083"/>
              <a:gd name="connsiteX9" fmla="*/ 1297524 w 6739872"/>
              <a:gd name="connsiteY9" fmla="*/ 2502083 h 2502083"/>
              <a:gd name="connsiteX10" fmla="*/ 1188693 w 6739872"/>
              <a:gd name="connsiteY10" fmla="*/ 2291553 h 2502083"/>
              <a:gd name="connsiteX0" fmla="*/ 1187858 w 6739037"/>
              <a:gd name="connsiteY0" fmla="*/ 2291553 h 2502083"/>
              <a:gd name="connsiteX1" fmla="*/ 429511 w 6739037"/>
              <a:gd name="connsiteY1" fmla="*/ 2224594 h 2502083"/>
              <a:gd name="connsiteX2" fmla="*/ 175889 w 6739037"/>
              <a:gd name="connsiteY2" fmla="*/ 1797161 h 2502083"/>
              <a:gd name="connsiteX3" fmla="*/ 6126 w 6739037"/>
              <a:gd name="connsiteY3" fmla="*/ 794567 h 2502083"/>
              <a:gd name="connsiteX4" fmla="*/ 690552 w 6739037"/>
              <a:gd name="connsiteY4" fmla="*/ 56263 h 2502083"/>
              <a:gd name="connsiteX5" fmla="*/ 6035745 w 6739037"/>
              <a:gd name="connsiteY5" fmla="*/ 156302 h 2502083"/>
              <a:gd name="connsiteX6" fmla="*/ 6737533 w 6739037"/>
              <a:gd name="connsiteY6" fmla="*/ 865255 h 2502083"/>
              <a:gd name="connsiteX7" fmla="*/ 5919978 w 6739037"/>
              <a:gd name="connsiteY7" fmla="*/ 2129659 h 2502083"/>
              <a:gd name="connsiteX8" fmla="*/ 2011364 w 6739037"/>
              <a:gd name="connsiteY8" fmla="*/ 2302040 h 2502083"/>
              <a:gd name="connsiteX9" fmla="*/ 1296689 w 6739037"/>
              <a:gd name="connsiteY9" fmla="*/ 2502083 h 2502083"/>
              <a:gd name="connsiteX10" fmla="*/ 1187858 w 6739037"/>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8071 w 6739250"/>
              <a:gd name="connsiteY0" fmla="*/ 2291553 h 2502083"/>
              <a:gd name="connsiteX1" fmla="*/ 464950 w 6739250"/>
              <a:gd name="connsiteY1" fmla="*/ 2162792 h 2502083"/>
              <a:gd name="connsiteX2" fmla="*/ 176102 w 6739250"/>
              <a:gd name="connsiteY2" fmla="*/ 1797161 h 2502083"/>
              <a:gd name="connsiteX3" fmla="*/ 6339 w 6739250"/>
              <a:gd name="connsiteY3" fmla="*/ 794567 h 2502083"/>
              <a:gd name="connsiteX4" fmla="*/ 690765 w 6739250"/>
              <a:gd name="connsiteY4" fmla="*/ 56263 h 2502083"/>
              <a:gd name="connsiteX5" fmla="*/ 6035958 w 6739250"/>
              <a:gd name="connsiteY5" fmla="*/ 156302 h 2502083"/>
              <a:gd name="connsiteX6" fmla="*/ 6737746 w 6739250"/>
              <a:gd name="connsiteY6" fmla="*/ 865255 h 2502083"/>
              <a:gd name="connsiteX7" fmla="*/ 5920191 w 6739250"/>
              <a:gd name="connsiteY7" fmla="*/ 2129659 h 2502083"/>
              <a:gd name="connsiteX8" fmla="*/ 2011577 w 6739250"/>
              <a:gd name="connsiteY8" fmla="*/ 2302040 h 2502083"/>
              <a:gd name="connsiteX9" fmla="*/ 1296902 w 6739250"/>
              <a:gd name="connsiteY9" fmla="*/ 2502083 h 2502083"/>
              <a:gd name="connsiteX10" fmla="*/ 1188071 w 6739250"/>
              <a:gd name="connsiteY10" fmla="*/ 2291553 h 2502083"/>
              <a:gd name="connsiteX0" fmla="*/ 1218613 w 6769792"/>
              <a:gd name="connsiteY0" fmla="*/ 2291553 h 2502083"/>
              <a:gd name="connsiteX1" fmla="*/ 495492 w 6769792"/>
              <a:gd name="connsiteY1" fmla="*/ 2162792 h 2502083"/>
              <a:gd name="connsiteX2" fmla="*/ 134625 w 6769792"/>
              <a:gd name="connsiteY2" fmla="*/ 1835847 h 2502083"/>
              <a:gd name="connsiteX3" fmla="*/ 36881 w 6769792"/>
              <a:gd name="connsiteY3" fmla="*/ 794567 h 2502083"/>
              <a:gd name="connsiteX4" fmla="*/ 721307 w 6769792"/>
              <a:gd name="connsiteY4" fmla="*/ 56263 h 2502083"/>
              <a:gd name="connsiteX5" fmla="*/ 6066500 w 6769792"/>
              <a:gd name="connsiteY5" fmla="*/ 156302 h 2502083"/>
              <a:gd name="connsiteX6" fmla="*/ 6768288 w 6769792"/>
              <a:gd name="connsiteY6" fmla="*/ 865255 h 2502083"/>
              <a:gd name="connsiteX7" fmla="*/ 5950733 w 6769792"/>
              <a:gd name="connsiteY7" fmla="*/ 2129659 h 2502083"/>
              <a:gd name="connsiteX8" fmla="*/ 2042119 w 6769792"/>
              <a:gd name="connsiteY8" fmla="*/ 2302040 h 2502083"/>
              <a:gd name="connsiteX9" fmla="*/ 1327444 w 6769792"/>
              <a:gd name="connsiteY9" fmla="*/ 2502083 h 2502083"/>
              <a:gd name="connsiteX10" fmla="*/ 1218613 w 6769792"/>
              <a:gd name="connsiteY10" fmla="*/ 2291553 h 2502083"/>
              <a:gd name="connsiteX0" fmla="*/ 1218613 w 6769097"/>
              <a:gd name="connsiteY0" fmla="*/ 2270200 h 2480730"/>
              <a:gd name="connsiteX1" fmla="*/ 495492 w 6769097"/>
              <a:gd name="connsiteY1" fmla="*/ 2141439 h 2480730"/>
              <a:gd name="connsiteX2" fmla="*/ 134625 w 6769097"/>
              <a:gd name="connsiteY2" fmla="*/ 1814494 h 2480730"/>
              <a:gd name="connsiteX3" fmla="*/ 36881 w 6769097"/>
              <a:gd name="connsiteY3" fmla="*/ 773214 h 2480730"/>
              <a:gd name="connsiteX4" fmla="*/ 721307 w 6769097"/>
              <a:gd name="connsiteY4" fmla="*/ 34910 h 2480730"/>
              <a:gd name="connsiteX5" fmla="*/ 5609353 w 6769097"/>
              <a:gd name="connsiteY5" fmla="*/ 127244 h 2480730"/>
              <a:gd name="connsiteX6" fmla="*/ 6768288 w 6769097"/>
              <a:gd name="connsiteY6" fmla="*/ 843902 h 2480730"/>
              <a:gd name="connsiteX7" fmla="*/ 5950733 w 6769097"/>
              <a:gd name="connsiteY7" fmla="*/ 2108306 h 2480730"/>
              <a:gd name="connsiteX8" fmla="*/ 2042119 w 6769097"/>
              <a:gd name="connsiteY8" fmla="*/ 2280687 h 2480730"/>
              <a:gd name="connsiteX9" fmla="*/ 1327444 w 6769097"/>
              <a:gd name="connsiteY9" fmla="*/ 2480730 h 2480730"/>
              <a:gd name="connsiteX10" fmla="*/ 1218613 w 6769097"/>
              <a:gd name="connsiteY10" fmla="*/ 2270200 h 2480730"/>
              <a:gd name="connsiteX0" fmla="*/ 1218613 w 6571897"/>
              <a:gd name="connsiteY0" fmla="*/ 2290477 h 2501007"/>
              <a:gd name="connsiteX1" fmla="*/ 495492 w 6571897"/>
              <a:gd name="connsiteY1" fmla="*/ 2161716 h 2501007"/>
              <a:gd name="connsiteX2" fmla="*/ 134625 w 6571897"/>
              <a:gd name="connsiteY2" fmla="*/ 1834771 h 2501007"/>
              <a:gd name="connsiteX3" fmla="*/ 36881 w 6571897"/>
              <a:gd name="connsiteY3" fmla="*/ 793491 h 2501007"/>
              <a:gd name="connsiteX4" fmla="*/ 721307 w 6571897"/>
              <a:gd name="connsiteY4" fmla="*/ 55187 h 2501007"/>
              <a:gd name="connsiteX5" fmla="*/ 5609353 w 6571897"/>
              <a:gd name="connsiteY5" fmla="*/ 147521 h 2501007"/>
              <a:gd name="connsiteX6" fmla="*/ 6563360 w 6571897"/>
              <a:gd name="connsiteY6" fmla="*/ 894996 h 2501007"/>
              <a:gd name="connsiteX7" fmla="*/ 5950733 w 6571897"/>
              <a:gd name="connsiteY7" fmla="*/ 2128583 h 2501007"/>
              <a:gd name="connsiteX8" fmla="*/ 2042119 w 6571897"/>
              <a:gd name="connsiteY8" fmla="*/ 2300964 h 2501007"/>
              <a:gd name="connsiteX9" fmla="*/ 1327444 w 6571897"/>
              <a:gd name="connsiteY9" fmla="*/ 2501007 h 2501007"/>
              <a:gd name="connsiteX10" fmla="*/ 1218613 w 6571897"/>
              <a:gd name="connsiteY10" fmla="*/ 2290477 h 2501007"/>
              <a:gd name="connsiteX0" fmla="*/ 1218613 w 6567563"/>
              <a:gd name="connsiteY0" fmla="*/ 2246415 h 2456945"/>
              <a:gd name="connsiteX1" fmla="*/ 495492 w 6567563"/>
              <a:gd name="connsiteY1" fmla="*/ 2117654 h 2456945"/>
              <a:gd name="connsiteX2" fmla="*/ 134625 w 6567563"/>
              <a:gd name="connsiteY2" fmla="*/ 1790709 h 2456945"/>
              <a:gd name="connsiteX3" fmla="*/ 36881 w 6567563"/>
              <a:gd name="connsiteY3" fmla="*/ 749429 h 2456945"/>
              <a:gd name="connsiteX4" fmla="*/ 721307 w 6567563"/>
              <a:gd name="connsiteY4" fmla="*/ 11125 h 2456945"/>
              <a:gd name="connsiteX5" fmla="*/ 5483243 w 6567563"/>
              <a:gd name="connsiteY5" fmla="*/ 342289 h 2456945"/>
              <a:gd name="connsiteX6" fmla="*/ 6563360 w 6567563"/>
              <a:gd name="connsiteY6" fmla="*/ 850934 h 2456945"/>
              <a:gd name="connsiteX7" fmla="*/ 5950733 w 6567563"/>
              <a:gd name="connsiteY7" fmla="*/ 2084521 h 2456945"/>
              <a:gd name="connsiteX8" fmla="*/ 2042119 w 6567563"/>
              <a:gd name="connsiteY8" fmla="*/ 2256902 h 2456945"/>
              <a:gd name="connsiteX9" fmla="*/ 1327444 w 6567563"/>
              <a:gd name="connsiteY9" fmla="*/ 2456945 h 2456945"/>
              <a:gd name="connsiteX10" fmla="*/ 1218613 w 6567563"/>
              <a:gd name="connsiteY10" fmla="*/ 2246415 h 2456945"/>
              <a:gd name="connsiteX0" fmla="*/ 1261070 w 6608712"/>
              <a:gd name="connsiteY0" fmla="*/ 2071877 h 2282407"/>
              <a:gd name="connsiteX1" fmla="*/ 537949 w 6608712"/>
              <a:gd name="connsiteY1" fmla="*/ 1943116 h 2282407"/>
              <a:gd name="connsiteX2" fmla="*/ 177082 w 6608712"/>
              <a:gd name="connsiteY2" fmla="*/ 1616171 h 2282407"/>
              <a:gd name="connsiteX3" fmla="*/ 79338 w 6608712"/>
              <a:gd name="connsiteY3" fmla="*/ 574891 h 2282407"/>
              <a:gd name="connsiteX4" fmla="*/ 1347021 w 6608712"/>
              <a:gd name="connsiteY4" fmla="*/ 21487 h 2282407"/>
              <a:gd name="connsiteX5" fmla="*/ 5525700 w 6608712"/>
              <a:gd name="connsiteY5" fmla="*/ 167751 h 2282407"/>
              <a:gd name="connsiteX6" fmla="*/ 6605817 w 6608712"/>
              <a:gd name="connsiteY6" fmla="*/ 676396 h 2282407"/>
              <a:gd name="connsiteX7" fmla="*/ 5993190 w 6608712"/>
              <a:gd name="connsiteY7" fmla="*/ 1909983 h 2282407"/>
              <a:gd name="connsiteX8" fmla="*/ 2084576 w 6608712"/>
              <a:gd name="connsiteY8" fmla="*/ 2082364 h 2282407"/>
              <a:gd name="connsiteX9" fmla="*/ 1369901 w 6608712"/>
              <a:gd name="connsiteY9" fmla="*/ 2282407 h 2282407"/>
              <a:gd name="connsiteX10" fmla="*/ 1261070 w 6608712"/>
              <a:gd name="connsiteY10" fmla="*/ 2071877 h 2282407"/>
              <a:gd name="connsiteX0" fmla="*/ 1223256 w 6570898"/>
              <a:gd name="connsiteY0" fmla="*/ 2072393 h 2282923"/>
              <a:gd name="connsiteX1" fmla="*/ 500135 w 6570898"/>
              <a:gd name="connsiteY1" fmla="*/ 1943632 h 2282923"/>
              <a:gd name="connsiteX2" fmla="*/ 139268 w 6570898"/>
              <a:gd name="connsiteY2" fmla="*/ 1616687 h 2282923"/>
              <a:gd name="connsiteX3" fmla="*/ 88816 w 6570898"/>
              <a:gd name="connsiteY3" fmla="*/ 583111 h 2282923"/>
              <a:gd name="connsiteX4" fmla="*/ 1309207 w 6570898"/>
              <a:gd name="connsiteY4" fmla="*/ 22003 h 2282923"/>
              <a:gd name="connsiteX5" fmla="*/ 5487886 w 6570898"/>
              <a:gd name="connsiteY5" fmla="*/ 168267 h 2282923"/>
              <a:gd name="connsiteX6" fmla="*/ 6568003 w 6570898"/>
              <a:gd name="connsiteY6" fmla="*/ 676912 h 2282923"/>
              <a:gd name="connsiteX7" fmla="*/ 5955376 w 6570898"/>
              <a:gd name="connsiteY7" fmla="*/ 1910499 h 2282923"/>
              <a:gd name="connsiteX8" fmla="*/ 2046762 w 6570898"/>
              <a:gd name="connsiteY8" fmla="*/ 2082880 h 2282923"/>
              <a:gd name="connsiteX9" fmla="*/ 1332087 w 6570898"/>
              <a:gd name="connsiteY9" fmla="*/ 2282923 h 2282923"/>
              <a:gd name="connsiteX10" fmla="*/ 1223256 w 6570898"/>
              <a:gd name="connsiteY10" fmla="*/ 2072393 h 2282923"/>
              <a:gd name="connsiteX0" fmla="*/ 1223256 w 6602187"/>
              <a:gd name="connsiteY0" fmla="*/ 2076033 h 2286563"/>
              <a:gd name="connsiteX1" fmla="*/ 500135 w 6602187"/>
              <a:gd name="connsiteY1" fmla="*/ 1947272 h 2286563"/>
              <a:gd name="connsiteX2" fmla="*/ 139268 w 6602187"/>
              <a:gd name="connsiteY2" fmla="*/ 1620327 h 2286563"/>
              <a:gd name="connsiteX3" fmla="*/ 88816 w 6602187"/>
              <a:gd name="connsiteY3" fmla="*/ 586751 h 2286563"/>
              <a:gd name="connsiteX4" fmla="*/ 1309207 w 6602187"/>
              <a:gd name="connsiteY4" fmla="*/ 25643 h 2286563"/>
              <a:gd name="connsiteX5" fmla="*/ 5487886 w 6602187"/>
              <a:gd name="connsiteY5" fmla="*/ 171907 h 2286563"/>
              <a:gd name="connsiteX6" fmla="*/ 6599531 w 6602187"/>
              <a:gd name="connsiteY6" fmla="*/ 850044 h 2286563"/>
              <a:gd name="connsiteX7" fmla="*/ 5955376 w 6602187"/>
              <a:gd name="connsiteY7" fmla="*/ 1914139 h 2286563"/>
              <a:gd name="connsiteX8" fmla="*/ 2046762 w 6602187"/>
              <a:gd name="connsiteY8" fmla="*/ 2086520 h 2286563"/>
              <a:gd name="connsiteX9" fmla="*/ 1332087 w 6602187"/>
              <a:gd name="connsiteY9" fmla="*/ 2286563 h 2286563"/>
              <a:gd name="connsiteX10" fmla="*/ 1223256 w 6602187"/>
              <a:gd name="connsiteY10" fmla="*/ 2076033 h 2286563"/>
              <a:gd name="connsiteX0" fmla="*/ 1223256 w 6600330"/>
              <a:gd name="connsiteY0" fmla="*/ 2076033 h 2286563"/>
              <a:gd name="connsiteX1" fmla="*/ 500135 w 6600330"/>
              <a:gd name="connsiteY1" fmla="*/ 1947272 h 2286563"/>
              <a:gd name="connsiteX2" fmla="*/ 139268 w 6600330"/>
              <a:gd name="connsiteY2" fmla="*/ 1620327 h 2286563"/>
              <a:gd name="connsiteX3" fmla="*/ 88816 w 6600330"/>
              <a:gd name="connsiteY3" fmla="*/ 586751 h 2286563"/>
              <a:gd name="connsiteX4" fmla="*/ 1309207 w 6600330"/>
              <a:gd name="connsiteY4" fmla="*/ 25643 h 2286563"/>
              <a:gd name="connsiteX5" fmla="*/ 5487886 w 6600330"/>
              <a:gd name="connsiteY5" fmla="*/ 171907 h 2286563"/>
              <a:gd name="connsiteX6" fmla="*/ 6599531 w 6600330"/>
              <a:gd name="connsiteY6" fmla="*/ 850044 h 2286563"/>
              <a:gd name="connsiteX7" fmla="*/ 5955376 w 6600330"/>
              <a:gd name="connsiteY7" fmla="*/ 1914139 h 2286563"/>
              <a:gd name="connsiteX8" fmla="*/ 2046762 w 6600330"/>
              <a:gd name="connsiteY8" fmla="*/ 2086520 h 2286563"/>
              <a:gd name="connsiteX9" fmla="*/ 1332087 w 6600330"/>
              <a:gd name="connsiteY9" fmla="*/ 2286563 h 2286563"/>
              <a:gd name="connsiteX10" fmla="*/ 1223256 w 6600330"/>
              <a:gd name="connsiteY10" fmla="*/ 2076033 h 2286563"/>
              <a:gd name="connsiteX0" fmla="*/ 1223256 w 6623012"/>
              <a:gd name="connsiteY0" fmla="*/ 2076033 h 2286563"/>
              <a:gd name="connsiteX1" fmla="*/ 500135 w 6623012"/>
              <a:gd name="connsiteY1" fmla="*/ 1947272 h 2286563"/>
              <a:gd name="connsiteX2" fmla="*/ 139268 w 6623012"/>
              <a:gd name="connsiteY2" fmla="*/ 1620327 h 2286563"/>
              <a:gd name="connsiteX3" fmla="*/ 88816 w 6623012"/>
              <a:gd name="connsiteY3" fmla="*/ 586751 h 2286563"/>
              <a:gd name="connsiteX4" fmla="*/ 1309207 w 6623012"/>
              <a:gd name="connsiteY4" fmla="*/ 25643 h 2286563"/>
              <a:gd name="connsiteX5" fmla="*/ 5487886 w 6623012"/>
              <a:gd name="connsiteY5" fmla="*/ 171907 h 2286563"/>
              <a:gd name="connsiteX6" fmla="*/ 6599531 w 6623012"/>
              <a:gd name="connsiteY6" fmla="*/ 850044 h 2286563"/>
              <a:gd name="connsiteX7" fmla="*/ 5955376 w 6623012"/>
              <a:gd name="connsiteY7" fmla="*/ 1914139 h 2286563"/>
              <a:gd name="connsiteX8" fmla="*/ 2046762 w 6623012"/>
              <a:gd name="connsiteY8" fmla="*/ 2086520 h 2286563"/>
              <a:gd name="connsiteX9" fmla="*/ 1332087 w 6623012"/>
              <a:gd name="connsiteY9" fmla="*/ 2286563 h 2286563"/>
              <a:gd name="connsiteX10" fmla="*/ 1223256 w 6623012"/>
              <a:gd name="connsiteY10" fmla="*/ 2076033 h 2286563"/>
              <a:gd name="connsiteX0" fmla="*/ 1223256 w 6600330"/>
              <a:gd name="connsiteY0" fmla="*/ 2076033 h 2286563"/>
              <a:gd name="connsiteX1" fmla="*/ 500135 w 6600330"/>
              <a:gd name="connsiteY1" fmla="*/ 1947272 h 2286563"/>
              <a:gd name="connsiteX2" fmla="*/ 139268 w 6600330"/>
              <a:gd name="connsiteY2" fmla="*/ 1620327 h 2286563"/>
              <a:gd name="connsiteX3" fmla="*/ 88816 w 6600330"/>
              <a:gd name="connsiteY3" fmla="*/ 586751 h 2286563"/>
              <a:gd name="connsiteX4" fmla="*/ 1309207 w 6600330"/>
              <a:gd name="connsiteY4" fmla="*/ 25643 h 2286563"/>
              <a:gd name="connsiteX5" fmla="*/ 5487886 w 6600330"/>
              <a:gd name="connsiteY5" fmla="*/ 171907 h 2286563"/>
              <a:gd name="connsiteX6" fmla="*/ 6599531 w 6600330"/>
              <a:gd name="connsiteY6" fmla="*/ 850044 h 2286563"/>
              <a:gd name="connsiteX7" fmla="*/ 5955376 w 6600330"/>
              <a:gd name="connsiteY7" fmla="*/ 1914139 h 2286563"/>
              <a:gd name="connsiteX8" fmla="*/ 2046762 w 6600330"/>
              <a:gd name="connsiteY8" fmla="*/ 2086520 h 2286563"/>
              <a:gd name="connsiteX9" fmla="*/ 1332087 w 6600330"/>
              <a:gd name="connsiteY9" fmla="*/ 2286563 h 2286563"/>
              <a:gd name="connsiteX10" fmla="*/ 1223256 w 6600330"/>
              <a:gd name="connsiteY10" fmla="*/ 2076033 h 2286563"/>
              <a:gd name="connsiteX0" fmla="*/ 1223256 w 6600330"/>
              <a:gd name="connsiteY0" fmla="*/ 2077382 h 2287912"/>
              <a:gd name="connsiteX1" fmla="*/ 500135 w 6600330"/>
              <a:gd name="connsiteY1" fmla="*/ 1948621 h 2287912"/>
              <a:gd name="connsiteX2" fmla="*/ 139268 w 6600330"/>
              <a:gd name="connsiteY2" fmla="*/ 1621676 h 2287912"/>
              <a:gd name="connsiteX3" fmla="*/ 88816 w 6600330"/>
              <a:gd name="connsiteY3" fmla="*/ 588100 h 2287912"/>
              <a:gd name="connsiteX4" fmla="*/ 1309207 w 6600330"/>
              <a:gd name="connsiteY4" fmla="*/ 26992 h 2287912"/>
              <a:gd name="connsiteX5" fmla="*/ 5487886 w 6600330"/>
              <a:gd name="connsiteY5" fmla="*/ 173256 h 2287912"/>
              <a:gd name="connsiteX6" fmla="*/ 6599531 w 6600330"/>
              <a:gd name="connsiteY6" fmla="*/ 905322 h 2287912"/>
              <a:gd name="connsiteX7" fmla="*/ 5955376 w 6600330"/>
              <a:gd name="connsiteY7" fmla="*/ 1915488 h 2287912"/>
              <a:gd name="connsiteX8" fmla="*/ 2046762 w 6600330"/>
              <a:gd name="connsiteY8" fmla="*/ 2087869 h 2287912"/>
              <a:gd name="connsiteX9" fmla="*/ 1332087 w 6600330"/>
              <a:gd name="connsiteY9" fmla="*/ 2287912 h 2287912"/>
              <a:gd name="connsiteX10" fmla="*/ 1223256 w 6600330"/>
              <a:gd name="connsiteY10" fmla="*/ 2077382 h 2287912"/>
              <a:gd name="connsiteX0" fmla="*/ 1236982 w 6614056"/>
              <a:gd name="connsiteY0" fmla="*/ 2077382 h 2287912"/>
              <a:gd name="connsiteX1" fmla="*/ 513861 w 6614056"/>
              <a:gd name="connsiteY1" fmla="*/ 1948621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236982 w 6614056"/>
              <a:gd name="connsiteY0" fmla="*/ 2077382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236982 w 6614056"/>
              <a:gd name="connsiteY0" fmla="*/ 2077382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325239 w 6614056"/>
              <a:gd name="connsiteY0" fmla="*/ 2062693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325239 w 6614056"/>
              <a:gd name="connsiteY10" fmla="*/ 2062693 h 2287912"/>
              <a:gd name="connsiteX0" fmla="*/ 1350455 w 6614056"/>
              <a:gd name="connsiteY0" fmla="*/ 2033314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350455 w 6614056"/>
              <a:gd name="connsiteY10" fmla="*/ 2033314 h 2287912"/>
              <a:gd name="connsiteX0" fmla="*/ 1351015 w 6614616"/>
              <a:gd name="connsiteY0" fmla="*/ 2033314 h 2287912"/>
              <a:gd name="connsiteX1" fmla="*/ 527030 w 6614616"/>
              <a:gd name="connsiteY1" fmla="*/ 1816418 h 2287912"/>
              <a:gd name="connsiteX2" fmla="*/ 115730 w 6614616"/>
              <a:gd name="connsiteY2" fmla="*/ 1423371 h 2287912"/>
              <a:gd name="connsiteX3" fmla="*/ 103102 w 6614616"/>
              <a:gd name="connsiteY3" fmla="*/ 588100 h 2287912"/>
              <a:gd name="connsiteX4" fmla="*/ 1323493 w 6614616"/>
              <a:gd name="connsiteY4" fmla="*/ 26992 h 2287912"/>
              <a:gd name="connsiteX5" fmla="*/ 5502172 w 6614616"/>
              <a:gd name="connsiteY5" fmla="*/ 173256 h 2287912"/>
              <a:gd name="connsiteX6" fmla="*/ 6613817 w 6614616"/>
              <a:gd name="connsiteY6" fmla="*/ 905322 h 2287912"/>
              <a:gd name="connsiteX7" fmla="*/ 5969662 w 6614616"/>
              <a:gd name="connsiteY7" fmla="*/ 1915488 h 2287912"/>
              <a:gd name="connsiteX8" fmla="*/ 2061048 w 6614616"/>
              <a:gd name="connsiteY8" fmla="*/ 2087869 h 2287912"/>
              <a:gd name="connsiteX9" fmla="*/ 1346373 w 6614616"/>
              <a:gd name="connsiteY9" fmla="*/ 2287912 h 2287912"/>
              <a:gd name="connsiteX10" fmla="*/ 1351015 w 6614616"/>
              <a:gd name="connsiteY10" fmla="*/ 2033314 h 2287912"/>
              <a:gd name="connsiteX0" fmla="*/ 1351015 w 6614616"/>
              <a:gd name="connsiteY0" fmla="*/ 2033314 h 2287912"/>
              <a:gd name="connsiteX1" fmla="*/ 527030 w 6614616"/>
              <a:gd name="connsiteY1" fmla="*/ 1816418 h 2287912"/>
              <a:gd name="connsiteX2" fmla="*/ 115730 w 6614616"/>
              <a:gd name="connsiteY2" fmla="*/ 1342580 h 2287912"/>
              <a:gd name="connsiteX3" fmla="*/ 103102 w 6614616"/>
              <a:gd name="connsiteY3" fmla="*/ 588100 h 2287912"/>
              <a:gd name="connsiteX4" fmla="*/ 1323493 w 6614616"/>
              <a:gd name="connsiteY4" fmla="*/ 26992 h 2287912"/>
              <a:gd name="connsiteX5" fmla="*/ 5502172 w 6614616"/>
              <a:gd name="connsiteY5" fmla="*/ 173256 h 2287912"/>
              <a:gd name="connsiteX6" fmla="*/ 6613817 w 6614616"/>
              <a:gd name="connsiteY6" fmla="*/ 905322 h 2287912"/>
              <a:gd name="connsiteX7" fmla="*/ 5969662 w 6614616"/>
              <a:gd name="connsiteY7" fmla="*/ 1915488 h 2287912"/>
              <a:gd name="connsiteX8" fmla="*/ 2061048 w 6614616"/>
              <a:gd name="connsiteY8" fmla="*/ 2087869 h 2287912"/>
              <a:gd name="connsiteX9" fmla="*/ 1346373 w 6614616"/>
              <a:gd name="connsiteY9" fmla="*/ 2287912 h 2287912"/>
              <a:gd name="connsiteX10" fmla="*/ 1351015 w 6614616"/>
              <a:gd name="connsiteY10" fmla="*/ 2033314 h 2287912"/>
              <a:gd name="connsiteX0" fmla="*/ 1358038 w 6621639"/>
              <a:gd name="connsiteY0" fmla="*/ 2033314 h 2287912"/>
              <a:gd name="connsiteX1" fmla="*/ 534053 w 6621639"/>
              <a:gd name="connsiteY1" fmla="*/ 1816418 h 2287912"/>
              <a:gd name="connsiteX2" fmla="*/ 122753 w 6621639"/>
              <a:gd name="connsiteY2" fmla="*/ 1342580 h 2287912"/>
              <a:gd name="connsiteX3" fmla="*/ 110125 w 6621639"/>
              <a:gd name="connsiteY3" fmla="*/ 588100 h 2287912"/>
              <a:gd name="connsiteX4" fmla="*/ 1330516 w 6621639"/>
              <a:gd name="connsiteY4" fmla="*/ 26992 h 2287912"/>
              <a:gd name="connsiteX5" fmla="*/ 5509195 w 6621639"/>
              <a:gd name="connsiteY5" fmla="*/ 173256 h 2287912"/>
              <a:gd name="connsiteX6" fmla="*/ 6620840 w 6621639"/>
              <a:gd name="connsiteY6" fmla="*/ 905322 h 2287912"/>
              <a:gd name="connsiteX7" fmla="*/ 5976685 w 6621639"/>
              <a:gd name="connsiteY7" fmla="*/ 1915488 h 2287912"/>
              <a:gd name="connsiteX8" fmla="*/ 2068071 w 6621639"/>
              <a:gd name="connsiteY8" fmla="*/ 2087869 h 2287912"/>
              <a:gd name="connsiteX9" fmla="*/ 1353396 w 6621639"/>
              <a:gd name="connsiteY9" fmla="*/ 2287912 h 2287912"/>
              <a:gd name="connsiteX10" fmla="*/ 1358038 w 6621639"/>
              <a:gd name="connsiteY10" fmla="*/ 2033314 h 2287912"/>
              <a:gd name="connsiteX0" fmla="*/ 1358038 w 6621639"/>
              <a:gd name="connsiteY0" fmla="*/ 2033314 h 2287912"/>
              <a:gd name="connsiteX1" fmla="*/ 534053 w 6621639"/>
              <a:gd name="connsiteY1" fmla="*/ 1816418 h 2287912"/>
              <a:gd name="connsiteX2" fmla="*/ 122753 w 6621639"/>
              <a:gd name="connsiteY2" fmla="*/ 1342580 h 2287912"/>
              <a:gd name="connsiteX3" fmla="*/ 110125 w 6621639"/>
              <a:gd name="connsiteY3" fmla="*/ 588100 h 2287912"/>
              <a:gd name="connsiteX4" fmla="*/ 1330516 w 6621639"/>
              <a:gd name="connsiteY4" fmla="*/ 26992 h 2287912"/>
              <a:gd name="connsiteX5" fmla="*/ 5509195 w 6621639"/>
              <a:gd name="connsiteY5" fmla="*/ 173256 h 2287912"/>
              <a:gd name="connsiteX6" fmla="*/ 6620840 w 6621639"/>
              <a:gd name="connsiteY6" fmla="*/ 905322 h 2287912"/>
              <a:gd name="connsiteX7" fmla="*/ 5976685 w 6621639"/>
              <a:gd name="connsiteY7" fmla="*/ 1915488 h 2287912"/>
              <a:gd name="connsiteX8" fmla="*/ 2068071 w 6621639"/>
              <a:gd name="connsiteY8" fmla="*/ 2087869 h 2287912"/>
              <a:gd name="connsiteX9" fmla="*/ 1353396 w 6621639"/>
              <a:gd name="connsiteY9" fmla="*/ 2287912 h 2287912"/>
              <a:gd name="connsiteX10" fmla="*/ 1358038 w 6621639"/>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060489 w 6614057"/>
              <a:gd name="connsiteY8" fmla="*/ 2087869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123530 w 6614057"/>
              <a:gd name="connsiteY8" fmla="*/ 2058491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6451"/>
              <a:gd name="connsiteY0" fmla="*/ 2033314 h 2287912"/>
              <a:gd name="connsiteX1" fmla="*/ 513863 w 6616451"/>
              <a:gd name="connsiteY1" fmla="*/ 1765006 h 2287912"/>
              <a:gd name="connsiteX2" fmla="*/ 115171 w 6616451"/>
              <a:gd name="connsiteY2" fmla="*/ 1342580 h 2287912"/>
              <a:gd name="connsiteX3" fmla="*/ 102543 w 6616451"/>
              <a:gd name="connsiteY3" fmla="*/ 588100 h 2287912"/>
              <a:gd name="connsiteX4" fmla="*/ 1322934 w 6616451"/>
              <a:gd name="connsiteY4" fmla="*/ 26992 h 2287912"/>
              <a:gd name="connsiteX5" fmla="*/ 5501613 w 6616451"/>
              <a:gd name="connsiteY5" fmla="*/ 173256 h 2287912"/>
              <a:gd name="connsiteX6" fmla="*/ 6613258 w 6616451"/>
              <a:gd name="connsiteY6" fmla="*/ 905322 h 2287912"/>
              <a:gd name="connsiteX7" fmla="*/ 6032145 w 6616451"/>
              <a:gd name="connsiteY7" fmla="*/ 1856731 h 2287912"/>
              <a:gd name="connsiteX8" fmla="*/ 2224395 w 6616451"/>
              <a:gd name="connsiteY8" fmla="*/ 2029112 h 2287912"/>
              <a:gd name="connsiteX9" fmla="*/ 1345814 w 6616451"/>
              <a:gd name="connsiteY9" fmla="*/ 2287912 h 2287912"/>
              <a:gd name="connsiteX10" fmla="*/ 1350456 w 6616451"/>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6032145 w 6614057"/>
              <a:gd name="connsiteY7" fmla="*/ 1856731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6019537 w 6614057"/>
              <a:gd name="connsiteY7" fmla="*/ 1805318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3258"/>
              <a:gd name="connsiteY0" fmla="*/ 2033314 h 2287912"/>
              <a:gd name="connsiteX1" fmla="*/ 513863 w 6613258"/>
              <a:gd name="connsiteY1" fmla="*/ 1765006 h 2287912"/>
              <a:gd name="connsiteX2" fmla="*/ 115171 w 6613258"/>
              <a:gd name="connsiteY2" fmla="*/ 1342580 h 2287912"/>
              <a:gd name="connsiteX3" fmla="*/ 102543 w 6613258"/>
              <a:gd name="connsiteY3" fmla="*/ 588100 h 2287912"/>
              <a:gd name="connsiteX4" fmla="*/ 1322934 w 6613258"/>
              <a:gd name="connsiteY4" fmla="*/ 26992 h 2287912"/>
              <a:gd name="connsiteX5" fmla="*/ 5501613 w 6613258"/>
              <a:gd name="connsiteY5" fmla="*/ 173256 h 2287912"/>
              <a:gd name="connsiteX6" fmla="*/ 6613258 w 6613258"/>
              <a:gd name="connsiteY6" fmla="*/ 905322 h 2287912"/>
              <a:gd name="connsiteX7" fmla="*/ 6019537 w 6613258"/>
              <a:gd name="connsiteY7" fmla="*/ 1805318 h 2287912"/>
              <a:gd name="connsiteX8" fmla="*/ 2224395 w 6613258"/>
              <a:gd name="connsiteY8" fmla="*/ 2029112 h 2287912"/>
              <a:gd name="connsiteX9" fmla="*/ 1345814 w 6613258"/>
              <a:gd name="connsiteY9" fmla="*/ 2287912 h 2287912"/>
              <a:gd name="connsiteX10" fmla="*/ 1350456 w 6613258"/>
              <a:gd name="connsiteY10" fmla="*/ 2033314 h 2287912"/>
              <a:gd name="connsiteX0" fmla="*/ 1352720 w 6615522"/>
              <a:gd name="connsiteY0" fmla="*/ 2033314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52720 w 6615522"/>
              <a:gd name="connsiteY10" fmla="*/ 2033314 h 2287912"/>
              <a:gd name="connsiteX0" fmla="*/ 1390545 w 6615522"/>
              <a:gd name="connsiteY0" fmla="*/ 2011281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90545 w 6615522"/>
              <a:gd name="connsiteY10" fmla="*/ 2011281 h 2287912"/>
              <a:gd name="connsiteX0" fmla="*/ 1390545 w 6615522"/>
              <a:gd name="connsiteY0" fmla="*/ 2011281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90545 w 6615522"/>
              <a:gd name="connsiteY10" fmla="*/ 2011281 h 2287912"/>
              <a:gd name="connsiteX0" fmla="*/ 1392284 w 6617261"/>
              <a:gd name="connsiteY0" fmla="*/ 2011281 h 2287912"/>
              <a:gd name="connsiteX1" fmla="*/ 606122 w 6617261"/>
              <a:gd name="connsiteY1" fmla="*/ 1728283 h 2287912"/>
              <a:gd name="connsiteX2" fmla="*/ 119174 w 6617261"/>
              <a:gd name="connsiteY2" fmla="*/ 1342580 h 2287912"/>
              <a:gd name="connsiteX3" fmla="*/ 106546 w 6617261"/>
              <a:gd name="connsiteY3" fmla="*/ 588100 h 2287912"/>
              <a:gd name="connsiteX4" fmla="*/ 1326937 w 6617261"/>
              <a:gd name="connsiteY4" fmla="*/ 26992 h 2287912"/>
              <a:gd name="connsiteX5" fmla="*/ 5505616 w 6617261"/>
              <a:gd name="connsiteY5" fmla="*/ 173256 h 2287912"/>
              <a:gd name="connsiteX6" fmla="*/ 6617261 w 6617261"/>
              <a:gd name="connsiteY6" fmla="*/ 905322 h 2287912"/>
              <a:gd name="connsiteX7" fmla="*/ 6023540 w 6617261"/>
              <a:gd name="connsiteY7" fmla="*/ 1805318 h 2287912"/>
              <a:gd name="connsiteX8" fmla="*/ 2228398 w 6617261"/>
              <a:gd name="connsiteY8" fmla="*/ 2029112 h 2287912"/>
              <a:gd name="connsiteX9" fmla="*/ 1349817 w 6617261"/>
              <a:gd name="connsiteY9" fmla="*/ 2287912 h 2287912"/>
              <a:gd name="connsiteX10" fmla="*/ 1392284 w 6617261"/>
              <a:gd name="connsiteY10" fmla="*/ 2011281 h 2287912"/>
              <a:gd name="connsiteX0" fmla="*/ 1382461 w 6607438"/>
              <a:gd name="connsiteY0" fmla="*/ 2011281 h 2287912"/>
              <a:gd name="connsiteX1" fmla="*/ 596299 w 6607438"/>
              <a:gd name="connsiteY1" fmla="*/ 1728283 h 2287912"/>
              <a:gd name="connsiteX2" fmla="*/ 134568 w 6607438"/>
              <a:gd name="connsiteY2" fmla="*/ 1291168 h 2287912"/>
              <a:gd name="connsiteX3" fmla="*/ 96723 w 6607438"/>
              <a:gd name="connsiteY3" fmla="*/ 588100 h 2287912"/>
              <a:gd name="connsiteX4" fmla="*/ 1317114 w 6607438"/>
              <a:gd name="connsiteY4" fmla="*/ 26992 h 2287912"/>
              <a:gd name="connsiteX5" fmla="*/ 5495793 w 6607438"/>
              <a:gd name="connsiteY5" fmla="*/ 173256 h 2287912"/>
              <a:gd name="connsiteX6" fmla="*/ 6607438 w 6607438"/>
              <a:gd name="connsiteY6" fmla="*/ 905322 h 2287912"/>
              <a:gd name="connsiteX7" fmla="*/ 6013717 w 6607438"/>
              <a:gd name="connsiteY7" fmla="*/ 1805318 h 2287912"/>
              <a:gd name="connsiteX8" fmla="*/ 2218575 w 6607438"/>
              <a:gd name="connsiteY8" fmla="*/ 2029112 h 2287912"/>
              <a:gd name="connsiteX9" fmla="*/ 1339994 w 6607438"/>
              <a:gd name="connsiteY9" fmla="*/ 2287912 h 2287912"/>
              <a:gd name="connsiteX10" fmla="*/ 1382461 w 6607438"/>
              <a:gd name="connsiteY10" fmla="*/ 2011281 h 2287912"/>
              <a:gd name="connsiteX0" fmla="*/ 1346619 w 6571596"/>
              <a:gd name="connsiteY0" fmla="*/ 2009705 h 2286336"/>
              <a:gd name="connsiteX1" fmla="*/ 560457 w 6571596"/>
              <a:gd name="connsiteY1" fmla="*/ 1726707 h 2286336"/>
              <a:gd name="connsiteX2" fmla="*/ 98726 w 6571596"/>
              <a:gd name="connsiteY2" fmla="*/ 1289592 h 2286336"/>
              <a:gd name="connsiteX3" fmla="*/ 111313 w 6571596"/>
              <a:gd name="connsiteY3" fmla="*/ 564490 h 2286336"/>
              <a:gd name="connsiteX4" fmla="*/ 1281272 w 6571596"/>
              <a:gd name="connsiteY4" fmla="*/ 25416 h 2286336"/>
              <a:gd name="connsiteX5" fmla="*/ 5459951 w 6571596"/>
              <a:gd name="connsiteY5" fmla="*/ 171680 h 2286336"/>
              <a:gd name="connsiteX6" fmla="*/ 6571596 w 6571596"/>
              <a:gd name="connsiteY6" fmla="*/ 903746 h 2286336"/>
              <a:gd name="connsiteX7" fmla="*/ 5977875 w 6571596"/>
              <a:gd name="connsiteY7" fmla="*/ 1803742 h 2286336"/>
              <a:gd name="connsiteX8" fmla="*/ 2182733 w 6571596"/>
              <a:gd name="connsiteY8" fmla="*/ 2027536 h 2286336"/>
              <a:gd name="connsiteX9" fmla="*/ 1304152 w 6571596"/>
              <a:gd name="connsiteY9" fmla="*/ 2286336 h 2286336"/>
              <a:gd name="connsiteX10" fmla="*/ 1346619 w 6571596"/>
              <a:gd name="connsiteY10" fmla="*/ 2009705 h 2286336"/>
              <a:gd name="connsiteX0" fmla="*/ 1335993 w 6560970"/>
              <a:gd name="connsiteY0" fmla="*/ 2009705 h 2286336"/>
              <a:gd name="connsiteX1" fmla="*/ 549831 w 6560970"/>
              <a:gd name="connsiteY1" fmla="*/ 1726707 h 2286336"/>
              <a:gd name="connsiteX2" fmla="*/ 88100 w 6560970"/>
              <a:gd name="connsiteY2" fmla="*/ 1289592 h 2286336"/>
              <a:gd name="connsiteX3" fmla="*/ 100687 w 6560970"/>
              <a:gd name="connsiteY3" fmla="*/ 564490 h 2286336"/>
              <a:gd name="connsiteX4" fmla="*/ 1270646 w 6560970"/>
              <a:gd name="connsiteY4" fmla="*/ 25416 h 2286336"/>
              <a:gd name="connsiteX5" fmla="*/ 5449325 w 6560970"/>
              <a:gd name="connsiteY5" fmla="*/ 171680 h 2286336"/>
              <a:gd name="connsiteX6" fmla="*/ 6560970 w 6560970"/>
              <a:gd name="connsiteY6" fmla="*/ 903746 h 2286336"/>
              <a:gd name="connsiteX7" fmla="*/ 5967249 w 6560970"/>
              <a:gd name="connsiteY7" fmla="*/ 1803742 h 2286336"/>
              <a:gd name="connsiteX8" fmla="*/ 2172107 w 6560970"/>
              <a:gd name="connsiteY8" fmla="*/ 2027536 h 2286336"/>
              <a:gd name="connsiteX9" fmla="*/ 1293526 w 6560970"/>
              <a:gd name="connsiteY9" fmla="*/ 2286336 h 2286336"/>
              <a:gd name="connsiteX10" fmla="*/ 1335993 w 6560970"/>
              <a:gd name="connsiteY10" fmla="*/ 2009705 h 2286336"/>
              <a:gd name="connsiteX0" fmla="*/ 1320449 w 6545426"/>
              <a:gd name="connsiteY0" fmla="*/ 2009705 h 2286336"/>
              <a:gd name="connsiteX1" fmla="*/ 534287 w 6545426"/>
              <a:gd name="connsiteY1" fmla="*/ 1726707 h 2286336"/>
              <a:gd name="connsiteX2" fmla="*/ 72556 w 6545426"/>
              <a:gd name="connsiteY2" fmla="*/ 1289592 h 2286336"/>
              <a:gd name="connsiteX3" fmla="*/ 85143 w 6545426"/>
              <a:gd name="connsiteY3" fmla="*/ 564490 h 2286336"/>
              <a:gd name="connsiteX4" fmla="*/ 1255102 w 6545426"/>
              <a:gd name="connsiteY4" fmla="*/ 25416 h 2286336"/>
              <a:gd name="connsiteX5" fmla="*/ 5433781 w 6545426"/>
              <a:gd name="connsiteY5" fmla="*/ 171680 h 2286336"/>
              <a:gd name="connsiteX6" fmla="*/ 6545426 w 6545426"/>
              <a:gd name="connsiteY6" fmla="*/ 903746 h 2286336"/>
              <a:gd name="connsiteX7" fmla="*/ 5951705 w 6545426"/>
              <a:gd name="connsiteY7" fmla="*/ 1803742 h 2286336"/>
              <a:gd name="connsiteX8" fmla="*/ 2156563 w 6545426"/>
              <a:gd name="connsiteY8" fmla="*/ 2027536 h 2286336"/>
              <a:gd name="connsiteX9" fmla="*/ 1277982 w 6545426"/>
              <a:gd name="connsiteY9" fmla="*/ 2286336 h 2286336"/>
              <a:gd name="connsiteX10" fmla="*/ 1320449 w 6545426"/>
              <a:gd name="connsiteY10" fmla="*/ 2009705 h 2286336"/>
              <a:gd name="connsiteX0" fmla="*/ 1350191 w 6575168"/>
              <a:gd name="connsiteY0" fmla="*/ 2028838 h 2305469"/>
              <a:gd name="connsiteX1" fmla="*/ 564029 w 6575168"/>
              <a:gd name="connsiteY1" fmla="*/ 1745840 h 2305469"/>
              <a:gd name="connsiteX2" fmla="*/ 102298 w 6575168"/>
              <a:gd name="connsiteY2" fmla="*/ 1308725 h 2305469"/>
              <a:gd name="connsiteX3" fmla="*/ 114885 w 6575168"/>
              <a:gd name="connsiteY3" fmla="*/ 583623 h 2305469"/>
              <a:gd name="connsiteX4" fmla="*/ 1335277 w 6575168"/>
              <a:gd name="connsiteY4" fmla="*/ 22515 h 2305469"/>
              <a:gd name="connsiteX5" fmla="*/ 5463523 w 6575168"/>
              <a:gd name="connsiteY5" fmla="*/ 190813 h 2305469"/>
              <a:gd name="connsiteX6" fmla="*/ 6575168 w 6575168"/>
              <a:gd name="connsiteY6" fmla="*/ 922879 h 2305469"/>
              <a:gd name="connsiteX7" fmla="*/ 5981447 w 6575168"/>
              <a:gd name="connsiteY7" fmla="*/ 1822875 h 2305469"/>
              <a:gd name="connsiteX8" fmla="*/ 2186305 w 6575168"/>
              <a:gd name="connsiteY8" fmla="*/ 2046669 h 2305469"/>
              <a:gd name="connsiteX9" fmla="*/ 1307724 w 6575168"/>
              <a:gd name="connsiteY9" fmla="*/ 2305469 h 2305469"/>
              <a:gd name="connsiteX10" fmla="*/ 1350191 w 6575168"/>
              <a:gd name="connsiteY10" fmla="*/ 2028838 h 2305469"/>
              <a:gd name="connsiteX0" fmla="*/ 1350191 w 6575168"/>
              <a:gd name="connsiteY0" fmla="*/ 2028838 h 2305469"/>
              <a:gd name="connsiteX1" fmla="*/ 564029 w 6575168"/>
              <a:gd name="connsiteY1" fmla="*/ 1745840 h 2305469"/>
              <a:gd name="connsiteX2" fmla="*/ 102298 w 6575168"/>
              <a:gd name="connsiteY2" fmla="*/ 1308725 h 2305469"/>
              <a:gd name="connsiteX3" fmla="*/ 114885 w 6575168"/>
              <a:gd name="connsiteY3" fmla="*/ 583623 h 2305469"/>
              <a:gd name="connsiteX4" fmla="*/ 1335277 w 6575168"/>
              <a:gd name="connsiteY4" fmla="*/ 22515 h 2305469"/>
              <a:gd name="connsiteX5" fmla="*/ 5463523 w 6575168"/>
              <a:gd name="connsiteY5" fmla="*/ 190813 h 2305469"/>
              <a:gd name="connsiteX6" fmla="*/ 6575168 w 6575168"/>
              <a:gd name="connsiteY6" fmla="*/ 922879 h 2305469"/>
              <a:gd name="connsiteX7" fmla="*/ 5981447 w 6575168"/>
              <a:gd name="connsiteY7" fmla="*/ 1822875 h 2305469"/>
              <a:gd name="connsiteX8" fmla="*/ 2186305 w 6575168"/>
              <a:gd name="connsiteY8" fmla="*/ 2046669 h 2305469"/>
              <a:gd name="connsiteX9" fmla="*/ 1307724 w 6575168"/>
              <a:gd name="connsiteY9" fmla="*/ 2305469 h 2305469"/>
              <a:gd name="connsiteX10" fmla="*/ 1350191 w 6575168"/>
              <a:gd name="connsiteY10" fmla="*/ 2028838 h 2305469"/>
              <a:gd name="connsiteX0" fmla="*/ 1261706 w 6486683"/>
              <a:gd name="connsiteY0" fmla="*/ 2028838 h 2305469"/>
              <a:gd name="connsiteX1" fmla="*/ 475544 w 6486683"/>
              <a:gd name="connsiteY1" fmla="*/ 1745840 h 2305469"/>
              <a:gd name="connsiteX2" fmla="*/ 26400 w 6486683"/>
              <a:gd name="connsiteY2" fmla="*/ 583623 h 2305469"/>
              <a:gd name="connsiteX3" fmla="*/ 1246792 w 6486683"/>
              <a:gd name="connsiteY3" fmla="*/ 22515 h 2305469"/>
              <a:gd name="connsiteX4" fmla="*/ 5375038 w 6486683"/>
              <a:gd name="connsiteY4" fmla="*/ 190813 h 2305469"/>
              <a:gd name="connsiteX5" fmla="*/ 6486683 w 6486683"/>
              <a:gd name="connsiteY5" fmla="*/ 922879 h 2305469"/>
              <a:gd name="connsiteX6" fmla="*/ 5892962 w 6486683"/>
              <a:gd name="connsiteY6" fmla="*/ 1822875 h 2305469"/>
              <a:gd name="connsiteX7" fmla="*/ 2097820 w 6486683"/>
              <a:gd name="connsiteY7" fmla="*/ 2046669 h 2305469"/>
              <a:gd name="connsiteX8" fmla="*/ 1219239 w 6486683"/>
              <a:gd name="connsiteY8" fmla="*/ 2305469 h 2305469"/>
              <a:gd name="connsiteX9" fmla="*/ 1261706 w 6486683"/>
              <a:gd name="connsiteY9" fmla="*/ 2028838 h 2305469"/>
              <a:gd name="connsiteX0" fmla="*/ 1278912 w 6503889"/>
              <a:gd name="connsiteY0" fmla="*/ 2028838 h 2305469"/>
              <a:gd name="connsiteX1" fmla="*/ 366669 w 6503889"/>
              <a:gd name="connsiteY1" fmla="*/ 1650360 h 2305469"/>
              <a:gd name="connsiteX2" fmla="*/ 43606 w 6503889"/>
              <a:gd name="connsiteY2" fmla="*/ 583623 h 2305469"/>
              <a:gd name="connsiteX3" fmla="*/ 1263998 w 6503889"/>
              <a:gd name="connsiteY3" fmla="*/ 22515 h 2305469"/>
              <a:gd name="connsiteX4" fmla="*/ 5392244 w 6503889"/>
              <a:gd name="connsiteY4" fmla="*/ 190813 h 2305469"/>
              <a:gd name="connsiteX5" fmla="*/ 6503889 w 6503889"/>
              <a:gd name="connsiteY5" fmla="*/ 922879 h 2305469"/>
              <a:gd name="connsiteX6" fmla="*/ 5910168 w 6503889"/>
              <a:gd name="connsiteY6" fmla="*/ 1822875 h 2305469"/>
              <a:gd name="connsiteX7" fmla="*/ 2115026 w 6503889"/>
              <a:gd name="connsiteY7" fmla="*/ 2046669 h 2305469"/>
              <a:gd name="connsiteX8" fmla="*/ 1236445 w 6503889"/>
              <a:gd name="connsiteY8" fmla="*/ 2305469 h 2305469"/>
              <a:gd name="connsiteX9" fmla="*/ 1278912 w 6503889"/>
              <a:gd name="connsiteY9" fmla="*/ 2028838 h 2305469"/>
              <a:gd name="connsiteX0" fmla="*/ 1306915 w 6531892"/>
              <a:gd name="connsiteY0" fmla="*/ 2028838 h 2305469"/>
              <a:gd name="connsiteX1" fmla="*/ 268591 w 6531892"/>
              <a:gd name="connsiteY1" fmla="*/ 1643015 h 2305469"/>
              <a:gd name="connsiteX2" fmla="*/ 71609 w 6531892"/>
              <a:gd name="connsiteY2" fmla="*/ 583623 h 2305469"/>
              <a:gd name="connsiteX3" fmla="*/ 1292001 w 6531892"/>
              <a:gd name="connsiteY3" fmla="*/ 22515 h 2305469"/>
              <a:gd name="connsiteX4" fmla="*/ 5420247 w 6531892"/>
              <a:gd name="connsiteY4" fmla="*/ 190813 h 2305469"/>
              <a:gd name="connsiteX5" fmla="*/ 6531892 w 6531892"/>
              <a:gd name="connsiteY5" fmla="*/ 922879 h 2305469"/>
              <a:gd name="connsiteX6" fmla="*/ 5938171 w 6531892"/>
              <a:gd name="connsiteY6" fmla="*/ 1822875 h 2305469"/>
              <a:gd name="connsiteX7" fmla="*/ 2143029 w 6531892"/>
              <a:gd name="connsiteY7" fmla="*/ 2046669 h 2305469"/>
              <a:gd name="connsiteX8" fmla="*/ 1264448 w 6531892"/>
              <a:gd name="connsiteY8" fmla="*/ 2305469 h 2305469"/>
              <a:gd name="connsiteX9" fmla="*/ 1306915 w 6531892"/>
              <a:gd name="connsiteY9" fmla="*/ 2028838 h 2305469"/>
              <a:gd name="connsiteX0" fmla="*/ 1322733 w 6547710"/>
              <a:gd name="connsiteY0" fmla="*/ 2028838 h 2305469"/>
              <a:gd name="connsiteX1" fmla="*/ 284409 w 6547710"/>
              <a:gd name="connsiteY1" fmla="*/ 1643015 h 2305469"/>
              <a:gd name="connsiteX2" fmla="*/ 87427 w 6547710"/>
              <a:gd name="connsiteY2" fmla="*/ 583623 h 2305469"/>
              <a:gd name="connsiteX3" fmla="*/ 1307819 w 6547710"/>
              <a:gd name="connsiteY3" fmla="*/ 22515 h 2305469"/>
              <a:gd name="connsiteX4" fmla="*/ 5436065 w 6547710"/>
              <a:gd name="connsiteY4" fmla="*/ 190813 h 2305469"/>
              <a:gd name="connsiteX5" fmla="*/ 6547710 w 6547710"/>
              <a:gd name="connsiteY5" fmla="*/ 922879 h 2305469"/>
              <a:gd name="connsiteX6" fmla="*/ 5953989 w 6547710"/>
              <a:gd name="connsiteY6" fmla="*/ 1822875 h 2305469"/>
              <a:gd name="connsiteX7" fmla="*/ 2158847 w 6547710"/>
              <a:gd name="connsiteY7" fmla="*/ 2046669 h 2305469"/>
              <a:gd name="connsiteX8" fmla="*/ 1280266 w 6547710"/>
              <a:gd name="connsiteY8" fmla="*/ 2305469 h 2305469"/>
              <a:gd name="connsiteX9" fmla="*/ 1322733 w 6547710"/>
              <a:gd name="connsiteY9" fmla="*/ 2028838 h 2305469"/>
              <a:gd name="connsiteX0" fmla="*/ 1350725 w 6575702"/>
              <a:gd name="connsiteY0" fmla="*/ 2028838 h 2305469"/>
              <a:gd name="connsiteX1" fmla="*/ 312401 w 6575702"/>
              <a:gd name="connsiteY1" fmla="*/ 1643015 h 2305469"/>
              <a:gd name="connsiteX2" fmla="*/ 115419 w 6575702"/>
              <a:gd name="connsiteY2" fmla="*/ 583623 h 2305469"/>
              <a:gd name="connsiteX3" fmla="*/ 1335811 w 6575702"/>
              <a:gd name="connsiteY3" fmla="*/ 22515 h 2305469"/>
              <a:gd name="connsiteX4" fmla="*/ 5464057 w 6575702"/>
              <a:gd name="connsiteY4" fmla="*/ 190813 h 2305469"/>
              <a:gd name="connsiteX5" fmla="*/ 6575702 w 6575702"/>
              <a:gd name="connsiteY5" fmla="*/ 922879 h 2305469"/>
              <a:gd name="connsiteX6" fmla="*/ 5981981 w 6575702"/>
              <a:gd name="connsiteY6" fmla="*/ 1822875 h 2305469"/>
              <a:gd name="connsiteX7" fmla="*/ 2186839 w 6575702"/>
              <a:gd name="connsiteY7" fmla="*/ 2046669 h 2305469"/>
              <a:gd name="connsiteX8" fmla="*/ 1308258 w 6575702"/>
              <a:gd name="connsiteY8" fmla="*/ 2305469 h 2305469"/>
              <a:gd name="connsiteX9" fmla="*/ 1350725 w 6575702"/>
              <a:gd name="connsiteY9" fmla="*/ 2028838 h 2305469"/>
              <a:gd name="connsiteX0" fmla="*/ 1334698 w 6559675"/>
              <a:gd name="connsiteY0" fmla="*/ 2033414 h 2310045"/>
              <a:gd name="connsiteX1" fmla="*/ 296374 w 6559675"/>
              <a:gd name="connsiteY1" fmla="*/ 1647591 h 2310045"/>
              <a:gd name="connsiteX2" fmla="*/ 99392 w 6559675"/>
              <a:gd name="connsiteY2" fmla="*/ 654301 h 2310045"/>
              <a:gd name="connsiteX3" fmla="*/ 1319784 w 6559675"/>
              <a:gd name="connsiteY3" fmla="*/ 27091 h 2310045"/>
              <a:gd name="connsiteX4" fmla="*/ 5448030 w 6559675"/>
              <a:gd name="connsiteY4" fmla="*/ 195389 h 2310045"/>
              <a:gd name="connsiteX5" fmla="*/ 6559675 w 6559675"/>
              <a:gd name="connsiteY5" fmla="*/ 927455 h 2310045"/>
              <a:gd name="connsiteX6" fmla="*/ 5965954 w 6559675"/>
              <a:gd name="connsiteY6" fmla="*/ 1827451 h 2310045"/>
              <a:gd name="connsiteX7" fmla="*/ 2170812 w 6559675"/>
              <a:gd name="connsiteY7" fmla="*/ 2051245 h 2310045"/>
              <a:gd name="connsiteX8" fmla="*/ 1292231 w 6559675"/>
              <a:gd name="connsiteY8" fmla="*/ 2310045 h 2310045"/>
              <a:gd name="connsiteX9" fmla="*/ 1334698 w 6559675"/>
              <a:gd name="connsiteY9" fmla="*/ 2033414 h 2310045"/>
              <a:gd name="connsiteX0" fmla="*/ 1387100 w 6612077"/>
              <a:gd name="connsiteY0" fmla="*/ 2036495 h 2313126"/>
              <a:gd name="connsiteX1" fmla="*/ 348776 w 6612077"/>
              <a:gd name="connsiteY1" fmla="*/ 1650672 h 2313126"/>
              <a:gd name="connsiteX2" fmla="*/ 88753 w 6612077"/>
              <a:gd name="connsiteY2" fmla="*/ 701450 h 2313126"/>
              <a:gd name="connsiteX3" fmla="*/ 1372186 w 6612077"/>
              <a:gd name="connsiteY3" fmla="*/ 30172 h 2313126"/>
              <a:gd name="connsiteX4" fmla="*/ 5500432 w 6612077"/>
              <a:gd name="connsiteY4" fmla="*/ 198470 h 2313126"/>
              <a:gd name="connsiteX5" fmla="*/ 6612077 w 6612077"/>
              <a:gd name="connsiteY5" fmla="*/ 930536 h 2313126"/>
              <a:gd name="connsiteX6" fmla="*/ 6018356 w 6612077"/>
              <a:gd name="connsiteY6" fmla="*/ 1830532 h 2313126"/>
              <a:gd name="connsiteX7" fmla="*/ 2223214 w 6612077"/>
              <a:gd name="connsiteY7" fmla="*/ 2054326 h 2313126"/>
              <a:gd name="connsiteX8" fmla="*/ 1344633 w 6612077"/>
              <a:gd name="connsiteY8" fmla="*/ 2313126 h 2313126"/>
              <a:gd name="connsiteX9" fmla="*/ 1387100 w 6612077"/>
              <a:gd name="connsiteY9" fmla="*/ 2036495 h 2313126"/>
              <a:gd name="connsiteX0" fmla="*/ 1391247 w 6616224"/>
              <a:gd name="connsiteY0" fmla="*/ 2036495 h 2313126"/>
              <a:gd name="connsiteX1" fmla="*/ 352923 w 6616224"/>
              <a:gd name="connsiteY1" fmla="*/ 1650672 h 2313126"/>
              <a:gd name="connsiteX2" fmla="*/ 92900 w 6616224"/>
              <a:gd name="connsiteY2" fmla="*/ 701450 h 2313126"/>
              <a:gd name="connsiteX3" fmla="*/ 1376333 w 6616224"/>
              <a:gd name="connsiteY3" fmla="*/ 30172 h 2313126"/>
              <a:gd name="connsiteX4" fmla="*/ 5504579 w 6616224"/>
              <a:gd name="connsiteY4" fmla="*/ 198470 h 2313126"/>
              <a:gd name="connsiteX5" fmla="*/ 6616224 w 6616224"/>
              <a:gd name="connsiteY5" fmla="*/ 930536 h 2313126"/>
              <a:gd name="connsiteX6" fmla="*/ 6022503 w 6616224"/>
              <a:gd name="connsiteY6" fmla="*/ 1830532 h 2313126"/>
              <a:gd name="connsiteX7" fmla="*/ 2227361 w 6616224"/>
              <a:gd name="connsiteY7" fmla="*/ 2054326 h 2313126"/>
              <a:gd name="connsiteX8" fmla="*/ 1348780 w 6616224"/>
              <a:gd name="connsiteY8" fmla="*/ 2313126 h 2313126"/>
              <a:gd name="connsiteX9" fmla="*/ 1391247 w 6616224"/>
              <a:gd name="connsiteY9" fmla="*/ 2036495 h 2313126"/>
              <a:gd name="connsiteX0" fmla="*/ 1389139 w 6614116"/>
              <a:gd name="connsiteY0" fmla="*/ 2036495 h 2313126"/>
              <a:gd name="connsiteX1" fmla="*/ 350815 w 6614116"/>
              <a:gd name="connsiteY1" fmla="*/ 1650672 h 2313126"/>
              <a:gd name="connsiteX2" fmla="*/ 90792 w 6614116"/>
              <a:gd name="connsiteY2" fmla="*/ 701450 h 2313126"/>
              <a:gd name="connsiteX3" fmla="*/ 1374225 w 6614116"/>
              <a:gd name="connsiteY3" fmla="*/ 30172 h 2313126"/>
              <a:gd name="connsiteX4" fmla="*/ 5502471 w 6614116"/>
              <a:gd name="connsiteY4" fmla="*/ 198470 h 2313126"/>
              <a:gd name="connsiteX5" fmla="*/ 6614116 w 6614116"/>
              <a:gd name="connsiteY5" fmla="*/ 930536 h 2313126"/>
              <a:gd name="connsiteX6" fmla="*/ 6020395 w 6614116"/>
              <a:gd name="connsiteY6" fmla="*/ 1830532 h 2313126"/>
              <a:gd name="connsiteX7" fmla="*/ 2225253 w 6614116"/>
              <a:gd name="connsiteY7" fmla="*/ 2054326 h 2313126"/>
              <a:gd name="connsiteX8" fmla="*/ 1346672 w 6614116"/>
              <a:gd name="connsiteY8" fmla="*/ 2313126 h 2313126"/>
              <a:gd name="connsiteX9" fmla="*/ 1389139 w 6614116"/>
              <a:gd name="connsiteY9" fmla="*/ 2036495 h 2313126"/>
              <a:gd name="connsiteX0" fmla="*/ 1389139 w 6614116"/>
              <a:gd name="connsiteY0" fmla="*/ 2036495 h 2313126"/>
              <a:gd name="connsiteX1" fmla="*/ 350815 w 6614116"/>
              <a:gd name="connsiteY1" fmla="*/ 1650672 h 2313126"/>
              <a:gd name="connsiteX2" fmla="*/ 90792 w 6614116"/>
              <a:gd name="connsiteY2" fmla="*/ 701450 h 2313126"/>
              <a:gd name="connsiteX3" fmla="*/ 1374225 w 6614116"/>
              <a:gd name="connsiteY3" fmla="*/ 30172 h 2313126"/>
              <a:gd name="connsiteX4" fmla="*/ 5502471 w 6614116"/>
              <a:gd name="connsiteY4" fmla="*/ 198470 h 2313126"/>
              <a:gd name="connsiteX5" fmla="*/ 6614116 w 6614116"/>
              <a:gd name="connsiteY5" fmla="*/ 930536 h 2313126"/>
              <a:gd name="connsiteX6" fmla="*/ 6020395 w 6614116"/>
              <a:gd name="connsiteY6" fmla="*/ 1830532 h 2313126"/>
              <a:gd name="connsiteX7" fmla="*/ 2225253 w 6614116"/>
              <a:gd name="connsiteY7" fmla="*/ 2054326 h 2313126"/>
              <a:gd name="connsiteX8" fmla="*/ 1346672 w 6614116"/>
              <a:gd name="connsiteY8" fmla="*/ 2313126 h 2313126"/>
              <a:gd name="connsiteX9" fmla="*/ 1389139 w 6614116"/>
              <a:gd name="connsiteY9" fmla="*/ 2036495 h 2313126"/>
              <a:gd name="connsiteX0" fmla="*/ 1438885 w 6613429"/>
              <a:gd name="connsiteY0" fmla="*/ 2029150 h 2313126"/>
              <a:gd name="connsiteX1" fmla="*/ 350128 w 6613429"/>
              <a:gd name="connsiteY1" fmla="*/ 1650672 h 2313126"/>
              <a:gd name="connsiteX2" fmla="*/ 90105 w 6613429"/>
              <a:gd name="connsiteY2" fmla="*/ 701450 h 2313126"/>
              <a:gd name="connsiteX3" fmla="*/ 1373538 w 6613429"/>
              <a:gd name="connsiteY3" fmla="*/ 30172 h 2313126"/>
              <a:gd name="connsiteX4" fmla="*/ 5501784 w 6613429"/>
              <a:gd name="connsiteY4" fmla="*/ 198470 h 2313126"/>
              <a:gd name="connsiteX5" fmla="*/ 6613429 w 6613429"/>
              <a:gd name="connsiteY5" fmla="*/ 930536 h 2313126"/>
              <a:gd name="connsiteX6" fmla="*/ 6019708 w 6613429"/>
              <a:gd name="connsiteY6" fmla="*/ 1830532 h 2313126"/>
              <a:gd name="connsiteX7" fmla="*/ 2224566 w 6613429"/>
              <a:gd name="connsiteY7" fmla="*/ 2054326 h 2313126"/>
              <a:gd name="connsiteX8" fmla="*/ 1345985 w 6613429"/>
              <a:gd name="connsiteY8" fmla="*/ 2313126 h 2313126"/>
              <a:gd name="connsiteX9" fmla="*/ 1438885 w 6613429"/>
              <a:gd name="connsiteY9" fmla="*/ 2029150 h 2313126"/>
              <a:gd name="connsiteX0" fmla="*/ 1411781 w 6586325"/>
              <a:gd name="connsiteY0" fmla="*/ 2029150 h 2313126"/>
              <a:gd name="connsiteX1" fmla="*/ 323024 w 6586325"/>
              <a:gd name="connsiteY1" fmla="*/ 1650672 h 2313126"/>
              <a:gd name="connsiteX2" fmla="*/ 63001 w 6586325"/>
              <a:gd name="connsiteY2" fmla="*/ 701450 h 2313126"/>
              <a:gd name="connsiteX3" fmla="*/ 1346434 w 6586325"/>
              <a:gd name="connsiteY3" fmla="*/ 30172 h 2313126"/>
              <a:gd name="connsiteX4" fmla="*/ 5474680 w 6586325"/>
              <a:gd name="connsiteY4" fmla="*/ 198470 h 2313126"/>
              <a:gd name="connsiteX5" fmla="*/ 6586325 w 6586325"/>
              <a:gd name="connsiteY5" fmla="*/ 930536 h 2313126"/>
              <a:gd name="connsiteX6" fmla="*/ 5992604 w 6586325"/>
              <a:gd name="connsiteY6" fmla="*/ 1830532 h 2313126"/>
              <a:gd name="connsiteX7" fmla="*/ 2197462 w 6586325"/>
              <a:gd name="connsiteY7" fmla="*/ 2054326 h 2313126"/>
              <a:gd name="connsiteX8" fmla="*/ 1318881 w 6586325"/>
              <a:gd name="connsiteY8" fmla="*/ 2313126 h 2313126"/>
              <a:gd name="connsiteX9" fmla="*/ 1411781 w 6586325"/>
              <a:gd name="connsiteY9" fmla="*/ 2029150 h 2313126"/>
              <a:gd name="connsiteX0" fmla="*/ 1422251 w 6596795"/>
              <a:gd name="connsiteY0" fmla="*/ 2029150 h 2313126"/>
              <a:gd name="connsiteX1" fmla="*/ 333494 w 6596795"/>
              <a:gd name="connsiteY1" fmla="*/ 1650672 h 2313126"/>
              <a:gd name="connsiteX2" fmla="*/ 73471 w 6596795"/>
              <a:gd name="connsiteY2" fmla="*/ 701450 h 2313126"/>
              <a:gd name="connsiteX3" fmla="*/ 1356904 w 6596795"/>
              <a:gd name="connsiteY3" fmla="*/ 30172 h 2313126"/>
              <a:gd name="connsiteX4" fmla="*/ 5485150 w 6596795"/>
              <a:gd name="connsiteY4" fmla="*/ 198470 h 2313126"/>
              <a:gd name="connsiteX5" fmla="*/ 6596795 w 6596795"/>
              <a:gd name="connsiteY5" fmla="*/ 930536 h 2313126"/>
              <a:gd name="connsiteX6" fmla="*/ 6003074 w 6596795"/>
              <a:gd name="connsiteY6" fmla="*/ 1830532 h 2313126"/>
              <a:gd name="connsiteX7" fmla="*/ 2207932 w 6596795"/>
              <a:gd name="connsiteY7" fmla="*/ 2054326 h 2313126"/>
              <a:gd name="connsiteX8" fmla="*/ 1329351 w 6596795"/>
              <a:gd name="connsiteY8" fmla="*/ 2313126 h 2313126"/>
              <a:gd name="connsiteX9" fmla="*/ 1422251 w 6596795"/>
              <a:gd name="connsiteY9" fmla="*/ 2029150 h 2313126"/>
              <a:gd name="connsiteX0" fmla="*/ 1427107 w 6601651"/>
              <a:gd name="connsiteY0" fmla="*/ 2029150 h 2313126"/>
              <a:gd name="connsiteX1" fmla="*/ 338350 w 6601651"/>
              <a:gd name="connsiteY1" fmla="*/ 1650672 h 2313126"/>
              <a:gd name="connsiteX2" fmla="*/ 78327 w 6601651"/>
              <a:gd name="connsiteY2" fmla="*/ 701450 h 2313126"/>
              <a:gd name="connsiteX3" fmla="*/ 1361760 w 6601651"/>
              <a:gd name="connsiteY3" fmla="*/ 30172 h 2313126"/>
              <a:gd name="connsiteX4" fmla="*/ 5490006 w 6601651"/>
              <a:gd name="connsiteY4" fmla="*/ 198470 h 2313126"/>
              <a:gd name="connsiteX5" fmla="*/ 6601651 w 6601651"/>
              <a:gd name="connsiteY5" fmla="*/ 930536 h 2313126"/>
              <a:gd name="connsiteX6" fmla="*/ 6007930 w 6601651"/>
              <a:gd name="connsiteY6" fmla="*/ 1830532 h 2313126"/>
              <a:gd name="connsiteX7" fmla="*/ 2212788 w 6601651"/>
              <a:gd name="connsiteY7" fmla="*/ 2054326 h 2313126"/>
              <a:gd name="connsiteX8" fmla="*/ 1334207 w 6601651"/>
              <a:gd name="connsiteY8" fmla="*/ 2313126 h 2313126"/>
              <a:gd name="connsiteX9" fmla="*/ 1427107 w 6601651"/>
              <a:gd name="connsiteY9" fmla="*/ 2029150 h 2313126"/>
              <a:gd name="connsiteX0" fmla="*/ 1438040 w 6612584"/>
              <a:gd name="connsiteY0" fmla="*/ 2029150 h 2313126"/>
              <a:gd name="connsiteX1" fmla="*/ 349283 w 6612584"/>
              <a:gd name="connsiteY1" fmla="*/ 1650672 h 2313126"/>
              <a:gd name="connsiteX2" fmla="*/ 89260 w 6612584"/>
              <a:gd name="connsiteY2" fmla="*/ 701450 h 2313126"/>
              <a:gd name="connsiteX3" fmla="*/ 1372693 w 6612584"/>
              <a:gd name="connsiteY3" fmla="*/ 30172 h 2313126"/>
              <a:gd name="connsiteX4" fmla="*/ 5500939 w 6612584"/>
              <a:gd name="connsiteY4" fmla="*/ 198470 h 2313126"/>
              <a:gd name="connsiteX5" fmla="*/ 6612584 w 6612584"/>
              <a:gd name="connsiteY5" fmla="*/ 930536 h 2313126"/>
              <a:gd name="connsiteX6" fmla="*/ 6018863 w 6612584"/>
              <a:gd name="connsiteY6" fmla="*/ 1830532 h 2313126"/>
              <a:gd name="connsiteX7" fmla="*/ 2223721 w 6612584"/>
              <a:gd name="connsiteY7" fmla="*/ 2054326 h 2313126"/>
              <a:gd name="connsiteX8" fmla="*/ 1345140 w 6612584"/>
              <a:gd name="connsiteY8" fmla="*/ 2313126 h 2313126"/>
              <a:gd name="connsiteX9" fmla="*/ 1438040 w 6612584"/>
              <a:gd name="connsiteY9" fmla="*/ 2029150 h 2313126"/>
              <a:gd name="connsiteX0" fmla="*/ 1438040 w 6612584"/>
              <a:gd name="connsiteY0" fmla="*/ 2029150 h 2313126"/>
              <a:gd name="connsiteX1" fmla="*/ 349283 w 6612584"/>
              <a:gd name="connsiteY1" fmla="*/ 1650672 h 2313126"/>
              <a:gd name="connsiteX2" fmla="*/ 89260 w 6612584"/>
              <a:gd name="connsiteY2" fmla="*/ 701450 h 2313126"/>
              <a:gd name="connsiteX3" fmla="*/ 1372693 w 6612584"/>
              <a:gd name="connsiteY3" fmla="*/ 30172 h 2313126"/>
              <a:gd name="connsiteX4" fmla="*/ 5500939 w 6612584"/>
              <a:gd name="connsiteY4" fmla="*/ 198470 h 2313126"/>
              <a:gd name="connsiteX5" fmla="*/ 6612584 w 6612584"/>
              <a:gd name="connsiteY5" fmla="*/ 930536 h 2313126"/>
              <a:gd name="connsiteX6" fmla="*/ 6018863 w 6612584"/>
              <a:gd name="connsiteY6" fmla="*/ 1830532 h 2313126"/>
              <a:gd name="connsiteX7" fmla="*/ 2223721 w 6612584"/>
              <a:gd name="connsiteY7" fmla="*/ 2054326 h 2313126"/>
              <a:gd name="connsiteX8" fmla="*/ 1345140 w 6612584"/>
              <a:gd name="connsiteY8" fmla="*/ 2313126 h 2313126"/>
              <a:gd name="connsiteX9" fmla="*/ 1438040 w 6612584"/>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98750 w 6597644"/>
              <a:gd name="connsiteY0" fmla="*/ 2029150 h 2313126"/>
              <a:gd name="connsiteX1" fmla="*/ 298554 w 6597644"/>
              <a:gd name="connsiteY1" fmla="*/ 1654147 h 2313126"/>
              <a:gd name="connsiteX2" fmla="*/ 74320 w 6597644"/>
              <a:gd name="connsiteY2" fmla="*/ 701450 h 2313126"/>
              <a:gd name="connsiteX3" fmla="*/ 1357753 w 6597644"/>
              <a:gd name="connsiteY3" fmla="*/ 30172 h 2313126"/>
              <a:gd name="connsiteX4" fmla="*/ 5485999 w 6597644"/>
              <a:gd name="connsiteY4" fmla="*/ 198470 h 2313126"/>
              <a:gd name="connsiteX5" fmla="*/ 6597644 w 6597644"/>
              <a:gd name="connsiteY5" fmla="*/ 930536 h 2313126"/>
              <a:gd name="connsiteX6" fmla="*/ 6003923 w 6597644"/>
              <a:gd name="connsiteY6" fmla="*/ 1830532 h 2313126"/>
              <a:gd name="connsiteX7" fmla="*/ 2208781 w 6597644"/>
              <a:gd name="connsiteY7" fmla="*/ 2054326 h 2313126"/>
              <a:gd name="connsiteX8" fmla="*/ 1330200 w 6597644"/>
              <a:gd name="connsiteY8" fmla="*/ 2313126 h 2313126"/>
              <a:gd name="connsiteX9" fmla="*/ 1498750 w 6597644"/>
              <a:gd name="connsiteY9" fmla="*/ 2029150 h 2313126"/>
              <a:gd name="connsiteX0" fmla="*/ 1499850 w 6598744"/>
              <a:gd name="connsiteY0" fmla="*/ 2029150 h 2313126"/>
              <a:gd name="connsiteX1" fmla="*/ 299654 w 6598744"/>
              <a:gd name="connsiteY1" fmla="*/ 1654147 h 2313126"/>
              <a:gd name="connsiteX2" fmla="*/ 75420 w 6598744"/>
              <a:gd name="connsiteY2" fmla="*/ 701450 h 2313126"/>
              <a:gd name="connsiteX3" fmla="*/ 1358853 w 6598744"/>
              <a:gd name="connsiteY3" fmla="*/ 30172 h 2313126"/>
              <a:gd name="connsiteX4" fmla="*/ 5487099 w 6598744"/>
              <a:gd name="connsiteY4" fmla="*/ 198470 h 2313126"/>
              <a:gd name="connsiteX5" fmla="*/ 6598744 w 6598744"/>
              <a:gd name="connsiteY5" fmla="*/ 930536 h 2313126"/>
              <a:gd name="connsiteX6" fmla="*/ 6005023 w 6598744"/>
              <a:gd name="connsiteY6" fmla="*/ 1830532 h 2313126"/>
              <a:gd name="connsiteX7" fmla="*/ 2209881 w 6598744"/>
              <a:gd name="connsiteY7" fmla="*/ 2054326 h 2313126"/>
              <a:gd name="connsiteX8" fmla="*/ 1331300 w 6598744"/>
              <a:gd name="connsiteY8" fmla="*/ 2313126 h 2313126"/>
              <a:gd name="connsiteX9" fmla="*/ 1499850 w 6598744"/>
              <a:gd name="connsiteY9" fmla="*/ 2029150 h 2313126"/>
              <a:gd name="connsiteX0" fmla="*/ 1499850 w 6598744"/>
              <a:gd name="connsiteY0" fmla="*/ 2029150 h 2313126"/>
              <a:gd name="connsiteX1" fmla="*/ 299654 w 6598744"/>
              <a:gd name="connsiteY1" fmla="*/ 1654147 h 2313126"/>
              <a:gd name="connsiteX2" fmla="*/ 75420 w 6598744"/>
              <a:gd name="connsiteY2" fmla="*/ 701450 h 2313126"/>
              <a:gd name="connsiteX3" fmla="*/ 1358853 w 6598744"/>
              <a:gd name="connsiteY3" fmla="*/ 30172 h 2313126"/>
              <a:gd name="connsiteX4" fmla="*/ 5487099 w 6598744"/>
              <a:gd name="connsiteY4" fmla="*/ 198470 h 2313126"/>
              <a:gd name="connsiteX5" fmla="*/ 6598744 w 6598744"/>
              <a:gd name="connsiteY5" fmla="*/ 930536 h 2313126"/>
              <a:gd name="connsiteX6" fmla="*/ 6005023 w 6598744"/>
              <a:gd name="connsiteY6" fmla="*/ 1830532 h 2313126"/>
              <a:gd name="connsiteX7" fmla="*/ 2209881 w 6598744"/>
              <a:gd name="connsiteY7" fmla="*/ 2054326 h 2313126"/>
              <a:gd name="connsiteX8" fmla="*/ 1331300 w 6598744"/>
              <a:gd name="connsiteY8" fmla="*/ 2313126 h 2313126"/>
              <a:gd name="connsiteX9" fmla="*/ 1499850 w 6598744"/>
              <a:gd name="connsiteY9" fmla="*/ 2029150 h 2313126"/>
              <a:gd name="connsiteX0" fmla="*/ 1506919 w 6605813"/>
              <a:gd name="connsiteY0" fmla="*/ 2029150 h 2313126"/>
              <a:gd name="connsiteX1" fmla="*/ 306723 w 6605813"/>
              <a:gd name="connsiteY1" fmla="*/ 1654147 h 2313126"/>
              <a:gd name="connsiteX2" fmla="*/ 82489 w 6605813"/>
              <a:gd name="connsiteY2" fmla="*/ 701450 h 2313126"/>
              <a:gd name="connsiteX3" fmla="*/ 1365922 w 6605813"/>
              <a:gd name="connsiteY3" fmla="*/ 30172 h 2313126"/>
              <a:gd name="connsiteX4" fmla="*/ 5494168 w 6605813"/>
              <a:gd name="connsiteY4" fmla="*/ 198470 h 2313126"/>
              <a:gd name="connsiteX5" fmla="*/ 6605813 w 6605813"/>
              <a:gd name="connsiteY5" fmla="*/ 930536 h 2313126"/>
              <a:gd name="connsiteX6" fmla="*/ 6012092 w 6605813"/>
              <a:gd name="connsiteY6" fmla="*/ 1830532 h 2313126"/>
              <a:gd name="connsiteX7" fmla="*/ 2216950 w 6605813"/>
              <a:gd name="connsiteY7" fmla="*/ 2054326 h 2313126"/>
              <a:gd name="connsiteX8" fmla="*/ 1338369 w 6605813"/>
              <a:gd name="connsiteY8" fmla="*/ 2313126 h 2313126"/>
              <a:gd name="connsiteX9" fmla="*/ 1506919 w 6605813"/>
              <a:gd name="connsiteY9" fmla="*/ 2029150 h 231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05813" h="2313126">
                <a:moveTo>
                  <a:pt x="1506919" y="2029150"/>
                </a:moveTo>
                <a:cubicBezTo>
                  <a:pt x="1417504" y="1839150"/>
                  <a:pt x="585881" y="1896278"/>
                  <a:pt x="306723" y="1654147"/>
                </a:cubicBezTo>
                <a:cubicBezTo>
                  <a:pt x="27565" y="1412016"/>
                  <a:pt x="-94044" y="972113"/>
                  <a:pt x="82489" y="701450"/>
                </a:cubicBezTo>
                <a:cubicBezTo>
                  <a:pt x="259022" y="430788"/>
                  <a:pt x="463975" y="114002"/>
                  <a:pt x="1365922" y="30172"/>
                </a:cubicBezTo>
                <a:cubicBezTo>
                  <a:pt x="2267869" y="-53658"/>
                  <a:pt x="4620853" y="48409"/>
                  <a:pt x="5494168" y="198470"/>
                </a:cubicBezTo>
                <a:cubicBezTo>
                  <a:pt x="6367483" y="348531"/>
                  <a:pt x="6547059" y="600421"/>
                  <a:pt x="6605813" y="930536"/>
                </a:cubicBezTo>
                <a:cubicBezTo>
                  <a:pt x="6583958" y="1261451"/>
                  <a:pt x="6667921" y="1584477"/>
                  <a:pt x="6012092" y="1830532"/>
                </a:cubicBezTo>
                <a:cubicBezTo>
                  <a:pt x="5356263" y="2076587"/>
                  <a:pt x="2425296" y="2046334"/>
                  <a:pt x="2216950" y="2054326"/>
                </a:cubicBezTo>
                <a:cubicBezTo>
                  <a:pt x="1882633" y="2207554"/>
                  <a:pt x="1465597" y="2294989"/>
                  <a:pt x="1338369" y="2313126"/>
                </a:cubicBezTo>
                <a:cubicBezTo>
                  <a:pt x="1524676" y="2124221"/>
                  <a:pt x="1506919" y="2029150"/>
                  <a:pt x="1506919" y="2029150"/>
                </a:cubicBezTo>
                <a:close/>
              </a:path>
            </a:pathLst>
          </a:custGeom>
          <a:solidFill>
            <a:schemeClr val="bg1"/>
          </a:solidFill>
          <a:ln w="190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2749E47-91E3-4256-A517-9E7E684EB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79" y="312630"/>
            <a:ext cx="5737538" cy="2989690"/>
          </a:xfrm>
          <a:custGeom>
            <a:avLst/>
            <a:gdLst>
              <a:gd name="connsiteX0" fmla="*/ 1289525 w 6745768"/>
              <a:gd name="connsiteY0" fmla="*/ 2301903 h 2794242"/>
              <a:gd name="connsiteX1" fmla="*/ 182620 w 6745768"/>
              <a:gd name="connsiteY1" fmla="*/ 1797161 h 2794242"/>
              <a:gd name="connsiteX2" fmla="*/ 12857 w 6745768"/>
              <a:gd name="connsiteY2" fmla="*/ 794567 h 2794242"/>
              <a:gd name="connsiteX3" fmla="*/ 697283 w 6745768"/>
              <a:gd name="connsiteY3" fmla="*/ 56263 h 2794242"/>
              <a:gd name="connsiteX4" fmla="*/ 6042476 w 6745768"/>
              <a:gd name="connsiteY4" fmla="*/ 156302 h 2794242"/>
              <a:gd name="connsiteX5" fmla="*/ 6744264 w 6745768"/>
              <a:gd name="connsiteY5" fmla="*/ 865255 h 2794242"/>
              <a:gd name="connsiteX6" fmla="*/ 6299463 w 6745768"/>
              <a:gd name="connsiteY6" fmla="*/ 2129659 h 2794242"/>
              <a:gd name="connsiteX7" fmla="*/ 1843321 w 6745768"/>
              <a:gd name="connsiteY7" fmla="*/ 2302040 h 2794242"/>
              <a:gd name="connsiteX8" fmla="*/ 1297241 w 6745768"/>
              <a:gd name="connsiteY8" fmla="*/ 2794243 h 2794242"/>
              <a:gd name="connsiteX9" fmla="*/ 1289525 w 6745768"/>
              <a:gd name="connsiteY9" fmla="*/ 2301903 h 2794242"/>
              <a:gd name="connsiteX0" fmla="*/ 1289525 w 6745768"/>
              <a:gd name="connsiteY0" fmla="*/ 2301903 h 2633547"/>
              <a:gd name="connsiteX1" fmla="*/ 182620 w 6745768"/>
              <a:gd name="connsiteY1" fmla="*/ 1797161 h 2633547"/>
              <a:gd name="connsiteX2" fmla="*/ 12857 w 6745768"/>
              <a:gd name="connsiteY2" fmla="*/ 794567 h 2633547"/>
              <a:gd name="connsiteX3" fmla="*/ 697283 w 6745768"/>
              <a:gd name="connsiteY3" fmla="*/ 56263 h 2633547"/>
              <a:gd name="connsiteX4" fmla="*/ 6042476 w 6745768"/>
              <a:gd name="connsiteY4" fmla="*/ 156302 h 2633547"/>
              <a:gd name="connsiteX5" fmla="*/ 6744264 w 6745768"/>
              <a:gd name="connsiteY5" fmla="*/ 865255 h 2633547"/>
              <a:gd name="connsiteX6" fmla="*/ 6299463 w 6745768"/>
              <a:gd name="connsiteY6" fmla="*/ 2129659 h 2633547"/>
              <a:gd name="connsiteX7" fmla="*/ 1843321 w 6745768"/>
              <a:gd name="connsiteY7" fmla="*/ 2302040 h 2633547"/>
              <a:gd name="connsiteX8" fmla="*/ 1297241 w 6745768"/>
              <a:gd name="connsiteY8" fmla="*/ 2633547 h 2633547"/>
              <a:gd name="connsiteX9" fmla="*/ 1289525 w 6745768"/>
              <a:gd name="connsiteY9" fmla="*/ 2301903 h 2633547"/>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299463 w 6745768"/>
              <a:gd name="connsiteY6" fmla="*/ 2129659 h 2588909"/>
              <a:gd name="connsiteX7" fmla="*/ 1843321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299463 w 6745768"/>
              <a:gd name="connsiteY6" fmla="*/ 2129659 h 2588909"/>
              <a:gd name="connsiteX7" fmla="*/ 1843321 w 6745768"/>
              <a:gd name="connsiteY7" fmla="*/ 2302040 h 2588909"/>
              <a:gd name="connsiteX8" fmla="*/ 1321290 w 6745768"/>
              <a:gd name="connsiteY8" fmla="*/ 2588909 h 2588909"/>
              <a:gd name="connsiteX9" fmla="*/ 1289525 w 6745768"/>
              <a:gd name="connsiteY9" fmla="*/ 2301903 h 2588909"/>
              <a:gd name="connsiteX0" fmla="*/ 1289525 w 6813483"/>
              <a:gd name="connsiteY0" fmla="*/ 2301903 h 2588909"/>
              <a:gd name="connsiteX1" fmla="*/ 182620 w 6813483"/>
              <a:gd name="connsiteY1" fmla="*/ 1797161 h 2588909"/>
              <a:gd name="connsiteX2" fmla="*/ 12857 w 6813483"/>
              <a:gd name="connsiteY2" fmla="*/ 794567 h 2588909"/>
              <a:gd name="connsiteX3" fmla="*/ 697283 w 6813483"/>
              <a:gd name="connsiteY3" fmla="*/ 56263 h 2588909"/>
              <a:gd name="connsiteX4" fmla="*/ 6042476 w 6813483"/>
              <a:gd name="connsiteY4" fmla="*/ 156302 h 2588909"/>
              <a:gd name="connsiteX5" fmla="*/ 6744264 w 6813483"/>
              <a:gd name="connsiteY5" fmla="*/ 865255 h 2588909"/>
              <a:gd name="connsiteX6" fmla="*/ 6299463 w 6813483"/>
              <a:gd name="connsiteY6" fmla="*/ 2129659 h 2588909"/>
              <a:gd name="connsiteX7" fmla="*/ 1855346 w 6813483"/>
              <a:gd name="connsiteY7" fmla="*/ 2302040 h 2588909"/>
              <a:gd name="connsiteX8" fmla="*/ 1321290 w 6813483"/>
              <a:gd name="connsiteY8" fmla="*/ 2588909 h 2588909"/>
              <a:gd name="connsiteX9" fmla="*/ 1289525 w 6813483"/>
              <a:gd name="connsiteY9" fmla="*/ 2301903 h 2588909"/>
              <a:gd name="connsiteX0" fmla="*/ 1289525 w 6813483"/>
              <a:gd name="connsiteY0" fmla="*/ 2301903 h 2588909"/>
              <a:gd name="connsiteX1" fmla="*/ 182620 w 6813483"/>
              <a:gd name="connsiteY1" fmla="*/ 1797161 h 2588909"/>
              <a:gd name="connsiteX2" fmla="*/ 12857 w 6813483"/>
              <a:gd name="connsiteY2" fmla="*/ 794567 h 2588909"/>
              <a:gd name="connsiteX3" fmla="*/ 697283 w 6813483"/>
              <a:gd name="connsiteY3" fmla="*/ 56263 h 2588909"/>
              <a:gd name="connsiteX4" fmla="*/ 6042476 w 6813483"/>
              <a:gd name="connsiteY4" fmla="*/ 156302 h 2588909"/>
              <a:gd name="connsiteX5" fmla="*/ 6744264 w 6813483"/>
              <a:gd name="connsiteY5" fmla="*/ 865255 h 2588909"/>
              <a:gd name="connsiteX6" fmla="*/ 6299463 w 6813483"/>
              <a:gd name="connsiteY6" fmla="*/ 2129659 h 2588909"/>
              <a:gd name="connsiteX7" fmla="*/ 1855346 w 6813483"/>
              <a:gd name="connsiteY7" fmla="*/ 2302040 h 2588909"/>
              <a:gd name="connsiteX8" fmla="*/ 1321290 w 6813483"/>
              <a:gd name="connsiteY8" fmla="*/ 2588909 h 2588909"/>
              <a:gd name="connsiteX9" fmla="*/ 1289525 w 6813483"/>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6046952 w 6745768"/>
              <a:gd name="connsiteY6" fmla="*/ 2129659 h 2588909"/>
              <a:gd name="connsiteX7" fmla="*/ 1855346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88909"/>
              <a:gd name="connsiteX1" fmla="*/ 182620 w 6745768"/>
              <a:gd name="connsiteY1" fmla="*/ 1797161 h 2588909"/>
              <a:gd name="connsiteX2" fmla="*/ 12857 w 6745768"/>
              <a:gd name="connsiteY2" fmla="*/ 794567 h 2588909"/>
              <a:gd name="connsiteX3" fmla="*/ 697283 w 6745768"/>
              <a:gd name="connsiteY3" fmla="*/ 56263 h 2588909"/>
              <a:gd name="connsiteX4" fmla="*/ 6042476 w 6745768"/>
              <a:gd name="connsiteY4" fmla="*/ 156302 h 2588909"/>
              <a:gd name="connsiteX5" fmla="*/ 6744264 w 6745768"/>
              <a:gd name="connsiteY5" fmla="*/ 865255 h 2588909"/>
              <a:gd name="connsiteX6" fmla="*/ 5926709 w 6745768"/>
              <a:gd name="connsiteY6" fmla="*/ 2129659 h 2588909"/>
              <a:gd name="connsiteX7" fmla="*/ 1855346 w 6745768"/>
              <a:gd name="connsiteY7" fmla="*/ 2302040 h 2588909"/>
              <a:gd name="connsiteX8" fmla="*/ 1321290 w 6745768"/>
              <a:gd name="connsiteY8" fmla="*/ 2588909 h 2588909"/>
              <a:gd name="connsiteX9" fmla="*/ 1289525 w 6745768"/>
              <a:gd name="connsiteY9" fmla="*/ 2301903 h 2588909"/>
              <a:gd name="connsiteX0" fmla="*/ 1289525 w 6745768"/>
              <a:gd name="connsiteY0" fmla="*/ 2301903 h 2555846"/>
              <a:gd name="connsiteX1" fmla="*/ 182620 w 6745768"/>
              <a:gd name="connsiteY1" fmla="*/ 1797161 h 2555846"/>
              <a:gd name="connsiteX2" fmla="*/ 12857 w 6745768"/>
              <a:gd name="connsiteY2" fmla="*/ 794567 h 2555846"/>
              <a:gd name="connsiteX3" fmla="*/ 697283 w 6745768"/>
              <a:gd name="connsiteY3" fmla="*/ 56263 h 2555846"/>
              <a:gd name="connsiteX4" fmla="*/ 6042476 w 6745768"/>
              <a:gd name="connsiteY4" fmla="*/ 156302 h 2555846"/>
              <a:gd name="connsiteX5" fmla="*/ 6744264 w 6745768"/>
              <a:gd name="connsiteY5" fmla="*/ 865255 h 2555846"/>
              <a:gd name="connsiteX6" fmla="*/ 5926709 w 6745768"/>
              <a:gd name="connsiteY6" fmla="*/ 2129659 h 2555846"/>
              <a:gd name="connsiteX7" fmla="*/ 1855346 w 6745768"/>
              <a:gd name="connsiteY7" fmla="*/ 2302040 h 2555846"/>
              <a:gd name="connsiteX8" fmla="*/ 1321290 w 6745768"/>
              <a:gd name="connsiteY8" fmla="*/ 2555846 h 2555846"/>
              <a:gd name="connsiteX9" fmla="*/ 1289525 w 6745768"/>
              <a:gd name="connsiteY9" fmla="*/ 2301903 h 2555846"/>
              <a:gd name="connsiteX0" fmla="*/ 1289525 w 6745768"/>
              <a:gd name="connsiteY0" fmla="*/ 2301903 h 2555846"/>
              <a:gd name="connsiteX1" fmla="*/ 182620 w 6745768"/>
              <a:gd name="connsiteY1" fmla="*/ 1797161 h 2555846"/>
              <a:gd name="connsiteX2" fmla="*/ 12857 w 6745768"/>
              <a:gd name="connsiteY2" fmla="*/ 794567 h 2555846"/>
              <a:gd name="connsiteX3" fmla="*/ 697283 w 6745768"/>
              <a:gd name="connsiteY3" fmla="*/ 56263 h 2555846"/>
              <a:gd name="connsiteX4" fmla="*/ 6042476 w 6745768"/>
              <a:gd name="connsiteY4" fmla="*/ 156302 h 2555846"/>
              <a:gd name="connsiteX5" fmla="*/ 6744264 w 6745768"/>
              <a:gd name="connsiteY5" fmla="*/ 865255 h 2555846"/>
              <a:gd name="connsiteX6" fmla="*/ 5926709 w 6745768"/>
              <a:gd name="connsiteY6" fmla="*/ 2129659 h 2555846"/>
              <a:gd name="connsiteX7" fmla="*/ 1855346 w 6745768"/>
              <a:gd name="connsiteY7" fmla="*/ 2302040 h 2555846"/>
              <a:gd name="connsiteX8" fmla="*/ 1321290 w 6745768"/>
              <a:gd name="connsiteY8" fmla="*/ 2555846 h 2555846"/>
              <a:gd name="connsiteX9" fmla="*/ 1289525 w 6745768"/>
              <a:gd name="connsiteY9" fmla="*/ 2301903 h 2555846"/>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1855346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1855346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22783"/>
              <a:gd name="connsiteX1" fmla="*/ 182620 w 6745768"/>
              <a:gd name="connsiteY1" fmla="*/ 1797161 h 2522783"/>
              <a:gd name="connsiteX2" fmla="*/ 12857 w 6745768"/>
              <a:gd name="connsiteY2" fmla="*/ 794567 h 2522783"/>
              <a:gd name="connsiteX3" fmla="*/ 697283 w 6745768"/>
              <a:gd name="connsiteY3" fmla="*/ 56263 h 2522783"/>
              <a:gd name="connsiteX4" fmla="*/ 6042476 w 6745768"/>
              <a:gd name="connsiteY4" fmla="*/ 156302 h 2522783"/>
              <a:gd name="connsiteX5" fmla="*/ 6744264 w 6745768"/>
              <a:gd name="connsiteY5" fmla="*/ 865255 h 2522783"/>
              <a:gd name="connsiteX6" fmla="*/ 5926709 w 6745768"/>
              <a:gd name="connsiteY6" fmla="*/ 2129659 h 2522783"/>
              <a:gd name="connsiteX7" fmla="*/ 2018095 w 6745768"/>
              <a:gd name="connsiteY7" fmla="*/ 2302040 h 2522783"/>
              <a:gd name="connsiteX8" fmla="*/ 1303420 w 6745768"/>
              <a:gd name="connsiteY8" fmla="*/ 2522783 h 2522783"/>
              <a:gd name="connsiteX9" fmla="*/ 1289525 w 6745768"/>
              <a:gd name="connsiteY9" fmla="*/ 2301903 h 2522783"/>
              <a:gd name="connsiteX0" fmla="*/ 1289525 w 6745768"/>
              <a:gd name="connsiteY0" fmla="*/ 2301903 h 2502083"/>
              <a:gd name="connsiteX1" fmla="*/ 182620 w 6745768"/>
              <a:gd name="connsiteY1" fmla="*/ 1797161 h 2502083"/>
              <a:gd name="connsiteX2" fmla="*/ 12857 w 6745768"/>
              <a:gd name="connsiteY2" fmla="*/ 794567 h 2502083"/>
              <a:gd name="connsiteX3" fmla="*/ 697283 w 6745768"/>
              <a:gd name="connsiteY3" fmla="*/ 56263 h 2502083"/>
              <a:gd name="connsiteX4" fmla="*/ 6042476 w 6745768"/>
              <a:gd name="connsiteY4" fmla="*/ 156302 h 2502083"/>
              <a:gd name="connsiteX5" fmla="*/ 6744264 w 6745768"/>
              <a:gd name="connsiteY5" fmla="*/ 865255 h 2502083"/>
              <a:gd name="connsiteX6" fmla="*/ 5926709 w 6745768"/>
              <a:gd name="connsiteY6" fmla="*/ 2129659 h 2502083"/>
              <a:gd name="connsiteX7" fmla="*/ 2018095 w 6745768"/>
              <a:gd name="connsiteY7" fmla="*/ 2302040 h 2502083"/>
              <a:gd name="connsiteX8" fmla="*/ 1303420 w 6745768"/>
              <a:gd name="connsiteY8" fmla="*/ 2502083 h 2502083"/>
              <a:gd name="connsiteX9" fmla="*/ 1289525 w 6745768"/>
              <a:gd name="connsiteY9" fmla="*/ 2301903 h 2502083"/>
              <a:gd name="connsiteX0" fmla="*/ 1198511 w 6749690"/>
              <a:gd name="connsiteY0" fmla="*/ 2291553 h 2502083"/>
              <a:gd name="connsiteX1" fmla="*/ 186542 w 6749690"/>
              <a:gd name="connsiteY1" fmla="*/ 1797161 h 2502083"/>
              <a:gd name="connsiteX2" fmla="*/ 16779 w 6749690"/>
              <a:gd name="connsiteY2" fmla="*/ 794567 h 2502083"/>
              <a:gd name="connsiteX3" fmla="*/ 701205 w 6749690"/>
              <a:gd name="connsiteY3" fmla="*/ 56263 h 2502083"/>
              <a:gd name="connsiteX4" fmla="*/ 6046398 w 6749690"/>
              <a:gd name="connsiteY4" fmla="*/ 156302 h 2502083"/>
              <a:gd name="connsiteX5" fmla="*/ 6748186 w 6749690"/>
              <a:gd name="connsiteY5" fmla="*/ 865255 h 2502083"/>
              <a:gd name="connsiteX6" fmla="*/ 5930631 w 6749690"/>
              <a:gd name="connsiteY6" fmla="*/ 2129659 h 2502083"/>
              <a:gd name="connsiteX7" fmla="*/ 2022017 w 6749690"/>
              <a:gd name="connsiteY7" fmla="*/ 2302040 h 2502083"/>
              <a:gd name="connsiteX8" fmla="*/ 1307342 w 6749690"/>
              <a:gd name="connsiteY8" fmla="*/ 2502083 h 2502083"/>
              <a:gd name="connsiteX9" fmla="*/ 1198511 w 6749690"/>
              <a:gd name="connsiteY9" fmla="*/ 2291553 h 2502083"/>
              <a:gd name="connsiteX0" fmla="*/ 1198511 w 6749690"/>
              <a:gd name="connsiteY0" fmla="*/ 2291553 h 2502083"/>
              <a:gd name="connsiteX1" fmla="*/ 186542 w 6749690"/>
              <a:gd name="connsiteY1" fmla="*/ 1797161 h 2502083"/>
              <a:gd name="connsiteX2" fmla="*/ 16779 w 6749690"/>
              <a:gd name="connsiteY2" fmla="*/ 794567 h 2502083"/>
              <a:gd name="connsiteX3" fmla="*/ 701205 w 6749690"/>
              <a:gd name="connsiteY3" fmla="*/ 56263 h 2502083"/>
              <a:gd name="connsiteX4" fmla="*/ 6046398 w 6749690"/>
              <a:gd name="connsiteY4" fmla="*/ 156302 h 2502083"/>
              <a:gd name="connsiteX5" fmla="*/ 6748186 w 6749690"/>
              <a:gd name="connsiteY5" fmla="*/ 865255 h 2502083"/>
              <a:gd name="connsiteX6" fmla="*/ 5930631 w 6749690"/>
              <a:gd name="connsiteY6" fmla="*/ 2129659 h 2502083"/>
              <a:gd name="connsiteX7" fmla="*/ 2022017 w 6749690"/>
              <a:gd name="connsiteY7" fmla="*/ 2302040 h 2502083"/>
              <a:gd name="connsiteX8" fmla="*/ 1307342 w 6749690"/>
              <a:gd name="connsiteY8" fmla="*/ 2502083 h 2502083"/>
              <a:gd name="connsiteX9" fmla="*/ 1198511 w 6749690"/>
              <a:gd name="connsiteY9" fmla="*/ 2291553 h 2502083"/>
              <a:gd name="connsiteX0" fmla="*/ 1188693 w 6739872"/>
              <a:gd name="connsiteY0" fmla="*/ 2291553 h 2502083"/>
              <a:gd name="connsiteX1" fmla="*/ 556806 w 6739872"/>
              <a:gd name="connsiteY1" fmla="*/ 2240036 h 2502083"/>
              <a:gd name="connsiteX2" fmla="*/ 176724 w 6739872"/>
              <a:gd name="connsiteY2" fmla="*/ 1797161 h 2502083"/>
              <a:gd name="connsiteX3" fmla="*/ 6961 w 6739872"/>
              <a:gd name="connsiteY3" fmla="*/ 794567 h 2502083"/>
              <a:gd name="connsiteX4" fmla="*/ 691387 w 6739872"/>
              <a:gd name="connsiteY4" fmla="*/ 56263 h 2502083"/>
              <a:gd name="connsiteX5" fmla="*/ 6036580 w 6739872"/>
              <a:gd name="connsiteY5" fmla="*/ 156302 h 2502083"/>
              <a:gd name="connsiteX6" fmla="*/ 6738368 w 6739872"/>
              <a:gd name="connsiteY6" fmla="*/ 865255 h 2502083"/>
              <a:gd name="connsiteX7" fmla="*/ 5920813 w 6739872"/>
              <a:gd name="connsiteY7" fmla="*/ 2129659 h 2502083"/>
              <a:gd name="connsiteX8" fmla="*/ 2012199 w 6739872"/>
              <a:gd name="connsiteY8" fmla="*/ 2302040 h 2502083"/>
              <a:gd name="connsiteX9" fmla="*/ 1297524 w 6739872"/>
              <a:gd name="connsiteY9" fmla="*/ 2502083 h 2502083"/>
              <a:gd name="connsiteX10" fmla="*/ 1188693 w 6739872"/>
              <a:gd name="connsiteY10" fmla="*/ 2291553 h 2502083"/>
              <a:gd name="connsiteX0" fmla="*/ 1188693 w 6739872"/>
              <a:gd name="connsiteY0" fmla="*/ 2291553 h 2502083"/>
              <a:gd name="connsiteX1" fmla="*/ 556806 w 6739872"/>
              <a:gd name="connsiteY1" fmla="*/ 2240036 h 2502083"/>
              <a:gd name="connsiteX2" fmla="*/ 176724 w 6739872"/>
              <a:gd name="connsiteY2" fmla="*/ 1797161 h 2502083"/>
              <a:gd name="connsiteX3" fmla="*/ 6961 w 6739872"/>
              <a:gd name="connsiteY3" fmla="*/ 794567 h 2502083"/>
              <a:gd name="connsiteX4" fmla="*/ 691387 w 6739872"/>
              <a:gd name="connsiteY4" fmla="*/ 56263 h 2502083"/>
              <a:gd name="connsiteX5" fmla="*/ 6036580 w 6739872"/>
              <a:gd name="connsiteY5" fmla="*/ 156302 h 2502083"/>
              <a:gd name="connsiteX6" fmla="*/ 6738368 w 6739872"/>
              <a:gd name="connsiteY6" fmla="*/ 865255 h 2502083"/>
              <a:gd name="connsiteX7" fmla="*/ 5920813 w 6739872"/>
              <a:gd name="connsiteY7" fmla="*/ 2129659 h 2502083"/>
              <a:gd name="connsiteX8" fmla="*/ 2012199 w 6739872"/>
              <a:gd name="connsiteY8" fmla="*/ 2302040 h 2502083"/>
              <a:gd name="connsiteX9" fmla="*/ 1297524 w 6739872"/>
              <a:gd name="connsiteY9" fmla="*/ 2502083 h 2502083"/>
              <a:gd name="connsiteX10" fmla="*/ 1188693 w 6739872"/>
              <a:gd name="connsiteY10" fmla="*/ 2291553 h 2502083"/>
              <a:gd name="connsiteX0" fmla="*/ 1187858 w 6739037"/>
              <a:gd name="connsiteY0" fmla="*/ 2291553 h 2502083"/>
              <a:gd name="connsiteX1" fmla="*/ 429511 w 6739037"/>
              <a:gd name="connsiteY1" fmla="*/ 2224594 h 2502083"/>
              <a:gd name="connsiteX2" fmla="*/ 175889 w 6739037"/>
              <a:gd name="connsiteY2" fmla="*/ 1797161 h 2502083"/>
              <a:gd name="connsiteX3" fmla="*/ 6126 w 6739037"/>
              <a:gd name="connsiteY3" fmla="*/ 794567 h 2502083"/>
              <a:gd name="connsiteX4" fmla="*/ 690552 w 6739037"/>
              <a:gd name="connsiteY4" fmla="*/ 56263 h 2502083"/>
              <a:gd name="connsiteX5" fmla="*/ 6035745 w 6739037"/>
              <a:gd name="connsiteY5" fmla="*/ 156302 h 2502083"/>
              <a:gd name="connsiteX6" fmla="*/ 6737533 w 6739037"/>
              <a:gd name="connsiteY6" fmla="*/ 865255 h 2502083"/>
              <a:gd name="connsiteX7" fmla="*/ 5919978 w 6739037"/>
              <a:gd name="connsiteY7" fmla="*/ 2129659 h 2502083"/>
              <a:gd name="connsiteX8" fmla="*/ 2011364 w 6739037"/>
              <a:gd name="connsiteY8" fmla="*/ 2302040 h 2502083"/>
              <a:gd name="connsiteX9" fmla="*/ 1296689 w 6739037"/>
              <a:gd name="connsiteY9" fmla="*/ 2502083 h 2502083"/>
              <a:gd name="connsiteX10" fmla="*/ 1187858 w 6739037"/>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7716 w 6738895"/>
              <a:gd name="connsiteY0" fmla="*/ 2291553 h 2502083"/>
              <a:gd name="connsiteX1" fmla="*/ 404579 w 6738895"/>
              <a:gd name="connsiteY1" fmla="*/ 2177299 h 2502083"/>
              <a:gd name="connsiteX2" fmla="*/ 175747 w 6738895"/>
              <a:gd name="connsiteY2" fmla="*/ 1797161 h 2502083"/>
              <a:gd name="connsiteX3" fmla="*/ 5984 w 6738895"/>
              <a:gd name="connsiteY3" fmla="*/ 794567 h 2502083"/>
              <a:gd name="connsiteX4" fmla="*/ 690410 w 6738895"/>
              <a:gd name="connsiteY4" fmla="*/ 56263 h 2502083"/>
              <a:gd name="connsiteX5" fmla="*/ 6035603 w 6738895"/>
              <a:gd name="connsiteY5" fmla="*/ 156302 h 2502083"/>
              <a:gd name="connsiteX6" fmla="*/ 6737391 w 6738895"/>
              <a:gd name="connsiteY6" fmla="*/ 865255 h 2502083"/>
              <a:gd name="connsiteX7" fmla="*/ 5919836 w 6738895"/>
              <a:gd name="connsiteY7" fmla="*/ 2129659 h 2502083"/>
              <a:gd name="connsiteX8" fmla="*/ 2011222 w 6738895"/>
              <a:gd name="connsiteY8" fmla="*/ 2302040 h 2502083"/>
              <a:gd name="connsiteX9" fmla="*/ 1296547 w 6738895"/>
              <a:gd name="connsiteY9" fmla="*/ 2502083 h 2502083"/>
              <a:gd name="connsiteX10" fmla="*/ 1187716 w 6738895"/>
              <a:gd name="connsiteY10" fmla="*/ 2291553 h 2502083"/>
              <a:gd name="connsiteX0" fmla="*/ 1188071 w 6739250"/>
              <a:gd name="connsiteY0" fmla="*/ 2291553 h 2502083"/>
              <a:gd name="connsiteX1" fmla="*/ 464950 w 6739250"/>
              <a:gd name="connsiteY1" fmla="*/ 2162792 h 2502083"/>
              <a:gd name="connsiteX2" fmla="*/ 176102 w 6739250"/>
              <a:gd name="connsiteY2" fmla="*/ 1797161 h 2502083"/>
              <a:gd name="connsiteX3" fmla="*/ 6339 w 6739250"/>
              <a:gd name="connsiteY3" fmla="*/ 794567 h 2502083"/>
              <a:gd name="connsiteX4" fmla="*/ 690765 w 6739250"/>
              <a:gd name="connsiteY4" fmla="*/ 56263 h 2502083"/>
              <a:gd name="connsiteX5" fmla="*/ 6035958 w 6739250"/>
              <a:gd name="connsiteY5" fmla="*/ 156302 h 2502083"/>
              <a:gd name="connsiteX6" fmla="*/ 6737746 w 6739250"/>
              <a:gd name="connsiteY6" fmla="*/ 865255 h 2502083"/>
              <a:gd name="connsiteX7" fmla="*/ 5920191 w 6739250"/>
              <a:gd name="connsiteY7" fmla="*/ 2129659 h 2502083"/>
              <a:gd name="connsiteX8" fmla="*/ 2011577 w 6739250"/>
              <a:gd name="connsiteY8" fmla="*/ 2302040 h 2502083"/>
              <a:gd name="connsiteX9" fmla="*/ 1296902 w 6739250"/>
              <a:gd name="connsiteY9" fmla="*/ 2502083 h 2502083"/>
              <a:gd name="connsiteX10" fmla="*/ 1188071 w 6739250"/>
              <a:gd name="connsiteY10" fmla="*/ 2291553 h 2502083"/>
              <a:gd name="connsiteX0" fmla="*/ 1218613 w 6769792"/>
              <a:gd name="connsiteY0" fmla="*/ 2291553 h 2502083"/>
              <a:gd name="connsiteX1" fmla="*/ 495492 w 6769792"/>
              <a:gd name="connsiteY1" fmla="*/ 2162792 h 2502083"/>
              <a:gd name="connsiteX2" fmla="*/ 134625 w 6769792"/>
              <a:gd name="connsiteY2" fmla="*/ 1835847 h 2502083"/>
              <a:gd name="connsiteX3" fmla="*/ 36881 w 6769792"/>
              <a:gd name="connsiteY3" fmla="*/ 794567 h 2502083"/>
              <a:gd name="connsiteX4" fmla="*/ 721307 w 6769792"/>
              <a:gd name="connsiteY4" fmla="*/ 56263 h 2502083"/>
              <a:gd name="connsiteX5" fmla="*/ 6066500 w 6769792"/>
              <a:gd name="connsiteY5" fmla="*/ 156302 h 2502083"/>
              <a:gd name="connsiteX6" fmla="*/ 6768288 w 6769792"/>
              <a:gd name="connsiteY6" fmla="*/ 865255 h 2502083"/>
              <a:gd name="connsiteX7" fmla="*/ 5950733 w 6769792"/>
              <a:gd name="connsiteY7" fmla="*/ 2129659 h 2502083"/>
              <a:gd name="connsiteX8" fmla="*/ 2042119 w 6769792"/>
              <a:gd name="connsiteY8" fmla="*/ 2302040 h 2502083"/>
              <a:gd name="connsiteX9" fmla="*/ 1327444 w 6769792"/>
              <a:gd name="connsiteY9" fmla="*/ 2502083 h 2502083"/>
              <a:gd name="connsiteX10" fmla="*/ 1218613 w 6769792"/>
              <a:gd name="connsiteY10" fmla="*/ 2291553 h 2502083"/>
              <a:gd name="connsiteX0" fmla="*/ 1218613 w 6769097"/>
              <a:gd name="connsiteY0" fmla="*/ 2270200 h 2480730"/>
              <a:gd name="connsiteX1" fmla="*/ 495492 w 6769097"/>
              <a:gd name="connsiteY1" fmla="*/ 2141439 h 2480730"/>
              <a:gd name="connsiteX2" fmla="*/ 134625 w 6769097"/>
              <a:gd name="connsiteY2" fmla="*/ 1814494 h 2480730"/>
              <a:gd name="connsiteX3" fmla="*/ 36881 w 6769097"/>
              <a:gd name="connsiteY3" fmla="*/ 773214 h 2480730"/>
              <a:gd name="connsiteX4" fmla="*/ 721307 w 6769097"/>
              <a:gd name="connsiteY4" fmla="*/ 34910 h 2480730"/>
              <a:gd name="connsiteX5" fmla="*/ 5609353 w 6769097"/>
              <a:gd name="connsiteY5" fmla="*/ 127244 h 2480730"/>
              <a:gd name="connsiteX6" fmla="*/ 6768288 w 6769097"/>
              <a:gd name="connsiteY6" fmla="*/ 843902 h 2480730"/>
              <a:gd name="connsiteX7" fmla="*/ 5950733 w 6769097"/>
              <a:gd name="connsiteY7" fmla="*/ 2108306 h 2480730"/>
              <a:gd name="connsiteX8" fmla="*/ 2042119 w 6769097"/>
              <a:gd name="connsiteY8" fmla="*/ 2280687 h 2480730"/>
              <a:gd name="connsiteX9" fmla="*/ 1327444 w 6769097"/>
              <a:gd name="connsiteY9" fmla="*/ 2480730 h 2480730"/>
              <a:gd name="connsiteX10" fmla="*/ 1218613 w 6769097"/>
              <a:gd name="connsiteY10" fmla="*/ 2270200 h 2480730"/>
              <a:gd name="connsiteX0" fmla="*/ 1218613 w 6571897"/>
              <a:gd name="connsiteY0" fmla="*/ 2290477 h 2501007"/>
              <a:gd name="connsiteX1" fmla="*/ 495492 w 6571897"/>
              <a:gd name="connsiteY1" fmla="*/ 2161716 h 2501007"/>
              <a:gd name="connsiteX2" fmla="*/ 134625 w 6571897"/>
              <a:gd name="connsiteY2" fmla="*/ 1834771 h 2501007"/>
              <a:gd name="connsiteX3" fmla="*/ 36881 w 6571897"/>
              <a:gd name="connsiteY3" fmla="*/ 793491 h 2501007"/>
              <a:gd name="connsiteX4" fmla="*/ 721307 w 6571897"/>
              <a:gd name="connsiteY4" fmla="*/ 55187 h 2501007"/>
              <a:gd name="connsiteX5" fmla="*/ 5609353 w 6571897"/>
              <a:gd name="connsiteY5" fmla="*/ 147521 h 2501007"/>
              <a:gd name="connsiteX6" fmla="*/ 6563360 w 6571897"/>
              <a:gd name="connsiteY6" fmla="*/ 894996 h 2501007"/>
              <a:gd name="connsiteX7" fmla="*/ 5950733 w 6571897"/>
              <a:gd name="connsiteY7" fmla="*/ 2128583 h 2501007"/>
              <a:gd name="connsiteX8" fmla="*/ 2042119 w 6571897"/>
              <a:gd name="connsiteY8" fmla="*/ 2300964 h 2501007"/>
              <a:gd name="connsiteX9" fmla="*/ 1327444 w 6571897"/>
              <a:gd name="connsiteY9" fmla="*/ 2501007 h 2501007"/>
              <a:gd name="connsiteX10" fmla="*/ 1218613 w 6571897"/>
              <a:gd name="connsiteY10" fmla="*/ 2290477 h 2501007"/>
              <a:gd name="connsiteX0" fmla="*/ 1218613 w 6567563"/>
              <a:gd name="connsiteY0" fmla="*/ 2246415 h 2456945"/>
              <a:gd name="connsiteX1" fmla="*/ 495492 w 6567563"/>
              <a:gd name="connsiteY1" fmla="*/ 2117654 h 2456945"/>
              <a:gd name="connsiteX2" fmla="*/ 134625 w 6567563"/>
              <a:gd name="connsiteY2" fmla="*/ 1790709 h 2456945"/>
              <a:gd name="connsiteX3" fmla="*/ 36881 w 6567563"/>
              <a:gd name="connsiteY3" fmla="*/ 749429 h 2456945"/>
              <a:gd name="connsiteX4" fmla="*/ 721307 w 6567563"/>
              <a:gd name="connsiteY4" fmla="*/ 11125 h 2456945"/>
              <a:gd name="connsiteX5" fmla="*/ 5483243 w 6567563"/>
              <a:gd name="connsiteY5" fmla="*/ 342289 h 2456945"/>
              <a:gd name="connsiteX6" fmla="*/ 6563360 w 6567563"/>
              <a:gd name="connsiteY6" fmla="*/ 850934 h 2456945"/>
              <a:gd name="connsiteX7" fmla="*/ 5950733 w 6567563"/>
              <a:gd name="connsiteY7" fmla="*/ 2084521 h 2456945"/>
              <a:gd name="connsiteX8" fmla="*/ 2042119 w 6567563"/>
              <a:gd name="connsiteY8" fmla="*/ 2256902 h 2456945"/>
              <a:gd name="connsiteX9" fmla="*/ 1327444 w 6567563"/>
              <a:gd name="connsiteY9" fmla="*/ 2456945 h 2456945"/>
              <a:gd name="connsiteX10" fmla="*/ 1218613 w 6567563"/>
              <a:gd name="connsiteY10" fmla="*/ 2246415 h 2456945"/>
              <a:gd name="connsiteX0" fmla="*/ 1261070 w 6608712"/>
              <a:gd name="connsiteY0" fmla="*/ 2071877 h 2282407"/>
              <a:gd name="connsiteX1" fmla="*/ 537949 w 6608712"/>
              <a:gd name="connsiteY1" fmla="*/ 1943116 h 2282407"/>
              <a:gd name="connsiteX2" fmla="*/ 177082 w 6608712"/>
              <a:gd name="connsiteY2" fmla="*/ 1616171 h 2282407"/>
              <a:gd name="connsiteX3" fmla="*/ 79338 w 6608712"/>
              <a:gd name="connsiteY3" fmla="*/ 574891 h 2282407"/>
              <a:gd name="connsiteX4" fmla="*/ 1347021 w 6608712"/>
              <a:gd name="connsiteY4" fmla="*/ 21487 h 2282407"/>
              <a:gd name="connsiteX5" fmla="*/ 5525700 w 6608712"/>
              <a:gd name="connsiteY5" fmla="*/ 167751 h 2282407"/>
              <a:gd name="connsiteX6" fmla="*/ 6605817 w 6608712"/>
              <a:gd name="connsiteY6" fmla="*/ 676396 h 2282407"/>
              <a:gd name="connsiteX7" fmla="*/ 5993190 w 6608712"/>
              <a:gd name="connsiteY7" fmla="*/ 1909983 h 2282407"/>
              <a:gd name="connsiteX8" fmla="*/ 2084576 w 6608712"/>
              <a:gd name="connsiteY8" fmla="*/ 2082364 h 2282407"/>
              <a:gd name="connsiteX9" fmla="*/ 1369901 w 6608712"/>
              <a:gd name="connsiteY9" fmla="*/ 2282407 h 2282407"/>
              <a:gd name="connsiteX10" fmla="*/ 1261070 w 6608712"/>
              <a:gd name="connsiteY10" fmla="*/ 2071877 h 2282407"/>
              <a:gd name="connsiteX0" fmla="*/ 1223256 w 6570898"/>
              <a:gd name="connsiteY0" fmla="*/ 2072393 h 2282923"/>
              <a:gd name="connsiteX1" fmla="*/ 500135 w 6570898"/>
              <a:gd name="connsiteY1" fmla="*/ 1943632 h 2282923"/>
              <a:gd name="connsiteX2" fmla="*/ 139268 w 6570898"/>
              <a:gd name="connsiteY2" fmla="*/ 1616687 h 2282923"/>
              <a:gd name="connsiteX3" fmla="*/ 88816 w 6570898"/>
              <a:gd name="connsiteY3" fmla="*/ 583111 h 2282923"/>
              <a:gd name="connsiteX4" fmla="*/ 1309207 w 6570898"/>
              <a:gd name="connsiteY4" fmla="*/ 22003 h 2282923"/>
              <a:gd name="connsiteX5" fmla="*/ 5487886 w 6570898"/>
              <a:gd name="connsiteY5" fmla="*/ 168267 h 2282923"/>
              <a:gd name="connsiteX6" fmla="*/ 6568003 w 6570898"/>
              <a:gd name="connsiteY6" fmla="*/ 676912 h 2282923"/>
              <a:gd name="connsiteX7" fmla="*/ 5955376 w 6570898"/>
              <a:gd name="connsiteY7" fmla="*/ 1910499 h 2282923"/>
              <a:gd name="connsiteX8" fmla="*/ 2046762 w 6570898"/>
              <a:gd name="connsiteY8" fmla="*/ 2082880 h 2282923"/>
              <a:gd name="connsiteX9" fmla="*/ 1332087 w 6570898"/>
              <a:gd name="connsiteY9" fmla="*/ 2282923 h 2282923"/>
              <a:gd name="connsiteX10" fmla="*/ 1223256 w 6570898"/>
              <a:gd name="connsiteY10" fmla="*/ 2072393 h 2282923"/>
              <a:gd name="connsiteX0" fmla="*/ 1223256 w 6602187"/>
              <a:gd name="connsiteY0" fmla="*/ 2076033 h 2286563"/>
              <a:gd name="connsiteX1" fmla="*/ 500135 w 6602187"/>
              <a:gd name="connsiteY1" fmla="*/ 1947272 h 2286563"/>
              <a:gd name="connsiteX2" fmla="*/ 139268 w 6602187"/>
              <a:gd name="connsiteY2" fmla="*/ 1620327 h 2286563"/>
              <a:gd name="connsiteX3" fmla="*/ 88816 w 6602187"/>
              <a:gd name="connsiteY3" fmla="*/ 586751 h 2286563"/>
              <a:gd name="connsiteX4" fmla="*/ 1309207 w 6602187"/>
              <a:gd name="connsiteY4" fmla="*/ 25643 h 2286563"/>
              <a:gd name="connsiteX5" fmla="*/ 5487886 w 6602187"/>
              <a:gd name="connsiteY5" fmla="*/ 171907 h 2286563"/>
              <a:gd name="connsiteX6" fmla="*/ 6599531 w 6602187"/>
              <a:gd name="connsiteY6" fmla="*/ 850044 h 2286563"/>
              <a:gd name="connsiteX7" fmla="*/ 5955376 w 6602187"/>
              <a:gd name="connsiteY7" fmla="*/ 1914139 h 2286563"/>
              <a:gd name="connsiteX8" fmla="*/ 2046762 w 6602187"/>
              <a:gd name="connsiteY8" fmla="*/ 2086520 h 2286563"/>
              <a:gd name="connsiteX9" fmla="*/ 1332087 w 6602187"/>
              <a:gd name="connsiteY9" fmla="*/ 2286563 h 2286563"/>
              <a:gd name="connsiteX10" fmla="*/ 1223256 w 6602187"/>
              <a:gd name="connsiteY10" fmla="*/ 2076033 h 2286563"/>
              <a:gd name="connsiteX0" fmla="*/ 1223256 w 6600330"/>
              <a:gd name="connsiteY0" fmla="*/ 2076033 h 2286563"/>
              <a:gd name="connsiteX1" fmla="*/ 500135 w 6600330"/>
              <a:gd name="connsiteY1" fmla="*/ 1947272 h 2286563"/>
              <a:gd name="connsiteX2" fmla="*/ 139268 w 6600330"/>
              <a:gd name="connsiteY2" fmla="*/ 1620327 h 2286563"/>
              <a:gd name="connsiteX3" fmla="*/ 88816 w 6600330"/>
              <a:gd name="connsiteY3" fmla="*/ 586751 h 2286563"/>
              <a:gd name="connsiteX4" fmla="*/ 1309207 w 6600330"/>
              <a:gd name="connsiteY4" fmla="*/ 25643 h 2286563"/>
              <a:gd name="connsiteX5" fmla="*/ 5487886 w 6600330"/>
              <a:gd name="connsiteY5" fmla="*/ 171907 h 2286563"/>
              <a:gd name="connsiteX6" fmla="*/ 6599531 w 6600330"/>
              <a:gd name="connsiteY6" fmla="*/ 850044 h 2286563"/>
              <a:gd name="connsiteX7" fmla="*/ 5955376 w 6600330"/>
              <a:gd name="connsiteY7" fmla="*/ 1914139 h 2286563"/>
              <a:gd name="connsiteX8" fmla="*/ 2046762 w 6600330"/>
              <a:gd name="connsiteY8" fmla="*/ 2086520 h 2286563"/>
              <a:gd name="connsiteX9" fmla="*/ 1332087 w 6600330"/>
              <a:gd name="connsiteY9" fmla="*/ 2286563 h 2286563"/>
              <a:gd name="connsiteX10" fmla="*/ 1223256 w 6600330"/>
              <a:gd name="connsiteY10" fmla="*/ 2076033 h 2286563"/>
              <a:gd name="connsiteX0" fmla="*/ 1223256 w 6623012"/>
              <a:gd name="connsiteY0" fmla="*/ 2076033 h 2286563"/>
              <a:gd name="connsiteX1" fmla="*/ 500135 w 6623012"/>
              <a:gd name="connsiteY1" fmla="*/ 1947272 h 2286563"/>
              <a:gd name="connsiteX2" fmla="*/ 139268 w 6623012"/>
              <a:gd name="connsiteY2" fmla="*/ 1620327 h 2286563"/>
              <a:gd name="connsiteX3" fmla="*/ 88816 w 6623012"/>
              <a:gd name="connsiteY3" fmla="*/ 586751 h 2286563"/>
              <a:gd name="connsiteX4" fmla="*/ 1309207 w 6623012"/>
              <a:gd name="connsiteY4" fmla="*/ 25643 h 2286563"/>
              <a:gd name="connsiteX5" fmla="*/ 5487886 w 6623012"/>
              <a:gd name="connsiteY5" fmla="*/ 171907 h 2286563"/>
              <a:gd name="connsiteX6" fmla="*/ 6599531 w 6623012"/>
              <a:gd name="connsiteY6" fmla="*/ 850044 h 2286563"/>
              <a:gd name="connsiteX7" fmla="*/ 5955376 w 6623012"/>
              <a:gd name="connsiteY7" fmla="*/ 1914139 h 2286563"/>
              <a:gd name="connsiteX8" fmla="*/ 2046762 w 6623012"/>
              <a:gd name="connsiteY8" fmla="*/ 2086520 h 2286563"/>
              <a:gd name="connsiteX9" fmla="*/ 1332087 w 6623012"/>
              <a:gd name="connsiteY9" fmla="*/ 2286563 h 2286563"/>
              <a:gd name="connsiteX10" fmla="*/ 1223256 w 6623012"/>
              <a:gd name="connsiteY10" fmla="*/ 2076033 h 2286563"/>
              <a:gd name="connsiteX0" fmla="*/ 1223256 w 6600330"/>
              <a:gd name="connsiteY0" fmla="*/ 2076033 h 2286563"/>
              <a:gd name="connsiteX1" fmla="*/ 500135 w 6600330"/>
              <a:gd name="connsiteY1" fmla="*/ 1947272 h 2286563"/>
              <a:gd name="connsiteX2" fmla="*/ 139268 w 6600330"/>
              <a:gd name="connsiteY2" fmla="*/ 1620327 h 2286563"/>
              <a:gd name="connsiteX3" fmla="*/ 88816 w 6600330"/>
              <a:gd name="connsiteY3" fmla="*/ 586751 h 2286563"/>
              <a:gd name="connsiteX4" fmla="*/ 1309207 w 6600330"/>
              <a:gd name="connsiteY4" fmla="*/ 25643 h 2286563"/>
              <a:gd name="connsiteX5" fmla="*/ 5487886 w 6600330"/>
              <a:gd name="connsiteY5" fmla="*/ 171907 h 2286563"/>
              <a:gd name="connsiteX6" fmla="*/ 6599531 w 6600330"/>
              <a:gd name="connsiteY6" fmla="*/ 850044 h 2286563"/>
              <a:gd name="connsiteX7" fmla="*/ 5955376 w 6600330"/>
              <a:gd name="connsiteY7" fmla="*/ 1914139 h 2286563"/>
              <a:gd name="connsiteX8" fmla="*/ 2046762 w 6600330"/>
              <a:gd name="connsiteY8" fmla="*/ 2086520 h 2286563"/>
              <a:gd name="connsiteX9" fmla="*/ 1332087 w 6600330"/>
              <a:gd name="connsiteY9" fmla="*/ 2286563 h 2286563"/>
              <a:gd name="connsiteX10" fmla="*/ 1223256 w 6600330"/>
              <a:gd name="connsiteY10" fmla="*/ 2076033 h 2286563"/>
              <a:gd name="connsiteX0" fmla="*/ 1223256 w 6600330"/>
              <a:gd name="connsiteY0" fmla="*/ 2077382 h 2287912"/>
              <a:gd name="connsiteX1" fmla="*/ 500135 w 6600330"/>
              <a:gd name="connsiteY1" fmla="*/ 1948621 h 2287912"/>
              <a:gd name="connsiteX2" fmla="*/ 139268 w 6600330"/>
              <a:gd name="connsiteY2" fmla="*/ 1621676 h 2287912"/>
              <a:gd name="connsiteX3" fmla="*/ 88816 w 6600330"/>
              <a:gd name="connsiteY3" fmla="*/ 588100 h 2287912"/>
              <a:gd name="connsiteX4" fmla="*/ 1309207 w 6600330"/>
              <a:gd name="connsiteY4" fmla="*/ 26992 h 2287912"/>
              <a:gd name="connsiteX5" fmla="*/ 5487886 w 6600330"/>
              <a:gd name="connsiteY5" fmla="*/ 173256 h 2287912"/>
              <a:gd name="connsiteX6" fmla="*/ 6599531 w 6600330"/>
              <a:gd name="connsiteY6" fmla="*/ 905322 h 2287912"/>
              <a:gd name="connsiteX7" fmla="*/ 5955376 w 6600330"/>
              <a:gd name="connsiteY7" fmla="*/ 1915488 h 2287912"/>
              <a:gd name="connsiteX8" fmla="*/ 2046762 w 6600330"/>
              <a:gd name="connsiteY8" fmla="*/ 2087869 h 2287912"/>
              <a:gd name="connsiteX9" fmla="*/ 1332087 w 6600330"/>
              <a:gd name="connsiteY9" fmla="*/ 2287912 h 2287912"/>
              <a:gd name="connsiteX10" fmla="*/ 1223256 w 6600330"/>
              <a:gd name="connsiteY10" fmla="*/ 2077382 h 2287912"/>
              <a:gd name="connsiteX0" fmla="*/ 1236982 w 6614056"/>
              <a:gd name="connsiteY0" fmla="*/ 2077382 h 2287912"/>
              <a:gd name="connsiteX1" fmla="*/ 513861 w 6614056"/>
              <a:gd name="connsiteY1" fmla="*/ 1948621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236982 w 6614056"/>
              <a:gd name="connsiteY0" fmla="*/ 2077382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236982 w 6614056"/>
              <a:gd name="connsiteY0" fmla="*/ 2077382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236982 w 6614056"/>
              <a:gd name="connsiteY10" fmla="*/ 2077382 h 2287912"/>
              <a:gd name="connsiteX0" fmla="*/ 1325239 w 6614056"/>
              <a:gd name="connsiteY0" fmla="*/ 2062693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325239 w 6614056"/>
              <a:gd name="connsiteY10" fmla="*/ 2062693 h 2287912"/>
              <a:gd name="connsiteX0" fmla="*/ 1350455 w 6614056"/>
              <a:gd name="connsiteY0" fmla="*/ 2033314 h 2287912"/>
              <a:gd name="connsiteX1" fmla="*/ 513862 w 6614056"/>
              <a:gd name="connsiteY1" fmla="*/ 1867830 h 2287912"/>
              <a:gd name="connsiteX2" fmla="*/ 115170 w 6614056"/>
              <a:gd name="connsiteY2" fmla="*/ 1423371 h 2287912"/>
              <a:gd name="connsiteX3" fmla="*/ 102542 w 6614056"/>
              <a:gd name="connsiteY3" fmla="*/ 588100 h 2287912"/>
              <a:gd name="connsiteX4" fmla="*/ 1322933 w 6614056"/>
              <a:gd name="connsiteY4" fmla="*/ 26992 h 2287912"/>
              <a:gd name="connsiteX5" fmla="*/ 5501612 w 6614056"/>
              <a:gd name="connsiteY5" fmla="*/ 173256 h 2287912"/>
              <a:gd name="connsiteX6" fmla="*/ 6613257 w 6614056"/>
              <a:gd name="connsiteY6" fmla="*/ 905322 h 2287912"/>
              <a:gd name="connsiteX7" fmla="*/ 5969102 w 6614056"/>
              <a:gd name="connsiteY7" fmla="*/ 1915488 h 2287912"/>
              <a:gd name="connsiteX8" fmla="*/ 2060488 w 6614056"/>
              <a:gd name="connsiteY8" fmla="*/ 2087869 h 2287912"/>
              <a:gd name="connsiteX9" fmla="*/ 1345813 w 6614056"/>
              <a:gd name="connsiteY9" fmla="*/ 2287912 h 2287912"/>
              <a:gd name="connsiteX10" fmla="*/ 1350455 w 6614056"/>
              <a:gd name="connsiteY10" fmla="*/ 2033314 h 2287912"/>
              <a:gd name="connsiteX0" fmla="*/ 1351015 w 6614616"/>
              <a:gd name="connsiteY0" fmla="*/ 2033314 h 2287912"/>
              <a:gd name="connsiteX1" fmla="*/ 527030 w 6614616"/>
              <a:gd name="connsiteY1" fmla="*/ 1816418 h 2287912"/>
              <a:gd name="connsiteX2" fmla="*/ 115730 w 6614616"/>
              <a:gd name="connsiteY2" fmla="*/ 1423371 h 2287912"/>
              <a:gd name="connsiteX3" fmla="*/ 103102 w 6614616"/>
              <a:gd name="connsiteY3" fmla="*/ 588100 h 2287912"/>
              <a:gd name="connsiteX4" fmla="*/ 1323493 w 6614616"/>
              <a:gd name="connsiteY4" fmla="*/ 26992 h 2287912"/>
              <a:gd name="connsiteX5" fmla="*/ 5502172 w 6614616"/>
              <a:gd name="connsiteY5" fmla="*/ 173256 h 2287912"/>
              <a:gd name="connsiteX6" fmla="*/ 6613817 w 6614616"/>
              <a:gd name="connsiteY6" fmla="*/ 905322 h 2287912"/>
              <a:gd name="connsiteX7" fmla="*/ 5969662 w 6614616"/>
              <a:gd name="connsiteY7" fmla="*/ 1915488 h 2287912"/>
              <a:gd name="connsiteX8" fmla="*/ 2061048 w 6614616"/>
              <a:gd name="connsiteY8" fmla="*/ 2087869 h 2287912"/>
              <a:gd name="connsiteX9" fmla="*/ 1346373 w 6614616"/>
              <a:gd name="connsiteY9" fmla="*/ 2287912 h 2287912"/>
              <a:gd name="connsiteX10" fmla="*/ 1351015 w 6614616"/>
              <a:gd name="connsiteY10" fmla="*/ 2033314 h 2287912"/>
              <a:gd name="connsiteX0" fmla="*/ 1351015 w 6614616"/>
              <a:gd name="connsiteY0" fmla="*/ 2033314 h 2287912"/>
              <a:gd name="connsiteX1" fmla="*/ 527030 w 6614616"/>
              <a:gd name="connsiteY1" fmla="*/ 1816418 h 2287912"/>
              <a:gd name="connsiteX2" fmla="*/ 115730 w 6614616"/>
              <a:gd name="connsiteY2" fmla="*/ 1342580 h 2287912"/>
              <a:gd name="connsiteX3" fmla="*/ 103102 w 6614616"/>
              <a:gd name="connsiteY3" fmla="*/ 588100 h 2287912"/>
              <a:gd name="connsiteX4" fmla="*/ 1323493 w 6614616"/>
              <a:gd name="connsiteY4" fmla="*/ 26992 h 2287912"/>
              <a:gd name="connsiteX5" fmla="*/ 5502172 w 6614616"/>
              <a:gd name="connsiteY5" fmla="*/ 173256 h 2287912"/>
              <a:gd name="connsiteX6" fmla="*/ 6613817 w 6614616"/>
              <a:gd name="connsiteY6" fmla="*/ 905322 h 2287912"/>
              <a:gd name="connsiteX7" fmla="*/ 5969662 w 6614616"/>
              <a:gd name="connsiteY7" fmla="*/ 1915488 h 2287912"/>
              <a:gd name="connsiteX8" fmla="*/ 2061048 w 6614616"/>
              <a:gd name="connsiteY8" fmla="*/ 2087869 h 2287912"/>
              <a:gd name="connsiteX9" fmla="*/ 1346373 w 6614616"/>
              <a:gd name="connsiteY9" fmla="*/ 2287912 h 2287912"/>
              <a:gd name="connsiteX10" fmla="*/ 1351015 w 6614616"/>
              <a:gd name="connsiteY10" fmla="*/ 2033314 h 2287912"/>
              <a:gd name="connsiteX0" fmla="*/ 1358038 w 6621639"/>
              <a:gd name="connsiteY0" fmla="*/ 2033314 h 2287912"/>
              <a:gd name="connsiteX1" fmla="*/ 534053 w 6621639"/>
              <a:gd name="connsiteY1" fmla="*/ 1816418 h 2287912"/>
              <a:gd name="connsiteX2" fmla="*/ 122753 w 6621639"/>
              <a:gd name="connsiteY2" fmla="*/ 1342580 h 2287912"/>
              <a:gd name="connsiteX3" fmla="*/ 110125 w 6621639"/>
              <a:gd name="connsiteY3" fmla="*/ 588100 h 2287912"/>
              <a:gd name="connsiteX4" fmla="*/ 1330516 w 6621639"/>
              <a:gd name="connsiteY4" fmla="*/ 26992 h 2287912"/>
              <a:gd name="connsiteX5" fmla="*/ 5509195 w 6621639"/>
              <a:gd name="connsiteY5" fmla="*/ 173256 h 2287912"/>
              <a:gd name="connsiteX6" fmla="*/ 6620840 w 6621639"/>
              <a:gd name="connsiteY6" fmla="*/ 905322 h 2287912"/>
              <a:gd name="connsiteX7" fmla="*/ 5976685 w 6621639"/>
              <a:gd name="connsiteY7" fmla="*/ 1915488 h 2287912"/>
              <a:gd name="connsiteX8" fmla="*/ 2068071 w 6621639"/>
              <a:gd name="connsiteY8" fmla="*/ 2087869 h 2287912"/>
              <a:gd name="connsiteX9" fmla="*/ 1353396 w 6621639"/>
              <a:gd name="connsiteY9" fmla="*/ 2287912 h 2287912"/>
              <a:gd name="connsiteX10" fmla="*/ 1358038 w 6621639"/>
              <a:gd name="connsiteY10" fmla="*/ 2033314 h 2287912"/>
              <a:gd name="connsiteX0" fmla="*/ 1358038 w 6621639"/>
              <a:gd name="connsiteY0" fmla="*/ 2033314 h 2287912"/>
              <a:gd name="connsiteX1" fmla="*/ 534053 w 6621639"/>
              <a:gd name="connsiteY1" fmla="*/ 1816418 h 2287912"/>
              <a:gd name="connsiteX2" fmla="*/ 122753 w 6621639"/>
              <a:gd name="connsiteY2" fmla="*/ 1342580 h 2287912"/>
              <a:gd name="connsiteX3" fmla="*/ 110125 w 6621639"/>
              <a:gd name="connsiteY3" fmla="*/ 588100 h 2287912"/>
              <a:gd name="connsiteX4" fmla="*/ 1330516 w 6621639"/>
              <a:gd name="connsiteY4" fmla="*/ 26992 h 2287912"/>
              <a:gd name="connsiteX5" fmla="*/ 5509195 w 6621639"/>
              <a:gd name="connsiteY5" fmla="*/ 173256 h 2287912"/>
              <a:gd name="connsiteX6" fmla="*/ 6620840 w 6621639"/>
              <a:gd name="connsiteY6" fmla="*/ 905322 h 2287912"/>
              <a:gd name="connsiteX7" fmla="*/ 5976685 w 6621639"/>
              <a:gd name="connsiteY7" fmla="*/ 1915488 h 2287912"/>
              <a:gd name="connsiteX8" fmla="*/ 2068071 w 6621639"/>
              <a:gd name="connsiteY8" fmla="*/ 2087869 h 2287912"/>
              <a:gd name="connsiteX9" fmla="*/ 1353396 w 6621639"/>
              <a:gd name="connsiteY9" fmla="*/ 2287912 h 2287912"/>
              <a:gd name="connsiteX10" fmla="*/ 1358038 w 6621639"/>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060489 w 6614057"/>
              <a:gd name="connsiteY8" fmla="*/ 2087869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123530 w 6614057"/>
              <a:gd name="connsiteY8" fmla="*/ 2058491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5969103 w 6614057"/>
              <a:gd name="connsiteY7" fmla="*/ 1915488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6451"/>
              <a:gd name="connsiteY0" fmla="*/ 2033314 h 2287912"/>
              <a:gd name="connsiteX1" fmla="*/ 513863 w 6616451"/>
              <a:gd name="connsiteY1" fmla="*/ 1765006 h 2287912"/>
              <a:gd name="connsiteX2" fmla="*/ 115171 w 6616451"/>
              <a:gd name="connsiteY2" fmla="*/ 1342580 h 2287912"/>
              <a:gd name="connsiteX3" fmla="*/ 102543 w 6616451"/>
              <a:gd name="connsiteY3" fmla="*/ 588100 h 2287912"/>
              <a:gd name="connsiteX4" fmla="*/ 1322934 w 6616451"/>
              <a:gd name="connsiteY4" fmla="*/ 26992 h 2287912"/>
              <a:gd name="connsiteX5" fmla="*/ 5501613 w 6616451"/>
              <a:gd name="connsiteY5" fmla="*/ 173256 h 2287912"/>
              <a:gd name="connsiteX6" fmla="*/ 6613258 w 6616451"/>
              <a:gd name="connsiteY6" fmla="*/ 905322 h 2287912"/>
              <a:gd name="connsiteX7" fmla="*/ 6032145 w 6616451"/>
              <a:gd name="connsiteY7" fmla="*/ 1856731 h 2287912"/>
              <a:gd name="connsiteX8" fmla="*/ 2224395 w 6616451"/>
              <a:gd name="connsiteY8" fmla="*/ 2029112 h 2287912"/>
              <a:gd name="connsiteX9" fmla="*/ 1345814 w 6616451"/>
              <a:gd name="connsiteY9" fmla="*/ 2287912 h 2287912"/>
              <a:gd name="connsiteX10" fmla="*/ 1350456 w 6616451"/>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6032145 w 6614057"/>
              <a:gd name="connsiteY7" fmla="*/ 1856731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4057"/>
              <a:gd name="connsiteY0" fmla="*/ 2033314 h 2287912"/>
              <a:gd name="connsiteX1" fmla="*/ 513863 w 6614057"/>
              <a:gd name="connsiteY1" fmla="*/ 1765006 h 2287912"/>
              <a:gd name="connsiteX2" fmla="*/ 115171 w 6614057"/>
              <a:gd name="connsiteY2" fmla="*/ 1342580 h 2287912"/>
              <a:gd name="connsiteX3" fmla="*/ 102543 w 6614057"/>
              <a:gd name="connsiteY3" fmla="*/ 588100 h 2287912"/>
              <a:gd name="connsiteX4" fmla="*/ 1322934 w 6614057"/>
              <a:gd name="connsiteY4" fmla="*/ 26992 h 2287912"/>
              <a:gd name="connsiteX5" fmla="*/ 5501613 w 6614057"/>
              <a:gd name="connsiteY5" fmla="*/ 173256 h 2287912"/>
              <a:gd name="connsiteX6" fmla="*/ 6613258 w 6614057"/>
              <a:gd name="connsiteY6" fmla="*/ 905322 h 2287912"/>
              <a:gd name="connsiteX7" fmla="*/ 6019537 w 6614057"/>
              <a:gd name="connsiteY7" fmla="*/ 1805318 h 2287912"/>
              <a:gd name="connsiteX8" fmla="*/ 2224395 w 6614057"/>
              <a:gd name="connsiteY8" fmla="*/ 2029112 h 2287912"/>
              <a:gd name="connsiteX9" fmla="*/ 1345814 w 6614057"/>
              <a:gd name="connsiteY9" fmla="*/ 2287912 h 2287912"/>
              <a:gd name="connsiteX10" fmla="*/ 1350456 w 6614057"/>
              <a:gd name="connsiteY10" fmla="*/ 2033314 h 2287912"/>
              <a:gd name="connsiteX0" fmla="*/ 1350456 w 6613258"/>
              <a:gd name="connsiteY0" fmla="*/ 2033314 h 2287912"/>
              <a:gd name="connsiteX1" fmla="*/ 513863 w 6613258"/>
              <a:gd name="connsiteY1" fmla="*/ 1765006 h 2287912"/>
              <a:gd name="connsiteX2" fmla="*/ 115171 w 6613258"/>
              <a:gd name="connsiteY2" fmla="*/ 1342580 h 2287912"/>
              <a:gd name="connsiteX3" fmla="*/ 102543 w 6613258"/>
              <a:gd name="connsiteY3" fmla="*/ 588100 h 2287912"/>
              <a:gd name="connsiteX4" fmla="*/ 1322934 w 6613258"/>
              <a:gd name="connsiteY4" fmla="*/ 26992 h 2287912"/>
              <a:gd name="connsiteX5" fmla="*/ 5501613 w 6613258"/>
              <a:gd name="connsiteY5" fmla="*/ 173256 h 2287912"/>
              <a:gd name="connsiteX6" fmla="*/ 6613258 w 6613258"/>
              <a:gd name="connsiteY6" fmla="*/ 905322 h 2287912"/>
              <a:gd name="connsiteX7" fmla="*/ 6019537 w 6613258"/>
              <a:gd name="connsiteY7" fmla="*/ 1805318 h 2287912"/>
              <a:gd name="connsiteX8" fmla="*/ 2224395 w 6613258"/>
              <a:gd name="connsiteY8" fmla="*/ 2029112 h 2287912"/>
              <a:gd name="connsiteX9" fmla="*/ 1345814 w 6613258"/>
              <a:gd name="connsiteY9" fmla="*/ 2287912 h 2287912"/>
              <a:gd name="connsiteX10" fmla="*/ 1350456 w 6613258"/>
              <a:gd name="connsiteY10" fmla="*/ 2033314 h 2287912"/>
              <a:gd name="connsiteX0" fmla="*/ 1352720 w 6615522"/>
              <a:gd name="connsiteY0" fmla="*/ 2033314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52720 w 6615522"/>
              <a:gd name="connsiteY10" fmla="*/ 2033314 h 2287912"/>
              <a:gd name="connsiteX0" fmla="*/ 1390545 w 6615522"/>
              <a:gd name="connsiteY0" fmla="*/ 2011281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90545 w 6615522"/>
              <a:gd name="connsiteY10" fmla="*/ 2011281 h 2287912"/>
              <a:gd name="connsiteX0" fmla="*/ 1390545 w 6615522"/>
              <a:gd name="connsiteY0" fmla="*/ 2011281 h 2287912"/>
              <a:gd name="connsiteX1" fmla="*/ 566558 w 6615522"/>
              <a:gd name="connsiteY1" fmla="*/ 1742972 h 2287912"/>
              <a:gd name="connsiteX2" fmla="*/ 117435 w 6615522"/>
              <a:gd name="connsiteY2" fmla="*/ 1342580 h 2287912"/>
              <a:gd name="connsiteX3" fmla="*/ 104807 w 6615522"/>
              <a:gd name="connsiteY3" fmla="*/ 588100 h 2287912"/>
              <a:gd name="connsiteX4" fmla="*/ 1325198 w 6615522"/>
              <a:gd name="connsiteY4" fmla="*/ 26992 h 2287912"/>
              <a:gd name="connsiteX5" fmla="*/ 5503877 w 6615522"/>
              <a:gd name="connsiteY5" fmla="*/ 173256 h 2287912"/>
              <a:gd name="connsiteX6" fmla="*/ 6615522 w 6615522"/>
              <a:gd name="connsiteY6" fmla="*/ 905322 h 2287912"/>
              <a:gd name="connsiteX7" fmla="*/ 6021801 w 6615522"/>
              <a:gd name="connsiteY7" fmla="*/ 1805318 h 2287912"/>
              <a:gd name="connsiteX8" fmla="*/ 2226659 w 6615522"/>
              <a:gd name="connsiteY8" fmla="*/ 2029112 h 2287912"/>
              <a:gd name="connsiteX9" fmla="*/ 1348078 w 6615522"/>
              <a:gd name="connsiteY9" fmla="*/ 2287912 h 2287912"/>
              <a:gd name="connsiteX10" fmla="*/ 1390545 w 6615522"/>
              <a:gd name="connsiteY10" fmla="*/ 2011281 h 2287912"/>
              <a:gd name="connsiteX0" fmla="*/ 1392284 w 6617261"/>
              <a:gd name="connsiteY0" fmla="*/ 2011281 h 2287912"/>
              <a:gd name="connsiteX1" fmla="*/ 606122 w 6617261"/>
              <a:gd name="connsiteY1" fmla="*/ 1728283 h 2287912"/>
              <a:gd name="connsiteX2" fmla="*/ 119174 w 6617261"/>
              <a:gd name="connsiteY2" fmla="*/ 1342580 h 2287912"/>
              <a:gd name="connsiteX3" fmla="*/ 106546 w 6617261"/>
              <a:gd name="connsiteY3" fmla="*/ 588100 h 2287912"/>
              <a:gd name="connsiteX4" fmla="*/ 1326937 w 6617261"/>
              <a:gd name="connsiteY4" fmla="*/ 26992 h 2287912"/>
              <a:gd name="connsiteX5" fmla="*/ 5505616 w 6617261"/>
              <a:gd name="connsiteY5" fmla="*/ 173256 h 2287912"/>
              <a:gd name="connsiteX6" fmla="*/ 6617261 w 6617261"/>
              <a:gd name="connsiteY6" fmla="*/ 905322 h 2287912"/>
              <a:gd name="connsiteX7" fmla="*/ 6023540 w 6617261"/>
              <a:gd name="connsiteY7" fmla="*/ 1805318 h 2287912"/>
              <a:gd name="connsiteX8" fmla="*/ 2228398 w 6617261"/>
              <a:gd name="connsiteY8" fmla="*/ 2029112 h 2287912"/>
              <a:gd name="connsiteX9" fmla="*/ 1349817 w 6617261"/>
              <a:gd name="connsiteY9" fmla="*/ 2287912 h 2287912"/>
              <a:gd name="connsiteX10" fmla="*/ 1392284 w 6617261"/>
              <a:gd name="connsiteY10" fmla="*/ 2011281 h 2287912"/>
              <a:gd name="connsiteX0" fmla="*/ 1382461 w 6607438"/>
              <a:gd name="connsiteY0" fmla="*/ 2011281 h 2287912"/>
              <a:gd name="connsiteX1" fmla="*/ 596299 w 6607438"/>
              <a:gd name="connsiteY1" fmla="*/ 1728283 h 2287912"/>
              <a:gd name="connsiteX2" fmla="*/ 134568 w 6607438"/>
              <a:gd name="connsiteY2" fmla="*/ 1291168 h 2287912"/>
              <a:gd name="connsiteX3" fmla="*/ 96723 w 6607438"/>
              <a:gd name="connsiteY3" fmla="*/ 588100 h 2287912"/>
              <a:gd name="connsiteX4" fmla="*/ 1317114 w 6607438"/>
              <a:gd name="connsiteY4" fmla="*/ 26992 h 2287912"/>
              <a:gd name="connsiteX5" fmla="*/ 5495793 w 6607438"/>
              <a:gd name="connsiteY5" fmla="*/ 173256 h 2287912"/>
              <a:gd name="connsiteX6" fmla="*/ 6607438 w 6607438"/>
              <a:gd name="connsiteY6" fmla="*/ 905322 h 2287912"/>
              <a:gd name="connsiteX7" fmla="*/ 6013717 w 6607438"/>
              <a:gd name="connsiteY7" fmla="*/ 1805318 h 2287912"/>
              <a:gd name="connsiteX8" fmla="*/ 2218575 w 6607438"/>
              <a:gd name="connsiteY8" fmla="*/ 2029112 h 2287912"/>
              <a:gd name="connsiteX9" fmla="*/ 1339994 w 6607438"/>
              <a:gd name="connsiteY9" fmla="*/ 2287912 h 2287912"/>
              <a:gd name="connsiteX10" fmla="*/ 1382461 w 6607438"/>
              <a:gd name="connsiteY10" fmla="*/ 2011281 h 2287912"/>
              <a:gd name="connsiteX0" fmla="*/ 1346619 w 6571596"/>
              <a:gd name="connsiteY0" fmla="*/ 2009705 h 2286336"/>
              <a:gd name="connsiteX1" fmla="*/ 560457 w 6571596"/>
              <a:gd name="connsiteY1" fmla="*/ 1726707 h 2286336"/>
              <a:gd name="connsiteX2" fmla="*/ 98726 w 6571596"/>
              <a:gd name="connsiteY2" fmla="*/ 1289592 h 2286336"/>
              <a:gd name="connsiteX3" fmla="*/ 111313 w 6571596"/>
              <a:gd name="connsiteY3" fmla="*/ 564490 h 2286336"/>
              <a:gd name="connsiteX4" fmla="*/ 1281272 w 6571596"/>
              <a:gd name="connsiteY4" fmla="*/ 25416 h 2286336"/>
              <a:gd name="connsiteX5" fmla="*/ 5459951 w 6571596"/>
              <a:gd name="connsiteY5" fmla="*/ 171680 h 2286336"/>
              <a:gd name="connsiteX6" fmla="*/ 6571596 w 6571596"/>
              <a:gd name="connsiteY6" fmla="*/ 903746 h 2286336"/>
              <a:gd name="connsiteX7" fmla="*/ 5977875 w 6571596"/>
              <a:gd name="connsiteY7" fmla="*/ 1803742 h 2286336"/>
              <a:gd name="connsiteX8" fmla="*/ 2182733 w 6571596"/>
              <a:gd name="connsiteY8" fmla="*/ 2027536 h 2286336"/>
              <a:gd name="connsiteX9" fmla="*/ 1304152 w 6571596"/>
              <a:gd name="connsiteY9" fmla="*/ 2286336 h 2286336"/>
              <a:gd name="connsiteX10" fmla="*/ 1346619 w 6571596"/>
              <a:gd name="connsiteY10" fmla="*/ 2009705 h 2286336"/>
              <a:gd name="connsiteX0" fmla="*/ 1335993 w 6560970"/>
              <a:gd name="connsiteY0" fmla="*/ 2009705 h 2286336"/>
              <a:gd name="connsiteX1" fmla="*/ 549831 w 6560970"/>
              <a:gd name="connsiteY1" fmla="*/ 1726707 h 2286336"/>
              <a:gd name="connsiteX2" fmla="*/ 88100 w 6560970"/>
              <a:gd name="connsiteY2" fmla="*/ 1289592 h 2286336"/>
              <a:gd name="connsiteX3" fmla="*/ 100687 w 6560970"/>
              <a:gd name="connsiteY3" fmla="*/ 564490 h 2286336"/>
              <a:gd name="connsiteX4" fmla="*/ 1270646 w 6560970"/>
              <a:gd name="connsiteY4" fmla="*/ 25416 h 2286336"/>
              <a:gd name="connsiteX5" fmla="*/ 5449325 w 6560970"/>
              <a:gd name="connsiteY5" fmla="*/ 171680 h 2286336"/>
              <a:gd name="connsiteX6" fmla="*/ 6560970 w 6560970"/>
              <a:gd name="connsiteY6" fmla="*/ 903746 h 2286336"/>
              <a:gd name="connsiteX7" fmla="*/ 5967249 w 6560970"/>
              <a:gd name="connsiteY7" fmla="*/ 1803742 h 2286336"/>
              <a:gd name="connsiteX8" fmla="*/ 2172107 w 6560970"/>
              <a:gd name="connsiteY8" fmla="*/ 2027536 h 2286336"/>
              <a:gd name="connsiteX9" fmla="*/ 1293526 w 6560970"/>
              <a:gd name="connsiteY9" fmla="*/ 2286336 h 2286336"/>
              <a:gd name="connsiteX10" fmla="*/ 1335993 w 6560970"/>
              <a:gd name="connsiteY10" fmla="*/ 2009705 h 2286336"/>
              <a:gd name="connsiteX0" fmla="*/ 1320449 w 6545426"/>
              <a:gd name="connsiteY0" fmla="*/ 2009705 h 2286336"/>
              <a:gd name="connsiteX1" fmla="*/ 534287 w 6545426"/>
              <a:gd name="connsiteY1" fmla="*/ 1726707 h 2286336"/>
              <a:gd name="connsiteX2" fmla="*/ 72556 w 6545426"/>
              <a:gd name="connsiteY2" fmla="*/ 1289592 h 2286336"/>
              <a:gd name="connsiteX3" fmla="*/ 85143 w 6545426"/>
              <a:gd name="connsiteY3" fmla="*/ 564490 h 2286336"/>
              <a:gd name="connsiteX4" fmla="*/ 1255102 w 6545426"/>
              <a:gd name="connsiteY4" fmla="*/ 25416 h 2286336"/>
              <a:gd name="connsiteX5" fmla="*/ 5433781 w 6545426"/>
              <a:gd name="connsiteY5" fmla="*/ 171680 h 2286336"/>
              <a:gd name="connsiteX6" fmla="*/ 6545426 w 6545426"/>
              <a:gd name="connsiteY6" fmla="*/ 903746 h 2286336"/>
              <a:gd name="connsiteX7" fmla="*/ 5951705 w 6545426"/>
              <a:gd name="connsiteY7" fmla="*/ 1803742 h 2286336"/>
              <a:gd name="connsiteX8" fmla="*/ 2156563 w 6545426"/>
              <a:gd name="connsiteY8" fmla="*/ 2027536 h 2286336"/>
              <a:gd name="connsiteX9" fmla="*/ 1277982 w 6545426"/>
              <a:gd name="connsiteY9" fmla="*/ 2286336 h 2286336"/>
              <a:gd name="connsiteX10" fmla="*/ 1320449 w 6545426"/>
              <a:gd name="connsiteY10" fmla="*/ 2009705 h 2286336"/>
              <a:gd name="connsiteX0" fmla="*/ 1350191 w 6575168"/>
              <a:gd name="connsiteY0" fmla="*/ 2028838 h 2305469"/>
              <a:gd name="connsiteX1" fmla="*/ 564029 w 6575168"/>
              <a:gd name="connsiteY1" fmla="*/ 1745840 h 2305469"/>
              <a:gd name="connsiteX2" fmla="*/ 102298 w 6575168"/>
              <a:gd name="connsiteY2" fmla="*/ 1308725 h 2305469"/>
              <a:gd name="connsiteX3" fmla="*/ 114885 w 6575168"/>
              <a:gd name="connsiteY3" fmla="*/ 583623 h 2305469"/>
              <a:gd name="connsiteX4" fmla="*/ 1335277 w 6575168"/>
              <a:gd name="connsiteY4" fmla="*/ 22515 h 2305469"/>
              <a:gd name="connsiteX5" fmla="*/ 5463523 w 6575168"/>
              <a:gd name="connsiteY5" fmla="*/ 190813 h 2305469"/>
              <a:gd name="connsiteX6" fmla="*/ 6575168 w 6575168"/>
              <a:gd name="connsiteY6" fmla="*/ 922879 h 2305469"/>
              <a:gd name="connsiteX7" fmla="*/ 5981447 w 6575168"/>
              <a:gd name="connsiteY7" fmla="*/ 1822875 h 2305469"/>
              <a:gd name="connsiteX8" fmla="*/ 2186305 w 6575168"/>
              <a:gd name="connsiteY8" fmla="*/ 2046669 h 2305469"/>
              <a:gd name="connsiteX9" fmla="*/ 1307724 w 6575168"/>
              <a:gd name="connsiteY9" fmla="*/ 2305469 h 2305469"/>
              <a:gd name="connsiteX10" fmla="*/ 1350191 w 6575168"/>
              <a:gd name="connsiteY10" fmla="*/ 2028838 h 2305469"/>
              <a:gd name="connsiteX0" fmla="*/ 1350191 w 6575168"/>
              <a:gd name="connsiteY0" fmla="*/ 2028838 h 2305469"/>
              <a:gd name="connsiteX1" fmla="*/ 564029 w 6575168"/>
              <a:gd name="connsiteY1" fmla="*/ 1745840 h 2305469"/>
              <a:gd name="connsiteX2" fmla="*/ 102298 w 6575168"/>
              <a:gd name="connsiteY2" fmla="*/ 1308725 h 2305469"/>
              <a:gd name="connsiteX3" fmla="*/ 114885 w 6575168"/>
              <a:gd name="connsiteY3" fmla="*/ 583623 h 2305469"/>
              <a:gd name="connsiteX4" fmla="*/ 1335277 w 6575168"/>
              <a:gd name="connsiteY4" fmla="*/ 22515 h 2305469"/>
              <a:gd name="connsiteX5" fmla="*/ 5463523 w 6575168"/>
              <a:gd name="connsiteY5" fmla="*/ 190813 h 2305469"/>
              <a:gd name="connsiteX6" fmla="*/ 6575168 w 6575168"/>
              <a:gd name="connsiteY6" fmla="*/ 922879 h 2305469"/>
              <a:gd name="connsiteX7" fmla="*/ 5981447 w 6575168"/>
              <a:gd name="connsiteY7" fmla="*/ 1822875 h 2305469"/>
              <a:gd name="connsiteX8" fmla="*/ 2186305 w 6575168"/>
              <a:gd name="connsiteY8" fmla="*/ 2046669 h 2305469"/>
              <a:gd name="connsiteX9" fmla="*/ 1307724 w 6575168"/>
              <a:gd name="connsiteY9" fmla="*/ 2305469 h 2305469"/>
              <a:gd name="connsiteX10" fmla="*/ 1350191 w 6575168"/>
              <a:gd name="connsiteY10" fmla="*/ 2028838 h 2305469"/>
              <a:gd name="connsiteX0" fmla="*/ 1261706 w 6486683"/>
              <a:gd name="connsiteY0" fmla="*/ 2028838 h 2305469"/>
              <a:gd name="connsiteX1" fmla="*/ 475544 w 6486683"/>
              <a:gd name="connsiteY1" fmla="*/ 1745840 h 2305469"/>
              <a:gd name="connsiteX2" fmla="*/ 26400 w 6486683"/>
              <a:gd name="connsiteY2" fmla="*/ 583623 h 2305469"/>
              <a:gd name="connsiteX3" fmla="*/ 1246792 w 6486683"/>
              <a:gd name="connsiteY3" fmla="*/ 22515 h 2305469"/>
              <a:gd name="connsiteX4" fmla="*/ 5375038 w 6486683"/>
              <a:gd name="connsiteY4" fmla="*/ 190813 h 2305469"/>
              <a:gd name="connsiteX5" fmla="*/ 6486683 w 6486683"/>
              <a:gd name="connsiteY5" fmla="*/ 922879 h 2305469"/>
              <a:gd name="connsiteX6" fmla="*/ 5892962 w 6486683"/>
              <a:gd name="connsiteY6" fmla="*/ 1822875 h 2305469"/>
              <a:gd name="connsiteX7" fmla="*/ 2097820 w 6486683"/>
              <a:gd name="connsiteY7" fmla="*/ 2046669 h 2305469"/>
              <a:gd name="connsiteX8" fmla="*/ 1219239 w 6486683"/>
              <a:gd name="connsiteY8" fmla="*/ 2305469 h 2305469"/>
              <a:gd name="connsiteX9" fmla="*/ 1261706 w 6486683"/>
              <a:gd name="connsiteY9" fmla="*/ 2028838 h 2305469"/>
              <a:gd name="connsiteX0" fmla="*/ 1278912 w 6503889"/>
              <a:gd name="connsiteY0" fmla="*/ 2028838 h 2305469"/>
              <a:gd name="connsiteX1" fmla="*/ 366669 w 6503889"/>
              <a:gd name="connsiteY1" fmla="*/ 1650360 h 2305469"/>
              <a:gd name="connsiteX2" fmla="*/ 43606 w 6503889"/>
              <a:gd name="connsiteY2" fmla="*/ 583623 h 2305469"/>
              <a:gd name="connsiteX3" fmla="*/ 1263998 w 6503889"/>
              <a:gd name="connsiteY3" fmla="*/ 22515 h 2305469"/>
              <a:gd name="connsiteX4" fmla="*/ 5392244 w 6503889"/>
              <a:gd name="connsiteY4" fmla="*/ 190813 h 2305469"/>
              <a:gd name="connsiteX5" fmla="*/ 6503889 w 6503889"/>
              <a:gd name="connsiteY5" fmla="*/ 922879 h 2305469"/>
              <a:gd name="connsiteX6" fmla="*/ 5910168 w 6503889"/>
              <a:gd name="connsiteY6" fmla="*/ 1822875 h 2305469"/>
              <a:gd name="connsiteX7" fmla="*/ 2115026 w 6503889"/>
              <a:gd name="connsiteY7" fmla="*/ 2046669 h 2305469"/>
              <a:gd name="connsiteX8" fmla="*/ 1236445 w 6503889"/>
              <a:gd name="connsiteY8" fmla="*/ 2305469 h 2305469"/>
              <a:gd name="connsiteX9" fmla="*/ 1278912 w 6503889"/>
              <a:gd name="connsiteY9" fmla="*/ 2028838 h 2305469"/>
              <a:gd name="connsiteX0" fmla="*/ 1306915 w 6531892"/>
              <a:gd name="connsiteY0" fmla="*/ 2028838 h 2305469"/>
              <a:gd name="connsiteX1" fmla="*/ 268591 w 6531892"/>
              <a:gd name="connsiteY1" fmla="*/ 1643015 h 2305469"/>
              <a:gd name="connsiteX2" fmla="*/ 71609 w 6531892"/>
              <a:gd name="connsiteY2" fmla="*/ 583623 h 2305469"/>
              <a:gd name="connsiteX3" fmla="*/ 1292001 w 6531892"/>
              <a:gd name="connsiteY3" fmla="*/ 22515 h 2305469"/>
              <a:gd name="connsiteX4" fmla="*/ 5420247 w 6531892"/>
              <a:gd name="connsiteY4" fmla="*/ 190813 h 2305469"/>
              <a:gd name="connsiteX5" fmla="*/ 6531892 w 6531892"/>
              <a:gd name="connsiteY5" fmla="*/ 922879 h 2305469"/>
              <a:gd name="connsiteX6" fmla="*/ 5938171 w 6531892"/>
              <a:gd name="connsiteY6" fmla="*/ 1822875 h 2305469"/>
              <a:gd name="connsiteX7" fmla="*/ 2143029 w 6531892"/>
              <a:gd name="connsiteY7" fmla="*/ 2046669 h 2305469"/>
              <a:gd name="connsiteX8" fmla="*/ 1264448 w 6531892"/>
              <a:gd name="connsiteY8" fmla="*/ 2305469 h 2305469"/>
              <a:gd name="connsiteX9" fmla="*/ 1306915 w 6531892"/>
              <a:gd name="connsiteY9" fmla="*/ 2028838 h 2305469"/>
              <a:gd name="connsiteX0" fmla="*/ 1322733 w 6547710"/>
              <a:gd name="connsiteY0" fmla="*/ 2028838 h 2305469"/>
              <a:gd name="connsiteX1" fmla="*/ 284409 w 6547710"/>
              <a:gd name="connsiteY1" fmla="*/ 1643015 h 2305469"/>
              <a:gd name="connsiteX2" fmla="*/ 87427 w 6547710"/>
              <a:gd name="connsiteY2" fmla="*/ 583623 h 2305469"/>
              <a:gd name="connsiteX3" fmla="*/ 1307819 w 6547710"/>
              <a:gd name="connsiteY3" fmla="*/ 22515 h 2305469"/>
              <a:gd name="connsiteX4" fmla="*/ 5436065 w 6547710"/>
              <a:gd name="connsiteY4" fmla="*/ 190813 h 2305469"/>
              <a:gd name="connsiteX5" fmla="*/ 6547710 w 6547710"/>
              <a:gd name="connsiteY5" fmla="*/ 922879 h 2305469"/>
              <a:gd name="connsiteX6" fmla="*/ 5953989 w 6547710"/>
              <a:gd name="connsiteY6" fmla="*/ 1822875 h 2305469"/>
              <a:gd name="connsiteX7" fmla="*/ 2158847 w 6547710"/>
              <a:gd name="connsiteY7" fmla="*/ 2046669 h 2305469"/>
              <a:gd name="connsiteX8" fmla="*/ 1280266 w 6547710"/>
              <a:gd name="connsiteY8" fmla="*/ 2305469 h 2305469"/>
              <a:gd name="connsiteX9" fmla="*/ 1322733 w 6547710"/>
              <a:gd name="connsiteY9" fmla="*/ 2028838 h 2305469"/>
              <a:gd name="connsiteX0" fmla="*/ 1350725 w 6575702"/>
              <a:gd name="connsiteY0" fmla="*/ 2028838 h 2305469"/>
              <a:gd name="connsiteX1" fmla="*/ 312401 w 6575702"/>
              <a:gd name="connsiteY1" fmla="*/ 1643015 h 2305469"/>
              <a:gd name="connsiteX2" fmla="*/ 115419 w 6575702"/>
              <a:gd name="connsiteY2" fmla="*/ 583623 h 2305469"/>
              <a:gd name="connsiteX3" fmla="*/ 1335811 w 6575702"/>
              <a:gd name="connsiteY3" fmla="*/ 22515 h 2305469"/>
              <a:gd name="connsiteX4" fmla="*/ 5464057 w 6575702"/>
              <a:gd name="connsiteY4" fmla="*/ 190813 h 2305469"/>
              <a:gd name="connsiteX5" fmla="*/ 6575702 w 6575702"/>
              <a:gd name="connsiteY5" fmla="*/ 922879 h 2305469"/>
              <a:gd name="connsiteX6" fmla="*/ 5981981 w 6575702"/>
              <a:gd name="connsiteY6" fmla="*/ 1822875 h 2305469"/>
              <a:gd name="connsiteX7" fmla="*/ 2186839 w 6575702"/>
              <a:gd name="connsiteY7" fmla="*/ 2046669 h 2305469"/>
              <a:gd name="connsiteX8" fmla="*/ 1308258 w 6575702"/>
              <a:gd name="connsiteY8" fmla="*/ 2305469 h 2305469"/>
              <a:gd name="connsiteX9" fmla="*/ 1350725 w 6575702"/>
              <a:gd name="connsiteY9" fmla="*/ 2028838 h 2305469"/>
              <a:gd name="connsiteX0" fmla="*/ 1334698 w 6559675"/>
              <a:gd name="connsiteY0" fmla="*/ 2033414 h 2310045"/>
              <a:gd name="connsiteX1" fmla="*/ 296374 w 6559675"/>
              <a:gd name="connsiteY1" fmla="*/ 1647591 h 2310045"/>
              <a:gd name="connsiteX2" fmla="*/ 99392 w 6559675"/>
              <a:gd name="connsiteY2" fmla="*/ 654301 h 2310045"/>
              <a:gd name="connsiteX3" fmla="*/ 1319784 w 6559675"/>
              <a:gd name="connsiteY3" fmla="*/ 27091 h 2310045"/>
              <a:gd name="connsiteX4" fmla="*/ 5448030 w 6559675"/>
              <a:gd name="connsiteY4" fmla="*/ 195389 h 2310045"/>
              <a:gd name="connsiteX5" fmla="*/ 6559675 w 6559675"/>
              <a:gd name="connsiteY5" fmla="*/ 927455 h 2310045"/>
              <a:gd name="connsiteX6" fmla="*/ 5965954 w 6559675"/>
              <a:gd name="connsiteY6" fmla="*/ 1827451 h 2310045"/>
              <a:gd name="connsiteX7" fmla="*/ 2170812 w 6559675"/>
              <a:gd name="connsiteY7" fmla="*/ 2051245 h 2310045"/>
              <a:gd name="connsiteX8" fmla="*/ 1292231 w 6559675"/>
              <a:gd name="connsiteY8" fmla="*/ 2310045 h 2310045"/>
              <a:gd name="connsiteX9" fmla="*/ 1334698 w 6559675"/>
              <a:gd name="connsiteY9" fmla="*/ 2033414 h 2310045"/>
              <a:gd name="connsiteX0" fmla="*/ 1387100 w 6612077"/>
              <a:gd name="connsiteY0" fmla="*/ 2036495 h 2313126"/>
              <a:gd name="connsiteX1" fmla="*/ 348776 w 6612077"/>
              <a:gd name="connsiteY1" fmla="*/ 1650672 h 2313126"/>
              <a:gd name="connsiteX2" fmla="*/ 88753 w 6612077"/>
              <a:gd name="connsiteY2" fmla="*/ 701450 h 2313126"/>
              <a:gd name="connsiteX3" fmla="*/ 1372186 w 6612077"/>
              <a:gd name="connsiteY3" fmla="*/ 30172 h 2313126"/>
              <a:gd name="connsiteX4" fmla="*/ 5500432 w 6612077"/>
              <a:gd name="connsiteY4" fmla="*/ 198470 h 2313126"/>
              <a:gd name="connsiteX5" fmla="*/ 6612077 w 6612077"/>
              <a:gd name="connsiteY5" fmla="*/ 930536 h 2313126"/>
              <a:gd name="connsiteX6" fmla="*/ 6018356 w 6612077"/>
              <a:gd name="connsiteY6" fmla="*/ 1830532 h 2313126"/>
              <a:gd name="connsiteX7" fmla="*/ 2223214 w 6612077"/>
              <a:gd name="connsiteY7" fmla="*/ 2054326 h 2313126"/>
              <a:gd name="connsiteX8" fmla="*/ 1344633 w 6612077"/>
              <a:gd name="connsiteY8" fmla="*/ 2313126 h 2313126"/>
              <a:gd name="connsiteX9" fmla="*/ 1387100 w 6612077"/>
              <a:gd name="connsiteY9" fmla="*/ 2036495 h 2313126"/>
              <a:gd name="connsiteX0" fmla="*/ 1391247 w 6616224"/>
              <a:gd name="connsiteY0" fmla="*/ 2036495 h 2313126"/>
              <a:gd name="connsiteX1" fmla="*/ 352923 w 6616224"/>
              <a:gd name="connsiteY1" fmla="*/ 1650672 h 2313126"/>
              <a:gd name="connsiteX2" fmla="*/ 92900 w 6616224"/>
              <a:gd name="connsiteY2" fmla="*/ 701450 h 2313126"/>
              <a:gd name="connsiteX3" fmla="*/ 1376333 w 6616224"/>
              <a:gd name="connsiteY3" fmla="*/ 30172 h 2313126"/>
              <a:gd name="connsiteX4" fmla="*/ 5504579 w 6616224"/>
              <a:gd name="connsiteY4" fmla="*/ 198470 h 2313126"/>
              <a:gd name="connsiteX5" fmla="*/ 6616224 w 6616224"/>
              <a:gd name="connsiteY5" fmla="*/ 930536 h 2313126"/>
              <a:gd name="connsiteX6" fmla="*/ 6022503 w 6616224"/>
              <a:gd name="connsiteY6" fmla="*/ 1830532 h 2313126"/>
              <a:gd name="connsiteX7" fmla="*/ 2227361 w 6616224"/>
              <a:gd name="connsiteY7" fmla="*/ 2054326 h 2313126"/>
              <a:gd name="connsiteX8" fmla="*/ 1348780 w 6616224"/>
              <a:gd name="connsiteY8" fmla="*/ 2313126 h 2313126"/>
              <a:gd name="connsiteX9" fmla="*/ 1391247 w 6616224"/>
              <a:gd name="connsiteY9" fmla="*/ 2036495 h 2313126"/>
              <a:gd name="connsiteX0" fmla="*/ 1389139 w 6614116"/>
              <a:gd name="connsiteY0" fmla="*/ 2036495 h 2313126"/>
              <a:gd name="connsiteX1" fmla="*/ 350815 w 6614116"/>
              <a:gd name="connsiteY1" fmla="*/ 1650672 h 2313126"/>
              <a:gd name="connsiteX2" fmla="*/ 90792 w 6614116"/>
              <a:gd name="connsiteY2" fmla="*/ 701450 h 2313126"/>
              <a:gd name="connsiteX3" fmla="*/ 1374225 w 6614116"/>
              <a:gd name="connsiteY3" fmla="*/ 30172 h 2313126"/>
              <a:gd name="connsiteX4" fmla="*/ 5502471 w 6614116"/>
              <a:gd name="connsiteY4" fmla="*/ 198470 h 2313126"/>
              <a:gd name="connsiteX5" fmla="*/ 6614116 w 6614116"/>
              <a:gd name="connsiteY5" fmla="*/ 930536 h 2313126"/>
              <a:gd name="connsiteX6" fmla="*/ 6020395 w 6614116"/>
              <a:gd name="connsiteY6" fmla="*/ 1830532 h 2313126"/>
              <a:gd name="connsiteX7" fmla="*/ 2225253 w 6614116"/>
              <a:gd name="connsiteY7" fmla="*/ 2054326 h 2313126"/>
              <a:gd name="connsiteX8" fmla="*/ 1346672 w 6614116"/>
              <a:gd name="connsiteY8" fmla="*/ 2313126 h 2313126"/>
              <a:gd name="connsiteX9" fmla="*/ 1389139 w 6614116"/>
              <a:gd name="connsiteY9" fmla="*/ 2036495 h 2313126"/>
              <a:gd name="connsiteX0" fmla="*/ 1389139 w 6614116"/>
              <a:gd name="connsiteY0" fmla="*/ 2036495 h 2313126"/>
              <a:gd name="connsiteX1" fmla="*/ 350815 w 6614116"/>
              <a:gd name="connsiteY1" fmla="*/ 1650672 h 2313126"/>
              <a:gd name="connsiteX2" fmla="*/ 90792 w 6614116"/>
              <a:gd name="connsiteY2" fmla="*/ 701450 h 2313126"/>
              <a:gd name="connsiteX3" fmla="*/ 1374225 w 6614116"/>
              <a:gd name="connsiteY3" fmla="*/ 30172 h 2313126"/>
              <a:gd name="connsiteX4" fmla="*/ 5502471 w 6614116"/>
              <a:gd name="connsiteY4" fmla="*/ 198470 h 2313126"/>
              <a:gd name="connsiteX5" fmla="*/ 6614116 w 6614116"/>
              <a:gd name="connsiteY5" fmla="*/ 930536 h 2313126"/>
              <a:gd name="connsiteX6" fmla="*/ 6020395 w 6614116"/>
              <a:gd name="connsiteY6" fmla="*/ 1830532 h 2313126"/>
              <a:gd name="connsiteX7" fmla="*/ 2225253 w 6614116"/>
              <a:gd name="connsiteY7" fmla="*/ 2054326 h 2313126"/>
              <a:gd name="connsiteX8" fmla="*/ 1346672 w 6614116"/>
              <a:gd name="connsiteY8" fmla="*/ 2313126 h 2313126"/>
              <a:gd name="connsiteX9" fmla="*/ 1389139 w 6614116"/>
              <a:gd name="connsiteY9" fmla="*/ 2036495 h 2313126"/>
              <a:gd name="connsiteX0" fmla="*/ 1438885 w 6613429"/>
              <a:gd name="connsiteY0" fmla="*/ 2029150 h 2313126"/>
              <a:gd name="connsiteX1" fmla="*/ 350128 w 6613429"/>
              <a:gd name="connsiteY1" fmla="*/ 1650672 h 2313126"/>
              <a:gd name="connsiteX2" fmla="*/ 90105 w 6613429"/>
              <a:gd name="connsiteY2" fmla="*/ 701450 h 2313126"/>
              <a:gd name="connsiteX3" fmla="*/ 1373538 w 6613429"/>
              <a:gd name="connsiteY3" fmla="*/ 30172 h 2313126"/>
              <a:gd name="connsiteX4" fmla="*/ 5501784 w 6613429"/>
              <a:gd name="connsiteY4" fmla="*/ 198470 h 2313126"/>
              <a:gd name="connsiteX5" fmla="*/ 6613429 w 6613429"/>
              <a:gd name="connsiteY5" fmla="*/ 930536 h 2313126"/>
              <a:gd name="connsiteX6" fmla="*/ 6019708 w 6613429"/>
              <a:gd name="connsiteY6" fmla="*/ 1830532 h 2313126"/>
              <a:gd name="connsiteX7" fmla="*/ 2224566 w 6613429"/>
              <a:gd name="connsiteY7" fmla="*/ 2054326 h 2313126"/>
              <a:gd name="connsiteX8" fmla="*/ 1345985 w 6613429"/>
              <a:gd name="connsiteY8" fmla="*/ 2313126 h 2313126"/>
              <a:gd name="connsiteX9" fmla="*/ 1438885 w 6613429"/>
              <a:gd name="connsiteY9" fmla="*/ 2029150 h 2313126"/>
              <a:gd name="connsiteX0" fmla="*/ 1411781 w 6586325"/>
              <a:gd name="connsiteY0" fmla="*/ 2029150 h 2313126"/>
              <a:gd name="connsiteX1" fmla="*/ 323024 w 6586325"/>
              <a:gd name="connsiteY1" fmla="*/ 1650672 h 2313126"/>
              <a:gd name="connsiteX2" fmla="*/ 63001 w 6586325"/>
              <a:gd name="connsiteY2" fmla="*/ 701450 h 2313126"/>
              <a:gd name="connsiteX3" fmla="*/ 1346434 w 6586325"/>
              <a:gd name="connsiteY3" fmla="*/ 30172 h 2313126"/>
              <a:gd name="connsiteX4" fmla="*/ 5474680 w 6586325"/>
              <a:gd name="connsiteY4" fmla="*/ 198470 h 2313126"/>
              <a:gd name="connsiteX5" fmla="*/ 6586325 w 6586325"/>
              <a:gd name="connsiteY5" fmla="*/ 930536 h 2313126"/>
              <a:gd name="connsiteX6" fmla="*/ 5992604 w 6586325"/>
              <a:gd name="connsiteY6" fmla="*/ 1830532 h 2313126"/>
              <a:gd name="connsiteX7" fmla="*/ 2197462 w 6586325"/>
              <a:gd name="connsiteY7" fmla="*/ 2054326 h 2313126"/>
              <a:gd name="connsiteX8" fmla="*/ 1318881 w 6586325"/>
              <a:gd name="connsiteY8" fmla="*/ 2313126 h 2313126"/>
              <a:gd name="connsiteX9" fmla="*/ 1411781 w 6586325"/>
              <a:gd name="connsiteY9" fmla="*/ 2029150 h 2313126"/>
              <a:gd name="connsiteX0" fmla="*/ 1422251 w 6596795"/>
              <a:gd name="connsiteY0" fmla="*/ 2029150 h 2313126"/>
              <a:gd name="connsiteX1" fmla="*/ 333494 w 6596795"/>
              <a:gd name="connsiteY1" fmla="*/ 1650672 h 2313126"/>
              <a:gd name="connsiteX2" fmla="*/ 73471 w 6596795"/>
              <a:gd name="connsiteY2" fmla="*/ 701450 h 2313126"/>
              <a:gd name="connsiteX3" fmla="*/ 1356904 w 6596795"/>
              <a:gd name="connsiteY3" fmla="*/ 30172 h 2313126"/>
              <a:gd name="connsiteX4" fmla="*/ 5485150 w 6596795"/>
              <a:gd name="connsiteY4" fmla="*/ 198470 h 2313126"/>
              <a:gd name="connsiteX5" fmla="*/ 6596795 w 6596795"/>
              <a:gd name="connsiteY5" fmla="*/ 930536 h 2313126"/>
              <a:gd name="connsiteX6" fmla="*/ 6003074 w 6596795"/>
              <a:gd name="connsiteY6" fmla="*/ 1830532 h 2313126"/>
              <a:gd name="connsiteX7" fmla="*/ 2207932 w 6596795"/>
              <a:gd name="connsiteY7" fmla="*/ 2054326 h 2313126"/>
              <a:gd name="connsiteX8" fmla="*/ 1329351 w 6596795"/>
              <a:gd name="connsiteY8" fmla="*/ 2313126 h 2313126"/>
              <a:gd name="connsiteX9" fmla="*/ 1422251 w 6596795"/>
              <a:gd name="connsiteY9" fmla="*/ 2029150 h 2313126"/>
              <a:gd name="connsiteX0" fmla="*/ 1427107 w 6601651"/>
              <a:gd name="connsiteY0" fmla="*/ 2029150 h 2313126"/>
              <a:gd name="connsiteX1" fmla="*/ 338350 w 6601651"/>
              <a:gd name="connsiteY1" fmla="*/ 1650672 h 2313126"/>
              <a:gd name="connsiteX2" fmla="*/ 78327 w 6601651"/>
              <a:gd name="connsiteY2" fmla="*/ 701450 h 2313126"/>
              <a:gd name="connsiteX3" fmla="*/ 1361760 w 6601651"/>
              <a:gd name="connsiteY3" fmla="*/ 30172 h 2313126"/>
              <a:gd name="connsiteX4" fmla="*/ 5490006 w 6601651"/>
              <a:gd name="connsiteY4" fmla="*/ 198470 h 2313126"/>
              <a:gd name="connsiteX5" fmla="*/ 6601651 w 6601651"/>
              <a:gd name="connsiteY5" fmla="*/ 930536 h 2313126"/>
              <a:gd name="connsiteX6" fmla="*/ 6007930 w 6601651"/>
              <a:gd name="connsiteY6" fmla="*/ 1830532 h 2313126"/>
              <a:gd name="connsiteX7" fmla="*/ 2212788 w 6601651"/>
              <a:gd name="connsiteY7" fmla="*/ 2054326 h 2313126"/>
              <a:gd name="connsiteX8" fmla="*/ 1334207 w 6601651"/>
              <a:gd name="connsiteY8" fmla="*/ 2313126 h 2313126"/>
              <a:gd name="connsiteX9" fmla="*/ 1427107 w 6601651"/>
              <a:gd name="connsiteY9" fmla="*/ 2029150 h 2313126"/>
              <a:gd name="connsiteX0" fmla="*/ 1438040 w 6612584"/>
              <a:gd name="connsiteY0" fmla="*/ 2029150 h 2313126"/>
              <a:gd name="connsiteX1" fmla="*/ 349283 w 6612584"/>
              <a:gd name="connsiteY1" fmla="*/ 1650672 h 2313126"/>
              <a:gd name="connsiteX2" fmla="*/ 89260 w 6612584"/>
              <a:gd name="connsiteY2" fmla="*/ 701450 h 2313126"/>
              <a:gd name="connsiteX3" fmla="*/ 1372693 w 6612584"/>
              <a:gd name="connsiteY3" fmla="*/ 30172 h 2313126"/>
              <a:gd name="connsiteX4" fmla="*/ 5500939 w 6612584"/>
              <a:gd name="connsiteY4" fmla="*/ 198470 h 2313126"/>
              <a:gd name="connsiteX5" fmla="*/ 6612584 w 6612584"/>
              <a:gd name="connsiteY5" fmla="*/ 930536 h 2313126"/>
              <a:gd name="connsiteX6" fmla="*/ 6018863 w 6612584"/>
              <a:gd name="connsiteY6" fmla="*/ 1830532 h 2313126"/>
              <a:gd name="connsiteX7" fmla="*/ 2223721 w 6612584"/>
              <a:gd name="connsiteY7" fmla="*/ 2054326 h 2313126"/>
              <a:gd name="connsiteX8" fmla="*/ 1345140 w 6612584"/>
              <a:gd name="connsiteY8" fmla="*/ 2313126 h 2313126"/>
              <a:gd name="connsiteX9" fmla="*/ 1438040 w 6612584"/>
              <a:gd name="connsiteY9" fmla="*/ 2029150 h 2313126"/>
              <a:gd name="connsiteX0" fmla="*/ 1438040 w 6612584"/>
              <a:gd name="connsiteY0" fmla="*/ 2029150 h 2313126"/>
              <a:gd name="connsiteX1" fmla="*/ 349283 w 6612584"/>
              <a:gd name="connsiteY1" fmla="*/ 1650672 h 2313126"/>
              <a:gd name="connsiteX2" fmla="*/ 89260 w 6612584"/>
              <a:gd name="connsiteY2" fmla="*/ 701450 h 2313126"/>
              <a:gd name="connsiteX3" fmla="*/ 1372693 w 6612584"/>
              <a:gd name="connsiteY3" fmla="*/ 30172 h 2313126"/>
              <a:gd name="connsiteX4" fmla="*/ 5500939 w 6612584"/>
              <a:gd name="connsiteY4" fmla="*/ 198470 h 2313126"/>
              <a:gd name="connsiteX5" fmla="*/ 6612584 w 6612584"/>
              <a:gd name="connsiteY5" fmla="*/ 930536 h 2313126"/>
              <a:gd name="connsiteX6" fmla="*/ 6018863 w 6612584"/>
              <a:gd name="connsiteY6" fmla="*/ 1830532 h 2313126"/>
              <a:gd name="connsiteX7" fmla="*/ 2223721 w 6612584"/>
              <a:gd name="connsiteY7" fmla="*/ 2054326 h 2313126"/>
              <a:gd name="connsiteX8" fmla="*/ 1345140 w 6612584"/>
              <a:gd name="connsiteY8" fmla="*/ 2313126 h 2313126"/>
              <a:gd name="connsiteX9" fmla="*/ 1438040 w 6612584"/>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89345 w 6588239"/>
              <a:gd name="connsiteY0" fmla="*/ 2029150 h 2313126"/>
              <a:gd name="connsiteX1" fmla="*/ 324938 w 6588239"/>
              <a:gd name="connsiteY1" fmla="*/ 1650672 h 2313126"/>
              <a:gd name="connsiteX2" fmla="*/ 64915 w 6588239"/>
              <a:gd name="connsiteY2" fmla="*/ 701450 h 2313126"/>
              <a:gd name="connsiteX3" fmla="*/ 1348348 w 6588239"/>
              <a:gd name="connsiteY3" fmla="*/ 30172 h 2313126"/>
              <a:gd name="connsiteX4" fmla="*/ 5476594 w 6588239"/>
              <a:gd name="connsiteY4" fmla="*/ 198470 h 2313126"/>
              <a:gd name="connsiteX5" fmla="*/ 6588239 w 6588239"/>
              <a:gd name="connsiteY5" fmla="*/ 930536 h 2313126"/>
              <a:gd name="connsiteX6" fmla="*/ 5994518 w 6588239"/>
              <a:gd name="connsiteY6" fmla="*/ 1830532 h 2313126"/>
              <a:gd name="connsiteX7" fmla="*/ 2199376 w 6588239"/>
              <a:gd name="connsiteY7" fmla="*/ 2054326 h 2313126"/>
              <a:gd name="connsiteX8" fmla="*/ 1320795 w 6588239"/>
              <a:gd name="connsiteY8" fmla="*/ 2313126 h 2313126"/>
              <a:gd name="connsiteX9" fmla="*/ 1489345 w 6588239"/>
              <a:gd name="connsiteY9" fmla="*/ 2029150 h 2313126"/>
              <a:gd name="connsiteX0" fmla="*/ 1498750 w 6597644"/>
              <a:gd name="connsiteY0" fmla="*/ 2029150 h 2313126"/>
              <a:gd name="connsiteX1" fmla="*/ 298554 w 6597644"/>
              <a:gd name="connsiteY1" fmla="*/ 1654147 h 2313126"/>
              <a:gd name="connsiteX2" fmla="*/ 74320 w 6597644"/>
              <a:gd name="connsiteY2" fmla="*/ 701450 h 2313126"/>
              <a:gd name="connsiteX3" fmla="*/ 1357753 w 6597644"/>
              <a:gd name="connsiteY3" fmla="*/ 30172 h 2313126"/>
              <a:gd name="connsiteX4" fmla="*/ 5485999 w 6597644"/>
              <a:gd name="connsiteY4" fmla="*/ 198470 h 2313126"/>
              <a:gd name="connsiteX5" fmla="*/ 6597644 w 6597644"/>
              <a:gd name="connsiteY5" fmla="*/ 930536 h 2313126"/>
              <a:gd name="connsiteX6" fmla="*/ 6003923 w 6597644"/>
              <a:gd name="connsiteY6" fmla="*/ 1830532 h 2313126"/>
              <a:gd name="connsiteX7" fmla="*/ 2208781 w 6597644"/>
              <a:gd name="connsiteY7" fmla="*/ 2054326 h 2313126"/>
              <a:gd name="connsiteX8" fmla="*/ 1330200 w 6597644"/>
              <a:gd name="connsiteY8" fmla="*/ 2313126 h 2313126"/>
              <a:gd name="connsiteX9" fmla="*/ 1498750 w 6597644"/>
              <a:gd name="connsiteY9" fmla="*/ 2029150 h 2313126"/>
              <a:gd name="connsiteX0" fmla="*/ 1499850 w 6598744"/>
              <a:gd name="connsiteY0" fmla="*/ 2029150 h 2313126"/>
              <a:gd name="connsiteX1" fmla="*/ 299654 w 6598744"/>
              <a:gd name="connsiteY1" fmla="*/ 1654147 h 2313126"/>
              <a:gd name="connsiteX2" fmla="*/ 75420 w 6598744"/>
              <a:gd name="connsiteY2" fmla="*/ 701450 h 2313126"/>
              <a:gd name="connsiteX3" fmla="*/ 1358853 w 6598744"/>
              <a:gd name="connsiteY3" fmla="*/ 30172 h 2313126"/>
              <a:gd name="connsiteX4" fmla="*/ 5487099 w 6598744"/>
              <a:gd name="connsiteY4" fmla="*/ 198470 h 2313126"/>
              <a:gd name="connsiteX5" fmla="*/ 6598744 w 6598744"/>
              <a:gd name="connsiteY5" fmla="*/ 930536 h 2313126"/>
              <a:gd name="connsiteX6" fmla="*/ 6005023 w 6598744"/>
              <a:gd name="connsiteY6" fmla="*/ 1830532 h 2313126"/>
              <a:gd name="connsiteX7" fmla="*/ 2209881 w 6598744"/>
              <a:gd name="connsiteY7" fmla="*/ 2054326 h 2313126"/>
              <a:gd name="connsiteX8" fmla="*/ 1331300 w 6598744"/>
              <a:gd name="connsiteY8" fmla="*/ 2313126 h 2313126"/>
              <a:gd name="connsiteX9" fmla="*/ 1499850 w 6598744"/>
              <a:gd name="connsiteY9" fmla="*/ 2029150 h 2313126"/>
              <a:gd name="connsiteX0" fmla="*/ 1499850 w 6598744"/>
              <a:gd name="connsiteY0" fmla="*/ 2029150 h 2313126"/>
              <a:gd name="connsiteX1" fmla="*/ 299654 w 6598744"/>
              <a:gd name="connsiteY1" fmla="*/ 1654147 h 2313126"/>
              <a:gd name="connsiteX2" fmla="*/ 75420 w 6598744"/>
              <a:gd name="connsiteY2" fmla="*/ 701450 h 2313126"/>
              <a:gd name="connsiteX3" fmla="*/ 1358853 w 6598744"/>
              <a:gd name="connsiteY3" fmla="*/ 30172 h 2313126"/>
              <a:gd name="connsiteX4" fmla="*/ 5487099 w 6598744"/>
              <a:gd name="connsiteY4" fmla="*/ 198470 h 2313126"/>
              <a:gd name="connsiteX5" fmla="*/ 6598744 w 6598744"/>
              <a:gd name="connsiteY5" fmla="*/ 930536 h 2313126"/>
              <a:gd name="connsiteX6" fmla="*/ 6005023 w 6598744"/>
              <a:gd name="connsiteY6" fmla="*/ 1830532 h 2313126"/>
              <a:gd name="connsiteX7" fmla="*/ 2209881 w 6598744"/>
              <a:gd name="connsiteY7" fmla="*/ 2054326 h 2313126"/>
              <a:gd name="connsiteX8" fmla="*/ 1331300 w 6598744"/>
              <a:gd name="connsiteY8" fmla="*/ 2313126 h 2313126"/>
              <a:gd name="connsiteX9" fmla="*/ 1499850 w 6598744"/>
              <a:gd name="connsiteY9" fmla="*/ 2029150 h 2313126"/>
              <a:gd name="connsiteX0" fmla="*/ 1506919 w 6605813"/>
              <a:gd name="connsiteY0" fmla="*/ 2029150 h 2313126"/>
              <a:gd name="connsiteX1" fmla="*/ 306723 w 6605813"/>
              <a:gd name="connsiteY1" fmla="*/ 1654147 h 2313126"/>
              <a:gd name="connsiteX2" fmla="*/ 82489 w 6605813"/>
              <a:gd name="connsiteY2" fmla="*/ 701450 h 2313126"/>
              <a:gd name="connsiteX3" fmla="*/ 1365922 w 6605813"/>
              <a:gd name="connsiteY3" fmla="*/ 30172 h 2313126"/>
              <a:gd name="connsiteX4" fmla="*/ 5494168 w 6605813"/>
              <a:gd name="connsiteY4" fmla="*/ 198470 h 2313126"/>
              <a:gd name="connsiteX5" fmla="*/ 6605813 w 6605813"/>
              <a:gd name="connsiteY5" fmla="*/ 930536 h 2313126"/>
              <a:gd name="connsiteX6" fmla="*/ 6012092 w 6605813"/>
              <a:gd name="connsiteY6" fmla="*/ 1830532 h 2313126"/>
              <a:gd name="connsiteX7" fmla="*/ 2216950 w 6605813"/>
              <a:gd name="connsiteY7" fmla="*/ 2054326 h 2313126"/>
              <a:gd name="connsiteX8" fmla="*/ 1338369 w 6605813"/>
              <a:gd name="connsiteY8" fmla="*/ 2313126 h 2313126"/>
              <a:gd name="connsiteX9" fmla="*/ 1506919 w 6605813"/>
              <a:gd name="connsiteY9" fmla="*/ 2029150 h 2313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05813" h="2313126">
                <a:moveTo>
                  <a:pt x="1506919" y="2029150"/>
                </a:moveTo>
                <a:cubicBezTo>
                  <a:pt x="1417504" y="1839150"/>
                  <a:pt x="585881" y="1896278"/>
                  <a:pt x="306723" y="1654147"/>
                </a:cubicBezTo>
                <a:cubicBezTo>
                  <a:pt x="27565" y="1412016"/>
                  <a:pt x="-94044" y="972113"/>
                  <a:pt x="82489" y="701450"/>
                </a:cubicBezTo>
                <a:cubicBezTo>
                  <a:pt x="259022" y="430788"/>
                  <a:pt x="463975" y="114002"/>
                  <a:pt x="1365922" y="30172"/>
                </a:cubicBezTo>
                <a:cubicBezTo>
                  <a:pt x="2267869" y="-53658"/>
                  <a:pt x="4620853" y="48409"/>
                  <a:pt x="5494168" y="198470"/>
                </a:cubicBezTo>
                <a:cubicBezTo>
                  <a:pt x="6367483" y="348531"/>
                  <a:pt x="6547059" y="600421"/>
                  <a:pt x="6605813" y="930536"/>
                </a:cubicBezTo>
                <a:cubicBezTo>
                  <a:pt x="6583958" y="1261451"/>
                  <a:pt x="6667921" y="1584477"/>
                  <a:pt x="6012092" y="1830532"/>
                </a:cubicBezTo>
                <a:cubicBezTo>
                  <a:pt x="5356263" y="2076587"/>
                  <a:pt x="2425296" y="2046334"/>
                  <a:pt x="2216950" y="2054326"/>
                </a:cubicBezTo>
                <a:cubicBezTo>
                  <a:pt x="1882633" y="2207554"/>
                  <a:pt x="1465597" y="2294989"/>
                  <a:pt x="1338369" y="2313126"/>
                </a:cubicBezTo>
                <a:cubicBezTo>
                  <a:pt x="1524676" y="2124221"/>
                  <a:pt x="1506919" y="2029150"/>
                  <a:pt x="1506919" y="2029150"/>
                </a:cubicBezTo>
                <a:close/>
              </a:path>
            </a:pathLst>
          </a:custGeom>
          <a:noFill/>
          <a:ln w="19050" cap="flat">
            <a:solidFill>
              <a:schemeClr val="tx1"/>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FFB4A4D3-80AF-174C-E349-BA989353165C}"/>
              </a:ext>
            </a:extLst>
          </p:cNvPr>
          <p:cNvSpPr>
            <a:spLocks noGrp="1"/>
          </p:cNvSpPr>
          <p:nvPr>
            <p:ph type="ctrTitle"/>
          </p:nvPr>
        </p:nvSpPr>
        <p:spPr>
          <a:xfrm>
            <a:off x="909965" y="613455"/>
            <a:ext cx="4628759" cy="2083242"/>
          </a:xfrm>
        </p:spPr>
        <p:txBody>
          <a:bodyPr>
            <a:normAutofit/>
          </a:bodyPr>
          <a:lstStyle/>
          <a:p>
            <a:r>
              <a:rPr lang="en-AU" dirty="0"/>
              <a:t>Lesson 06</a:t>
            </a:r>
            <a:br>
              <a:rPr lang="en-AU" dirty="0"/>
            </a:br>
            <a:r>
              <a:rPr lang="en-AU" dirty="0"/>
              <a:t>Embedding Quotes</a:t>
            </a:r>
          </a:p>
        </p:txBody>
      </p:sp>
      <p:sp>
        <p:nvSpPr>
          <p:cNvPr id="15" name="Freeform: Shape 14">
            <a:extLst>
              <a:ext uri="{FF2B5EF4-FFF2-40B4-BE49-F238E27FC236}">
                <a16:creationId xmlns:a16="http://schemas.microsoft.com/office/drawing/2014/main" id="{5A54E502-E41E-47D5-8AB9-683E3D3EE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04884" flipH="1">
            <a:off x="5645898" y="25325"/>
            <a:ext cx="3856838" cy="2114365"/>
          </a:xfrm>
          <a:custGeom>
            <a:avLst/>
            <a:gdLst>
              <a:gd name="connsiteX0" fmla="*/ 986774 w 5065355"/>
              <a:gd name="connsiteY0" fmla="*/ 0 h 3864077"/>
              <a:gd name="connsiteX1" fmla="*/ 1598492 w 5065355"/>
              <a:gd name="connsiteY1" fmla="*/ 571743 h 3864077"/>
              <a:gd name="connsiteX2" fmla="*/ 4623587 w 5065355"/>
              <a:gd name="connsiteY2" fmla="*/ 815032 h 3864077"/>
              <a:gd name="connsiteX3" fmla="*/ 5045794 w 5065355"/>
              <a:gd name="connsiteY3" fmla="*/ 2583837 h 3864077"/>
              <a:gd name="connsiteX4" fmla="*/ 5065097 w 5065355"/>
              <a:gd name="connsiteY4" fmla="*/ 3007422 h 3864077"/>
              <a:gd name="connsiteX5" fmla="*/ 5064540 w 5065355"/>
              <a:gd name="connsiteY5" fmla="*/ 3083457 h 3864077"/>
              <a:gd name="connsiteX6" fmla="*/ 5065355 w 5065355"/>
              <a:gd name="connsiteY6" fmla="*/ 3093208 h 3864077"/>
              <a:gd name="connsiteX7" fmla="*/ 5059336 w 5065355"/>
              <a:gd name="connsiteY7" fmla="*/ 3165214 h 3864077"/>
              <a:gd name="connsiteX8" fmla="*/ 5058896 w 5065355"/>
              <a:gd name="connsiteY8" fmla="*/ 3171406 h 3864077"/>
              <a:gd name="connsiteX9" fmla="*/ 5058773 w 5065355"/>
              <a:gd name="connsiteY9" fmla="*/ 3171941 h 3864077"/>
              <a:gd name="connsiteX10" fmla="*/ 5057188 w 5065355"/>
              <a:gd name="connsiteY10" fmla="*/ 3190910 h 3864077"/>
              <a:gd name="connsiteX11" fmla="*/ 5033762 w 5065355"/>
              <a:gd name="connsiteY11" fmla="*/ 3281910 h 3864077"/>
              <a:gd name="connsiteX12" fmla="*/ 5033487 w 5065355"/>
              <a:gd name="connsiteY12" fmla="*/ 3282522 h 3864077"/>
              <a:gd name="connsiteX13" fmla="*/ 5027369 w 5065355"/>
              <a:gd name="connsiteY13" fmla="*/ 3309275 h 3864077"/>
              <a:gd name="connsiteX14" fmla="*/ 4908386 w 5065355"/>
              <a:gd name="connsiteY14" fmla="*/ 3476562 h 3864077"/>
              <a:gd name="connsiteX15" fmla="*/ 4902444 w 5065355"/>
              <a:gd name="connsiteY15" fmla="*/ 3480940 h 3864077"/>
              <a:gd name="connsiteX16" fmla="*/ 4888108 w 5065355"/>
              <a:gd name="connsiteY16" fmla="*/ 3495204 h 3864077"/>
              <a:gd name="connsiteX17" fmla="*/ 4819819 w 5065355"/>
              <a:gd name="connsiteY17" fmla="*/ 3539901 h 3864077"/>
              <a:gd name="connsiteX18" fmla="*/ 4806748 w 5065355"/>
              <a:gd name="connsiteY18" fmla="*/ 3544794 h 3864077"/>
              <a:gd name="connsiteX19" fmla="*/ 4765129 w 5065355"/>
              <a:gd name="connsiteY19" fmla="*/ 3568040 h 3864077"/>
              <a:gd name="connsiteX20" fmla="*/ 4426673 w 5065355"/>
              <a:gd name="connsiteY20" fmla="*/ 3685984 h 3864077"/>
              <a:gd name="connsiteX21" fmla="*/ 534075 w 5065355"/>
              <a:gd name="connsiteY21" fmla="*/ 3761757 h 3864077"/>
              <a:gd name="connsiteX22" fmla="*/ 451805 w 5065355"/>
              <a:gd name="connsiteY22" fmla="*/ 3738960 h 3864077"/>
              <a:gd name="connsiteX23" fmla="*/ 417467 w 5065355"/>
              <a:gd name="connsiteY23" fmla="*/ 3743134 h 3864077"/>
              <a:gd name="connsiteX24" fmla="*/ 47039 w 5065355"/>
              <a:gd name="connsiteY24" fmla="*/ 3447046 h 3864077"/>
              <a:gd name="connsiteX25" fmla="*/ 38763 w 5065355"/>
              <a:gd name="connsiteY25" fmla="*/ 3414896 h 3864077"/>
              <a:gd name="connsiteX26" fmla="*/ 28376 w 5065355"/>
              <a:gd name="connsiteY26" fmla="*/ 3388641 h 3864077"/>
              <a:gd name="connsiteX27" fmla="*/ 14642 w 5065355"/>
              <a:gd name="connsiteY27" fmla="*/ 2681940 h 3864077"/>
              <a:gd name="connsiteX28" fmla="*/ 141525 w 5065355"/>
              <a:gd name="connsiteY28" fmla="*/ 1290513 h 3864077"/>
              <a:gd name="connsiteX29" fmla="*/ 968842 w 5065355"/>
              <a:gd name="connsiteY29" fmla="*/ 590018 h 3864077"/>
              <a:gd name="connsiteX30" fmla="*/ 986774 w 5065355"/>
              <a:gd name="connsiteY30" fmla="*/ 0 h 3864077"/>
              <a:gd name="connsiteX0" fmla="*/ 986774 w 5065355"/>
              <a:gd name="connsiteY0" fmla="*/ 0 h 3852421"/>
              <a:gd name="connsiteX1" fmla="*/ 1598492 w 5065355"/>
              <a:gd name="connsiteY1" fmla="*/ 571743 h 3852421"/>
              <a:gd name="connsiteX2" fmla="*/ 4623587 w 5065355"/>
              <a:gd name="connsiteY2" fmla="*/ 815032 h 3852421"/>
              <a:gd name="connsiteX3" fmla="*/ 5045794 w 5065355"/>
              <a:gd name="connsiteY3" fmla="*/ 2583837 h 3852421"/>
              <a:gd name="connsiteX4" fmla="*/ 5065097 w 5065355"/>
              <a:gd name="connsiteY4" fmla="*/ 3007422 h 3852421"/>
              <a:gd name="connsiteX5" fmla="*/ 5064540 w 5065355"/>
              <a:gd name="connsiteY5" fmla="*/ 3083457 h 3852421"/>
              <a:gd name="connsiteX6" fmla="*/ 5065355 w 5065355"/>
              <a:gd name="connsiteY6" fmla="*/ 3093208 h 3852421"/>
              <a:gd name="connsiteX7" fmla="*/ 5059336 w 5065355"/>
              <a:gd name="connsiteY7" fmla="*/ 3165214 h 3852421"/>
              <a:gd name="connsiteX8" fmla="*/ 5058896 w 5065355"/>
              <a:gd name="connsiteY8" fmla="*/ 3171406 h 3852421"/>
              <a:gd name="connsiteX9" fmla="*/ 5058773 w 5065355"/>
              <a:gd name="connsiteY9" fmla="*/ 3171941 h 3852421"/>
              <a:gd name="connsiteX10" fmla="*/ 5057188 w 5065355"/>
              <a:gd name="connsiteY10" fmla="*/ 3190910 h 3852421"/>
              <a:gd name="connsiteX11" fmla="*/ 5033762 w 5065355"/>
              <a:gd name="connsiteY11" fmla="*/ 3281910 h 3852421"/>
              <a:gd name="connsiteX12" fmla="*/ 5033487 w 5065355"/>
              <a:gd name="connsiteY12" fmla="*/ 3282522 h 3852421"/>
              <a:gd name="connsiteX13" fmla="*/ 5027369 w 5065355"/>
              <a:gd name="connsiteY13" fmla="*/ 3309275 h 3852421"/>
              <a:gd name="connsiteX14" fmla="*/ 4908386 w 5065355"/>
              <a:gd name="connsiteY14" fmla="*/ 3476562 h 3852421"/>
              <a:gd name="connsiteX15" fmla="*/ 4902444 w 5065355"/>
              <a:gd name="connsiteY15" fmla="*/ 3480940 h 3852421"/>
              <a:gd name="connsiteX16" fmla="*/ 4888108 w 5065355"/>
              <a:gd name="connsiteY16" fmla="*/ 3495204 h 3852421"/>
              <a:gd name="connsiteX17" fmla="*/ 4819819 w 5065355"/>
              <a:gd name="connsiteY17" fmla="*/ 3539901 h 3852421"/>
              <a:gd name="connsiteX18" fmla="*/ 4806748 w 5065355"/>
              <a:gd name="connsiteY18" fmla="*/ 3544794 h 3852421"/>
              <a:gd name="connsiteX19" fmla="*/ 4765129 w 5065355"/>
              <a:gd name="connsiteY19" fmla="*/ 3568040 h 3852421"/>
              <a:gd name="connsiteX20" fmla="*/ 4426673 w 5065355"/>
              <a:gd name="connsiteY20" fmla="*/ 3685984 h 3852421"/>
              <a:gd name="connsiteX21" fmla="*/ 904564 w 5065355"/>
              <a:gd name="connsiteY21" fmla="*/ 3793288 h 3852421"/>
              <a:gd name="connsiteX22" fmla="*/ 451805 w 5065355"/>
              <a:gd name="connsiteY22" fmla="*/ 3738960 h 3852421"/>
              <a:gd name="connsiteX23" fmla="*/ 417467 w 5065355"/>
              <a:gd name="connsiteY23" fmla="*/ 3743134 h 3852421"/>
              <a:gd name="connsiteX24" fmla="*/ 47039 w 5065355"/>
              <a:gd name="connsiteY24" fmla="*/ 3447046 h 3852421"/>
              <a:gd name="connsiteX25" fmla="*/ 38763 w 5065355"/>
              <a:gd name="connsiteY25" fmla="*/ 3414896 h 3852421"/>
              <a:gd name="connsiteX26" fmla="*/ 28376 w 5065355"/>
              <a:gd name="connsiteY26" fmla="*/ 3388641 h 3852421"/>
              <a:gd name="connsiteX27" fmla="*/ 14642 w 5065355"/>
              <a:gd name="connsiteY27" fmla="*/ 2681940 h 3852421"/>
              <a:gd name="connsiteX28" fmla="*/ 141525 w 5065355"/>
              <a:gd name="connsiteY28" fmla="*/ 1290513 h 3852421"/>
              <a:gd name="connsiteX29" fmla="*/ 968842 w 5065355"/>
              <a:gd name="connsiteY29" fmla="*/ 590018 h 3852421"/>
              <a:gd name="connsiteX30" fmla="*/ 986774 w 5065355"/>
              <a:gd name="connsiteY30" fmla="*/ 0 h 3852421"/>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765129 w 5065355"/>
              <a:gd name="connsiteY19" fmla="*/ 3568040 h 3899315"/>
              <a:gd name="connsiteX20" fmla="*/ 4229604 w 5065355"/>
              <a:gd name="connsiteY20" fmla="*/ 3851522 h 3899315"/>
              <a:gd name="connsiteX21" fmla="*/ 904564 w 5065355"/>
              <a:gd name="connsiteY21" fmla="*/ 3793288 h 3899315"/>
              <a:gd name="connsiteX22" fmla="*/ 451805 w 5065355"/>
              <a:gd name="connsiteY22" fmla="*/ 3738960 h 3899315"/>
              <a:gd name="connsiteX23" fmla="*/ 417467 w 5065355"/>
              <a:gd name="connsiteY23" fmla="*/ 3743134 h 3899315"/>
              <a:gd name="connsiteX24" fmla="*/ 47039 w 5065355"/>
              <a:gd name="connsiteY24" fmla="*/ 3447046 h 3899315"/>
              <a:gd name="connsiteX25" fmla="*/ 38763 w 5065355"/>
              <a:gd name="connsiteY25" fmla="*/ 3414896 h 3899315"/>
              <a:gd name="connsiteX26" fmla="*/ 28376 w 5065355"/>
              <a:gd name="connsiteY26" fmla="*/ 3388641 h 3899315"/>
              <a:gd name="connsiteX27" fmla="*/ 14642 w 5065355"/>
              <a:gd name="connsiteY27" fmla="*/ 2681940 h 3899315"/>
              <a:gd name="connsiteX28" fmla="*/ 141525 w 5065355"/>
              <a:gd name="connsiteY28" fmla="*/ 1290513 h 3899315"/>
              <a:gd name="connsiteX29" fmla="*/ 968842 w 5065355"/>
              <a:gd name="connsiteY29" fmla="*/ 590018 h 3899315"/>
              <a:gd name="connsiteX30" fmla="*/ 986774 w 5065355"/>
              <a:gd name="connsiteY30" fmla="*/ 0 h 3899315"/>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765129 w 5065355"/>
              <a:gd name="connsiteY19" fmla="*/ 3568040 h 3899315"/>
              <a:gd name="connsiteX20" fmla="*/ 4229604 w 5065355"/>
              <a:gd name="connsiteY20" fmla="*/ 3851522 h 3899315"/>
              <a:gd name="connsiteX21" fmla="*/ 904564 w 5065355"/>
              <a:gd name="connsiteY21" fmla="*/ 3793288 h 3899315"/>
              <a:gd name="connsiteX22" fmla="*/ 451805 w 5065355"/>
              <a:gd name="connsiteY22" fmla="*/ 3738960 h 3899315"/>
              <a:gd name="connsiteX23" fmla="*/ 417467 w 5065355"/>
              <a:gd name="connsiteY23" fmla="*/ 3743134 h 3899315"/>
              <a:gd name="connsiteX24" fmla="*/ 47039 w 5065355"/>
              <a:gd name="connsiteY24" fmla="*/ 3447046 h 3899315"/>
              <a:gd name="connsiteX25" fmla="*/ 38763 w 5065355"/>
              <a:gd name="connsiteY25" fmla="*/ 3414896 h 3899315"/>
              <a:gd name="connsiteX26" fmla="*/ 28376 w 5065355"/>
              <a:gd name="connsiteY26" fmla="*/ 3388641 h 3899315"/>
              <a:gd name="connsiteX27" fmla="*/ 14642 w 5065355"/>
              <a:gd name="connsiteY27" fmla="*/ 2681940 h 3899315"/>
              <a:gd name="connsiteX28" fmla="*/ 141525 w 5065355"/>
              <a:gd name="connsiteY28" fmla="*/ 1290513 h 3899315"/>
              <a:gd name="connsiteX29" fmla="*/ 968842 w 5065355"/>
              <a:gd name="connsiteY29" fmla="*/ 590018 h 3899315"/>
              <a:gd name="connsiteX30" fmla="*/ 986774 w 5065355"/>
              <a:gd name="connsiteY30" fmla="*/ 0 h 3899315"/>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229604 w 5065355"/>
              <a:gd name="connsiteY19" fmla="*/ 3851522 h 3899315"/>
              <a:gd name="connsiteX20" fmla="*/ 904564 w 5065355"/>
              <a:gd name="connsiteY20" fmla="*/ 3793288 h 3899315"/>
              <a:gd name="connsiteX21" fmla="*/ 451805 w 5065355"/>
              <a:gd name="connsiteY21" fmla="*/ 3738960 h 3899315"/>
              <a:gd name="connsiteX22" fmla="*/ 417467 w 5065355"/>
              <a:gd name="connsiteY22" fmla="*/ 3743134 h 3899315"/>
              <a:gd name="connsiteX23" fmla="*/ 47039 w 5065355"/>
              <a:gd name="connsiteY23" fmla="*/ 3447046 h 3899315"/>
              <a:gd name="connsiteX24" fmla="*/ 38763 w 5065355"/>
              <a:gd name="connsiteY24" fmla="*/ 3414896 h 3899315"/>
              <a:gd name="connsiteX25" fmla="*/ 28376 w 5065355"/>
              <a:gd name="connsiteY25" fmla="*/ 3388641 h 3899315"/>
              <a:gd name="connsiteX26" fmla="*/ 14642 w 5065355"/>
              <a:gd name="connsiteY26" fmla="*/ 2681940 h 3899315"/>
              <a:gd name="connsiteX27" fmla="*/ 141525 w 5065355"/>
              <a:gd name="connsiteY27" fmla="*/ 1290513 h 3899315"/>
              <a:gd name="connsiteX28" fmla="*/ 968842 w 5065355"/>
              <a:gd name="connsiteY28" fmla="*/ 590018 h 3899315"/>
              <a:gd name="connsiteX29" fmla="*/ 986774 w 5065355"/>
              <a:gd name="connsiteY29" fmla="*/ 0 h 3899315"/>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5027369 w 5065355"/>
              <a:gd name="connsiteY13" fmla="*/ 3309275 h 3885853"/>
              <a:gd name="connsiteX14" fmla="*/ 4908386 w 5065355"/>
              <a:gd name="connsiteY14" fmla="*/ 3476562 h 3885853"/>
              <a:gd name="connsiteX15" fmla="*/ 4902444 w 5065355"/>
              <a:gd name="connsiteY15" fmla="*/ 3480940 h 3885853"/>
              <a:gd name="connsiteX16" fmla="*/ 4888108 w 5065355"/>
              <a:gd name="connsiteY16" fmla="*/ 3495204 h 3885853"/>
              <a:gd name="connsiteX17" fmla="*/ 4819819 w 5065355"/>
              <a:gd name="connsiteY17" fmla="*/ 3539901 h 3885853"/>
              <a:gd name="connsiteX18" fmla="*/ 4735804 w 5065355"/>
              <a:gd name="connsiteY18" fmla="*/ 3804925 h 3885853"/>
              <a:gd name="connsiteX19" fmla="*/ 4229604 w 5065355"/>
              <a:gd name="connsiteY19" fmla="*/ 3851522 h 3885853"/>
              <a:gd name="connsiteX20" fmla="*/ 904564 w 5065355"/>
              <a:gd name="connsiteY20" fmla="*/ 3793288 h 3885853"/>
              <a:gd name="connsiteX21" fmla="*/ 451805 w 5065355"/>
              <a:gd name="connsiteY21" fmla="*/ 3738960 h 3885853"/>
              <a:gd name="connsiteX22" fmla="*/ 417467 w 5065355"/>
              <a:gd name="connsiteY22" fmla="*/ 3743134 h 3885853"/>
              <a:gd name="connsiteX23" fmla="*/ 47039 w 5065355"/>
              <a:gd name="connsiteY23" fmla="*/ 3447046 h 3885853"/>
              <a:gd name="connsiteX24" fmla="*/ 38763 w 5065355"/>
              <a:gd name="connsiteY24" fmla="*/ 3414896 h 3885853"/>
              <a:gd name="connsiteX25" fmla="*/ 28376 w 5065355"/>
              <a:gd name="connsiteY25" fmla="*/ 3388641 h 3885853"/>
              <a:gd name="connsiteX26" fmla="*/ 14642 w 5065355"/>
              <a:gd name="connsiteY26" fmla="*/ 2681940 h 3885853"/>
              <a:gd name="connsiteX27" fmla="*/ 141525 w 5065355"/>
              <a:gd name="connsiteY27" fmla="*/ 1290513 h 3885853"/>
              <a:gd name="connsiteX28" fmla="*/ 968842 w 5065355"/>
              <a:gd name="connsiteY28" fmla="*/ 590018 h 3885853"/>
              <a:gd name="connsiteX29" fmla="*/ 986774 w 5065355"/>
              <a:gd name="connsiteY29"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5027369 w 5065355"/>
              <a:gd name="connsiteY13" fmla="*/ 3309275 h 3885853"/>
              <a:gd name="connsiteX14" fmla="*/ 4908386 w 5065355"/>
              <a:gd name="connsiteY14" fmla="*/ 3476562 h 3885853"/>
              <a:gd name="connsiteX15" fmla="*/ 4902444 w 5065355"/>
              <a:gd name="connsiteY15" fmla="*/ 3480940 h 3885853"/>
              <a:gd name="connsiteX16" fmla="*/ 4819819 w 5065355"/>
              <a:gd name="connsiteY16" fmla="*/ 3539901 h 3885853"/>
              <a:gd name="connsiteX17" fmla="*/ 4735804 w 5065355"/>
              <a:gd name="connsiteY17" fmla="*/ 3804925 h 3885853"/>
              <a:gd name="connsiteX18" fmla="*/ 4229604 w 5065355"/>
              <a:gd name="connsiteY18" fmla="*/ 3851522 h 3885853"/>
              <a:gd name="connsiteX19" fmla="*/ 904564 w 5065355"/>
              <a:gd name="connsiteY19" fmla="*/ 3793288 h 3885853"/>
              <a:gd name="connsiteX20" fmla="*/ 451805 w 5065355"/>
              <a:gd name="connsiteY20" fmla="*/ 3738960 h 3885853"/>
              <a:gd name="connsiteX21" fmla="*/ 417467 w 5065355"/>
              <a:gd name="connsiteY21" fmla="*/ 3743134 h 3885853"/>
              <a:gd name="connsiteX22" fmla="*/ 47039 w 5065355"/>
              <a:gd name="connsiteY22" fmla="*/ 3447046 h 3885853"/>
              <a:gd name="connsiteX23" fmla="*/ 38763 w 5065355"/>
              <a:gd name="connsiteY23" fmla="*/ 3414896 h 3885853"/>
              <a:gd name="connsiteX24" fmla="*/ 28376 w 5065355"/>
              <a:gd name="connsiteY24" fmla="*/ 3388641 h 3885853"/>
              <a:gd name="connsiteX25" fmla="*/ 14642 w 5065355"/>
              <a:gd name="connsiteY25" fmla="*/ 2681940 h 3885853"/>
              <a:gd name="connsiteX26" fmla="*/ 141525 w 5065355"/>
              <a:gd name="connsiteY26" fmla="*/ 1290513 h 3885853"/>
              <a:gd name="connsiteX27" fmla="*/ 968842 w 5065355"/>
              <a:gd name="connsiteY27" fmla="*/ 590018 h 3885853"/>
              <a:gd name="connsiteX28" fmla="*/ 986774 w 5065355"/>
              <a:gd name="connsiteY28"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4908386 w 5065355"/>
              <a:gd name="connsiteY13" fmla="*/ 3476562 h 3885853"/>
              <a:gd name="connsiteX14" fmla="*/ 4902444 w 5065355"/>
              <a:gd name="connsiteY14" fmla="*/ 3480940 h 3885853"/>
              <a:gd name="connsiteX15" fmla="*/ 4819819 w 5065355"/>
              <a:gd name="connsiteY15" fmla="*/ 3539901 h 3885853"/>
              <a:gd name="connsiteX16" fmla="*/ 4735804 w 5065355"/>
              <a:gd name="connsiteY16" fmla="*/ 3804925 h 3885853"/>
              <a:gd name="connsiteX17" fmla="*/ 4229604 w 5065355"/>
              <a:gd name="connsiteY17" fmla="*/ 3851522 h 3885853"/>
              <a:gd name="connsiteX18" fmla="*/ 904564 w 5065355"/>
              <a:gd name="connsiteY18" fmla="*/ 3793288 h 3885853"/>
              <a:gd name="connsiteX19" fmla="*/ 451805 w 5065355"/>
              <a:gd name="connsiteY19" fmla="*/ 3738960 h 3885853"/>
              <a:gd name="connsiteX20" fmla="*/ 417467 w 5065355"/>
              <a:gd name="connsiteY20" fmla="*/ 3743134 h 3885853"/>
              <a:gd name="connsiteX21" fmla="*/ 47039 w 5065355"/>
              <a:gd name="connsiteY21" fmla="*/ 3447046 h 3885853"/>
              <a:gd name="connsiteX22" fmla="*/ 38763 w 5065355"/>
              <a:gd name="connsiteY22" fmla="*/ 3414896 h 3885853"/>
              <a:gd name="connsiteX23" fmla="*/ 28376 w 5065355"/>
              <a:gd name="connsiteY23" fmla="*/ 3388641 h 3885853"/>
              <a:gd name="connsiteX24" fmla="*/ 14642 w 5065355"/>
              <a:gd name="connsiteY24" fmla="*/ 2681940 h 3885853"/>
              <a:gd name="connsiteX25" fmla="*/ 141525 w 5065355"/>
              <a:gd name="connsiteY25" fmla="*/ 1290513 h 3885853"/>
              <a:gd name="connsiteX26" fmla="*/ 968842 w 5065355"/>
              <a:gd name="connsiteY26" fmla="*/ 590018 h 3885853"/>
              <a:gd name="connsiteX27" fmla="*/ 986774 w 5065355"/>
              <a:gd name="connsiteY27"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4908386 w 5065355"/>
              <a:gd name="connsiteY12" fmla="*/ 3476562 h 3885853"/>
              <a:gd name="connsiteX13" fmla="*/ 4902444 w 5065355"/>
              <a:gd name="connsiteY13" fmla="*/ 3480940 h 3885853"/>
              <a:gd name="connsiteX14" fmla="*/ 4819819 w 5065355"/>
              <a:gd name="connsiteY14" fmla="*/ 3539901 h 3885853"/>
              <a:gd name="connsiteX15" fmla="*/ 4735804 w 5065355"/>
              <a:gd name="connsiteY15" fmla="*/ 3804925 h 3885853"/>
              <a:gd name="connsiteX16" fmla="*/ 4229604 w 5065355"/>
              <a:gd name="connsiteY16" fmla="*/ 3851522 h 3885853"/>
              <a:gd name="connsiteX17" fmla="*/ 904564 w 5065355"/>
              <a:gd name="connsiteY17" fmla="*/ 3793288 h 3885853"/>
              <a:gd name="connsiteX18" fmla="*/ 451805 w 5065355"/>
              <a:gd name="connsiteY18" fmla="*/ 3738960 h 3885853"/>
              <a:gd name="connsiteX19" fmla="*/ 417467 w 5065355"/>
              <a:gd name="connsiteY19" fmla="*/ 3743134 h 3885853"/>
              <a:gd name="connsiteX20" fmla="*/ 47039 w 5065355"/>
              <a:gd name="connsiteY20" fmla="*/ 3447046 h 3885853"/>
              <a:gd name="connsiteX21" fmla="*/ 38763 w 5065355"/>
              <a:gd name="connsiteY21" fmla="*/ 3414896 h 3885853"/>
              <a:gd name="connsiteX22" fmla="*/ 28376 w 5065355"/>
              <a:gd name="connsiteY22" fmla="*/ 3388641 h 3885853"/>
              <a:gd name="connsiteX23" fmla="*/ 14642 w 5065355"/>
              <a:gd name="connsiteY23" fmla="*/ 2681940 h 3885853"/>
              <a:gd name="connsiteX24" fmla="*/ 141525 w 5065355"/>
              <a:gd name="connsiteY24" fmla="*/ 1290513 h 3885853"/>
              <a:gd name="connsiteX25" fmla="*/ 968842 w 5065355"/>
              <a:gd name="connsiteY25" fmla="*/ 590018 h 3885853"/>
              <a:gd name="connsiteX26" fmla="*/ 986774 w 5065355"/>
              <a:gd name="connsiteY26"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58773 w 5065097"/>
              <a:gd name="connsiteY8" fmla="*/ 3171941 h 3885853"/>
              <a:gd name="connsiteX9" fmla="*/ 5057188 w 5065097"/>
              <a:gd name="connsiteY9" fmla="*/ 3190910 h 3885853"/>
              <a:gd name="connsiteX10" fmla="*/ 5033762 w 5065097"/>
              <a:gd name="connsiteY10" fmla="*/ 3281910 h 3885853"/>
              <a:gd name="connsiteX11" fmla="*/ 4908386 w 5065097"/>
              <a:gd name="connsiteY11" fmla="*/ 3476562 h 3885853"/>
              <a:gd name="connsiteX12" fmla="*/ 4902444 w 5065097"/>
              <a:gd name="connsiteY12" fmla="*/ 3480940 h 3885853"/>
              <a:gd name="connsiteX13" fmla="*/ 4819819 w 5065097"/>
              <a:gd name="connsiteY13" fmla="*/ 3539901 h 3885853"/>
              <a:gd name="connsiteX14" fmla="*/ 4735804 w 5065097"/>
              <a:gd name="connsiteY14" fmla="*/ 3804925 h 3885853"/>
              <a:gd name="connsiteX15" fmla="*/ 4229604 w 5065097"/>
              <a:gd name="connsiteY15" fmla="*/ 3851522 h 3885853"/>
              <a:gd name="connsiteX16" fmla="*/ 904564 w 5065097"/>
              <a:gd name="connsiteY16" fmla="*/ 3793288 h 3885853"/>
              <a:gd name="connsiteX17" fmla="*/ 451805 w 5065097"/>
              <a:gd name="connsiteY17" fmla="*/ 3738960 h 3885853"/>
              <a:gd name="connsiteX18" fmla="*/ 417467 w 5065097"/>
              <a:gd name="connsiteY18" fmla="*/ 3743134 h 3885853"/>
              <a:gd name="connsiteX19" fmla="*/ 47039 w 5065097"/>
              <a:gd name="connsiteY19" fmla="*/ 3447046 h 3885853"/>
              <a:gd name="connsiteX20" fmla="*/ 38763 w 5065097"/>
              <a:gd name="connsiteY20" fmla="*/ 3414896 h 3885853"/>
              <a:gd name="connsiteX21" fmla="*/ 28376 w 5065097"/>
              <a:gd name="connsiteY21" fmla="*/ 3388641 h 3885853"/>
              <a:gd name="connsiteX22" fmla="*/ 14642 w 5065097"/>
              <a:gd name="connsiteY22" fmla="*/ 2681940 h 3885853"/>
              <a:gd name="connsiteX23" fmla="*/ 141525 w 5065097"/>
              <a:gd name="connsiteY23" fmla="*/ 1290513 h 3885853"/>
              <a:gd name="connsiteX24" fmla="*/ 968842 w 5065097"/>
              <a:gd name="connsiteY24" fmla="*/ 590018 h 3885853"/>
              <a:gd name="connsiteX25" fmla="*/ 986774 w 5065097"/>
              <a:gd name="connsiteY25"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58773 w 5065097"/>
              <a:gd name="connsiteY8" fmla="*/ 3171941 h 3885853"/>
              <a:gd name="connsiteX9" fmla="*/ 5033762 w 5065097"/>
              <a:gd name="connsiteY9" fmla="*/ 3281910 h 3885853"/>
              <a:gd name="connsiteX10" fmla="*/ 4908386 w 5065097"/>
              <a:gd name="connsiteY10" fmla="*/ 3476562 h 3885853"/>
              <a:gd name="connsiteX11" fmla="*/ 4902444 w 5065097"/>
              <a:gd name="connsiteY11" fmla="*/ 3480940 h 3885853"/>
              <a:gd name="connsiteX12" fmla="*/ 4819819 w 5065097"/>
              <a:gd name="connsiteY12" fmla="*/ 3539901 h 3885853"/>
              <a:gd name="connsiteX13" fmla="*/ 4735804 w 5065097"/>
              <a:gd name="connsiteY13" fmla="*/ 3804925 h 3885853"/>
              <a:gd name="connsiteX14" fmla="*/ 4229604 w 5065097"/>
              <a:gd name="connsiteY14" fmla="*/ 3851522 h 3885853"/>
              <a:gd name="connsiteX15" fmla="*/ 904564 w 5065097"/>
              <a:gd name="connsiteY15" fmla="*/ 3793288 h 3885853"/>
              <a:gd name="connsiteX16" fmla="*/ 451805 w 5065097"/>
              <a:gd name="connsiteY16" fmla="*/ 3738960 h 3885853"/>
              <a:gd name="connsiteX17" fmla="*/ 417467 w 5065097"/>
              <a:gd name="connsiteY17" fmla="*/ 3743134 h 3885853"/>
              <a:gd name="connsiteX18" fmla="*/ 47039 w 5065097"/>
              <a:gd name="connsiteY18" fmla="*/ 3447046 h 3885853"/>
              <a:gd name="connsiteX19" fmla="*/ 38763 w 5065097"/>
              <a:gd name="connsiteY19" fmla="*/ 3414896 h 3885853"/>
              <a:gd name="connsiteX20" fmla="*/ 28376 w 5065097"/>
              <a:gd name="connsiteY20" fmla="*/ 3388641 h 3885853"/>
              <a:gd name="connsiteX21" fmla="*/ 14642 w 5065097"/>
              <a:gd name="connsiteY21" fmla="*/ 2681940 h 3885853"/>
              <a:gd name="connsiteX22" fmla="*/ 141525 w 5065097"/>
              <a:gd name="connsiteY22" fmla="*/ 1290513 h 3885853"/>
              <a:gd name="connsiteX23" fmla="*/ 968842 w 5065097"/>
              <a:gd name="connsiteY23" fmla="*/ 590018 h 3885853"/>
              <a:gd name="connsiteX24" fmla="*/ 986774 w 5065097"/>
              <a:gd name="connsiteY24"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33762 w 5065097"/>
              <a:gd name="connsiteY8" fmla="*/ 3281910 h 3885853"/>
              <a:gd name="connsiteX9" fmla="*/ 4908386 w 5065097"/>
              <a:gd name="connsiteY9" fmla="*/ 3476562 h 3885853"/>
              <a:gd name="connsiteX10" fmla="*/ 4902444 w 5065097"/>
              <a:gd name="connsiteY10" fmla="*/ 3480940 h 3885853"/>
              <a:gd name="connsiteX11" fmla="*/ 4819819 w 5065097"/>
              <a:gd name="connsiteY11" fmla="*/ 3539901 h 3885853"/>
              <a:gd name="connsiteX12" fmla="*/ 4735804 w 5065097"/>
              <a:gd name="connsiteY12" fmla="*/ 3804925 h 3885853"/>
              <a:gd name="connsiteX13" fmla="*/ 4229604 w 5065097"/>
              <a:gd name="connsiteY13" fmla="*/ 3851522 h 3885853"/>
              <a:gd name="connsiteX14" fmla="*/ 904564 w 5065097"/>
              <a:gd name="connsiteY14" fmla="*/ 3793288 h 3885853"/>
              <a:gd name="connsiteX15" fmla="*/ 451805 w 5065097"/>
              <a:gd name="connsiteY15" fmla="*/ 3738960 h 3885853"/>
              <a:gd name="connsiteX16" fmla="*/ 417467 w 5065097"/>
              <a:gd name="connsiteY16" fmla="*/ 3743134 h 3885853"/>
              <a:gd name="connsiteX17" fmla="*/ 47039 w 5065097"/>
              <a:gd name="connsiteY17" fmla="*/ 3447046 h 3885853"/>
              <a:gd name="connsiteX18" fmla="*/ 38763 w 5065097"/>
              <a:gd name="connsiteY18" fmla="*/ 3414896 h 3885853"/>
              <a:gd name="connsiteX19" fmla="*/ 28376 w 5065097"/>
              <a:gd name="connsiteY19" fmla="*/ 3388641 h 3885853"/>
              <a:gd name="connsiteX20" fmla="*/ 14642 w 5065097"/>
              <a:gd name="connsiteY20" fmla="*/ 2681940 h 3885853"/>
              <a:gd name="connsiteX21" fmla="*/ 141525 w 5065097"/>
              <a:gd name="connsiteY21" fmla="*/ 1290513 h 3885853"/>
              <a:gd name="connsiteX22" fmla="*/ 968842 w 5065097"/>
              <a:gd name="connsiteY22" fmla="*/ 590018 h 3885853"/>
              <a:gd name="connsiteX23" fmla="*/ 986774 w 5065097"/>
              <a:gd name="connsiteY23"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33762 w 5065097"/>
              <a:gd name="connsiteY8" fmla="*/ 3281910 h 3885853"/>
              <a:gd name="connsiteX9" fmla="*/ 4908386 w 5065097"/>
              <a:gd name="connsiteY9" fmla="*/ 3476562 h 3885853"/>
              <a:gd name="connsiteX10" fmla="*/ 4819819 w 5065097"/>
              <a:gd name="connsiteY10" fmla="*/ 3539901 h 3885853"/>
              <a:gd name="connsiteX11" fmla="*/ 4735804 w 5065097"/>
              <a:gd name="connsiteY11" fmla="*/ 3804925 h 3885853"/>
              <a:gd name="connsiteX12" fmla="*/ 4229604 w 5065097"/>
              <a:gd name="connsiteY12" fmla="*/ 3851522 h 3885853"/>
              <a:gd name="connsiteX13" fmla="*/ 904564 w 5065097"/>
              <a:gd name="connsiteY13" fmla="*/ 3793288 h 3885853"/>
              <a:gd name="connsiteX14" fmla="*/ 451805 w 5065097"/>
              <a:gd name="connsiteY14" fmla="*/ 3738960 h 3885853"/>
              <a:gd name="connsiteX15" fmla="*/ 417467 w 5065097"/>
              <a:gd name="connsiteY15" fmla="*/ 3743134 h 3885853"/>
              <a:gd name="connsiteX16" fmla="*/ 47039 w 5065097"/>
              <a:gd name="connsiteY16" fmla="*/ 3447046 h 3885853"/>
              <a:gd name="connsiteX17" fmla="*/ 38763 w 5065097"/>
              <a:gd name="connsiteY17" fmla="*/ 3414896 h 3885853"/>
              <a:gd name="connsiteX18" fmla="*/ 28376 w 5065097"/>
              <a:gd name="connsiteY18" fmla="*/ 3388641 h 3885853"/>
              <a:gd name="connsiteX19" fmla="*/ 14642 w 5065097"/>
              <a:gd name="connsiteY19" fmla="*/ 2681940 h 3885853"/>
              <a:gd name="connsiteX20" fmla="*/ 141525 w 5065097"/>
              <a:gd name="connsiteY20" fmla="*/ 1290513 h 3885853"/>
              <a:gd name="connsiteX21" fmla="*/ 968842 w 5065097"/>
              <a:gd name="connsiteY21" fmla="*/ 590018 h 3885853"/>
              <a:gd name="connsiteX22" fmla="*/ 986774 w 5065097"/>
              <a:gd name="connsiteY22"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08386 w 5065543"/>
              <a:gd name="connsiteY8" fmla="*/ 3476562 h 3885853"/>
              <a:gd name="connsiteX9" fmla="*/ 4819819 w 5065543"/>
              <a:gd name="connsiteY9" fmla="*/ 3539901 h 3885853"/>
              <a:gd name="connsiteX10" fmla="*/ 4735804 w 5065543"/>
              <a:gd name="connsiteY10" fmla="*/ 3804925 h 3885853"/>
              <a:gd name="connsiteX11" fmla="*/ 4229604 w 5065543"/>
              <a:gd name="connsiteY11" fmla="*/ 3851522 h 3885853"/>
              <a:gd name="connsiteX12" fmla="*/ 904564 w 5065543"/>
              <a:gd name="connsiteY12" fmla="*/ 3793288 h 3885853"/>
              <a:gd name="connsiteX13" fmla="*/ 451805 w 5065543"/>
              <a:gd name="connsiteY13" fmla="*/ 3738960 h 3885853"/>
              <a:gd name="connsiteX14" fmla="*/ 417467 w 5065543"/>
              <a:gd name="connsiteY14" fmla="*/ 3743134 h 3885853"/>
              <a:gd name="connsiteX15" fmla="*/ 47039 w 5065543"/>
              <a:gd name="connsiteY15" fmla="*/ 3447046 h 3885853"/>
              <a:gd name="connsiteX16" fmla="*/ 38763 w 5065543"/>
              <a:gd name="connsiteY16" fmla="*/ 3414896 h 3885853"/>
              <a:gd name="connsiteX17" fmla="*/ 28376 w 5065543"/>
              <a:gd name="connsiteY17" fmla="*/ 3388641 h 3885853"/>
              <a:gd name="connsiteX18" fmla="*/ 14642 w 5065543"/>
              <a:gd name="connsiteY18" fmla="*/ 2681940 h 3885853"/>
              <a:gd name="connsiteX19" fmla="*/ 141525 w 5065543"/>
              <a:gd name="connsiteY19" fmla="*/ 1290513 h 3885853"/>
              <a:gd name="connsiteX20" fmla="*/ 968842 w 5065543"/>
              <a:gd name="connsiteY20" fmla="*/ 590018 h 3885853"/>
              <a:gd name="connsiteX21" fmla="*/ 986774 w 5065543"/>
              <a:gd name="connsiteY21"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08386 w 5065543"/>
              <a:gd name="connsiteY8" fmla="*/ 3476562 h 3885853"/>
              <a:gd name="connsiteX9" fmla="*/ 4993239 w 5065543"/>
              <a:gd name="connsiteY9" fmla="*/ 3784266 h 3885853"/>
              <a:gd name="connsiteX10" fmla="*/ 4735804 w 5065543"/>
              <a:gd name="connsiteY10" fmla="*/ 3804925 h 3885853"/>
              <a:gd name="connsiteX11" fmla="*/ 4229604 w 5065543"/>
              <a:gd name="connsiteY11" fmla="*/ 3851522 h 3885853"/>
              <a:gd name="connsiteX12" fmla="*/ 904564 w 5065543"/>
              <a:gd name="connsiteY12" fmla="*/ 3793288 h 3885853"/>
              <a:gd name="connsiteX13" fmla="*/ 451805 w 5065543"/>
              <a:gd name="connsiteY13" fmla="*/ 3738960 h 3885853"/>
              <a:gd name="connsiteX14" fmla="*/ 417467 w 5065543"/>
              <a:gd name="connsiteY14" fmla="*/ 3743134 h 3885853"/>
              <a:gd name="connsiteX15" fmla="*/ 47039 w 5065543"/>
              <a:gd name="connsiteY15" fmla="*/ 3447046 h 3885853"/>
              <a:gd name="connsiteX16" fmla="*/ 38763 w 5065543"/>
              <a:gd name="connsiteY16" fmla="*/ 3414896 h 3885853"/>
              <a:gd name="connsiteX17" fmla="*/ 28376 w 5065543"/>
              <a:gd name="connsiteY17" fmla="*/ 3388641 h 3885853"/>
              <a:gd name="connsiteX18" fmla="*/ 14642 w 5065543"/>
              <a:gd name="connsiteY18" fmla="*/ 2681940 h 3885853"/>
              <a:gd name="connsiteX19" fmla="*/ 141525 w 5065543"/>
              <a:gd name="connsiteY19" fmla="*/ 1290513 h 3885853"/>
              <a:gd name="connsiteX20" fmla="*/ 968842 w 5065543"/>
              <a:gd name="connsiteY20" fmla="*/ 590018 h 3885853"/>
              <a:gd name="connsiteX21" fmla="*/ 986774 w 5065543"/>
              <a:gd name="connsiteY21"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735804 w 5065543"/>
              <a:gd name="connsiteY9" fmla="*/ 3804925 h 3885853"/>
              <a:gd name="connsiteX10" fmla="*/ 4229604 w 5065543"/>
              <a:gd name="connsiteY10" fmla="*/ 3851522 h 3885853"/>
              <a:gd name="connsiteX11" fmla="*/ 904564 w 5065543"/>
              <a:gd name="connsiteY11" fmla="*/ 3793288 h 3885853"/>
              <a:gd name="connsiteX12" fmla="*/ 451805 w 5065543"/>
              <a:gd name="connsiteY12" fmla="*/ 3738960 h 3885853"/>
              <a:gd name="connsiteX13" fmla="*/ 417467 w 5065543"/>
              <a:gd name="connsiteY13" fmla="*/ 3743134 h 3885853"/>
              <a:gd name="connsiteX14" fmla="*/ 47039 w 5065543"/>
              <a:gd name="connsiteY14" fmla="*/ 3447046 h 3885853"/>
              <a:gd name="connsiteX15" fmla="*/ 38763 w 5065543"/>
              <a:gd name="connsiteY15" fmla="*/ 3414896 h 3885853"/>
              <a:gd name="connsiteX16" fmla="*/ 28376 w 5065543"/>
              <a:gd name="connsiteY16" fmla="*/ 3388641 h 3885853"/>
              <a:gd name="connsiteX17" fmla="*/ 14642 w 5065543"/>
              <a:gd name="connsiteY17" fmla="*/ 2681940 h 3885853"/>
              <a:gd name="connsiteX18" fmla="*/ 141525 w 5065543"/>
              <a:gd name="connsiteY18" fmla="*/ 1290513 h 3885853"/>
              <a:gd name="connsiteX19" fmla="*/ 968842 w 5065543"/>
              <a:gd name="connsiteY19" fmla="*/ 590018 h 3885853"/>
              <a:gd name="connsiteX20" fmla="*/ 986774 w 5065543"/>
              <a:gd name="connsiteY20"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4993239 w 5065543"/>
              <a:gd name="connsiteY7" fmla="*/ 3784266 h 3885853"/>
              <a:gd name="connsiteX8" fmla="*/ 4229604 w 5065543"/>
              <a:gd name="connsiteY8" fmla="*/ 3851522 h 3885853"/>
              <a:gd name="connsiteX9" fmla="*/ 904564 w 5065543"/>
              <a:gd name="connsiteY9" fmla="*/ 3793288 h 3885853"/>
              <a:gd name="connsiteX10" fmla="*/ 451805 w 5065543"/>
              <a:gd name="connsiteY10" fmla="*/ 3738960 h 3885853"/>
              <a:gd name="connsiteX11" fmla="*/ 417467 w 5065543"/>
              <a:gd name="connsiteY11" fmla="*/ 3743134 h 3885853"/>
              <a:gd name="connsiteX12" fmla="*/ 47039 w 5065543"/>
              <a:gd name="connsiteY12" fmla="*/ 3447046 h 3885853"/>
              <a:gd name="connsiteX13" fmla="*/ 38763 w 5065543"/>
              <a:gd name="connsiteY13" fmla="*/ 3414896 h 3885853"/>
              <a:gd name="connsiteX14" fmla="*/ 28376 w 5065543"/>
              <a:gd name="connsiteY14" fmla="*/ 3388641 h 3885853"/>
              <a:gd name="connsiteX15" fmla="*/ 14642 w 5065543"/>
              <a:gd name="connsiteY15" fmla="*/ 2681940 h 3885853"/>
              <a:gd name="connsiteX16" fmla="*/ 141525 w 5065543"/>
              <a:gd name="connsiteY16" fmla="*/ 1290513 h 3885853"/>
              <a:gd name="connsiteX17" fmla="*/ 968842 w 5065543"/>
              <a:gd name="connsiteY17" fmla="*/ 590018 h 3885853"/>
              <a:gd name="connsiteX18" fmla="*/ 986774 w 5065543"/>
              <a:gd name="connsiteY18" fmla="*/ 0 h 3885853"/>
              <a:gd name="connsiteX0" fmla="*/ 986774 w 5073884"/>
              <a:gd name="connsiteY0" fmla="*/ 0 h 3885853"/>
              <a:gd name="connsiteX1" fmla="*/ 1598492 w 5073884"/>
              <a:gd name="connsiteY1" fmla="*/ 571743 h 3885853"/>
              <a:gd name="connsiteX2" fmla="*/ 4623587 w 5073884"/>
              <a:gd name="connsiteY2" fmla="*/ 815032 h 3885853"/>
              <a:gd name="connsiteX3" fmla="*/ 5045794 w 5073884"/>
              <a:gd name="connsiteY3" fmla="*/ 2583837 h 3885853"/>
              <a:gd name="connsiteX4" fmla="*/ 5065097 w 5073884"/>
              <a:gd name="connsiteY4" fmla="*/ 3007422 h 3885853"/>
              <a:gd name="connsiteX5" fmla="*/ 5059336 w 5073884"/>
              <a:gd name="connsiteY5" fmla="*/ 3165214 h 3885853"/>
              <a:gd name="connsiteX6" fmla="*/ 4993239 w 5073884"/>
              <a:gd name="connsiteY6" fmla="*/ 3784266 h 3885853"/>
              <a:gd name="connsiteX7" fmla="*/ 4229604 w 5073884"/>
              <a:gd name="connsiteY7" fmla="*/ 3851522 h 3885853"/>
              <a:gd name="connsiteX8" fmla="*/ 904564 w 5073884"/>
              <a:gd name="connsiteY8" fmla="*/ 3793288 h 3885853"/>
              <a:gd name="connsiteX9" fmla="*/ 451805 w 5073884"/>
              <a:gd name="connsiteY9" fmla="*/ 3738960 h 3885853"/>
              <a:gd name="connsiteX10" fmla="*/ 417467 w 5073884"/>
              <a:gd name="connsiteY10" fmla="*/ 3743134 h 3885853"/>
              <a:gd name="connsiteX11" fmla="*/ 47039 w 5073884"/>
              <a:gd name="connsiteY11" fmla="*/ 3447046 h 3885853"/>
              <a:gd name="connsiteX12" fmla="*/ 38763 w 5073884"/>
              <a:gd name="connsiteY12" fmla="*/ 3414896 h 3885853"/>
              <a:gd name="connsiteX13" fmla="*/ 28376 w 5073884"/>
              <a:gd name="connsiteY13" fmla="*/ 3388641 h 3885853"/>
              <a:gd name="connsiteX14" fmla="*/ 14642 w 5073884"/>
              <a:gd name="connsiteY14" fmla="*/ 2681940 h 3885853"/>
              <a:gd name="connsiteX15" fmla="*/ 141525 w 5073884"/>
              <a:gd name="connsiteY15" fmla="*/ 1290513 h 3885853"/>
              <a:gd name="connsiteX16" fmla="*/ 968842 w 5073884"/>
              <a:gd name="connsiteY16" fmla="*/ 590018 h 3885853"/>
              <a:gd name="connsiteX17" fmla="*/ 986774 w 5073884"/>
              <a:gd name="connsiteY17" fmla="*/ 0 h 3885853"/>
              <a:gd name="connsiteX0" fmla="*/ 986774 w 5078114"/>
              <a:gd name="connsiteY0" fmla="*/ 0 h 3885853"/>
              <a:gd name="connsiteX1" fmla="*/ 1598492 w 5078114"/>
              <a:gd name="connsiteY1" fmla="*/ 571743 h 3885853"/>
              <a:gd name="connsiteX2" fmla="*/ 4623587 w 5078114"/>
              <a:gd name="connsiteY2" fmla="*/ 815032 h 3885853"/>
              <a:gd name="connsiteX3" fmla="*/ 5045794 w 5078114"/>
              <a:gd name="connsiteY3" fmla="*/ 2583837 h 3885853"/>
              <a:gd name="connsiteX4" fmla="*/ 5065097 w 5078114"/>
              <a:gd name="connsiteY4" fmla="*/ 3007422 h 3885853"/>
              <a:gd name="connsiteX5" fmla="*/ 4993239 w 5078114"/>
              <a:gd name="connsiteY5" fmla="*/ 3784266 h 3885853"/>
              <a:gd name="connsiteX6" fmla="*/ 4229604 w 5078114"/>
              <a:gd name="connsiteY6" fmla="*/ 3851522 h 3885853"/>
              <a:gd name="connsiteX7" fmla="*/ 904564 w 5078114"/>
              <a:gd name="connsiteY7" fmla="*/ 3793288 h 3885853"/>
              <a:gd name="connsiteX8" fmla="*/ 451805 w 5078114"/>
              <a:gd name="connsiteY8" fmla="*/ 3738960 h 3885853"/>
              <a:gd name="connsiteX9" fmla="*/ 417467 w 5078114"/>
              <a:gd name="connsiteY9" fmla="*/ 3743134 h 3885853"/>
              <a:gd name="connsiteX10" fmla="*/ 47039 w 5078114"/>
              <a:gd name="connsiteY10" fmla="*/ 3447046 h 3885853"/>
              <a:gd name="connsiteX11" fmla="*/ 38763 w 5078114"/>
              <a:gd name="connsiteY11" fmla="*/ 3414896 h 3885853"/>
              <a:gd name="connsiteX12" fmla="*/ 28376 w 5078114"/>
              <a:gd name="connsiteY12" fmla="*/ 3388641 h 3885853"/>
              <a:gd name="connsiteX13" fmla="*/ 14642 w 5078114"/>
              <a:gd name="connsiteY13" fmla="*/ 2681940 h 3885853"/>
              <a:gd name="connsiteX14" fmla="*/ 141525 w 5078114"/>
              <a:gd name="connsiteY14" fmla="*/ 1290513 h 3885853"/>
              <a:gd name="connsiteX15" fmla="*/ 968842 w 5078114"/>
              <a:gd name="connsiteY15" fmla="*/ 590018 h 3885853"/>
              <a:gd name="connsiteX16" fmla="*/ 986774 w 5078114"/>
              <a:gd name="connsiteY16" fmla="*/ 0 h 3885853"/>
              <a:gd name="connsiteX0" fmla="*/ 986774 w 5094085"/>
              <a:gd name="connsiteY0" fmla="*/ 0 h 3885853"/>
              <a:gd name="connsiteX1" fmla="*/ 1598492 w 5094085"/>
              <a:gd name="connsiteY1" fmla="*/ 571743 h 3885853"/>
              <a:gd name="connsiteX2" fmla="*/ 4623587 w 5094085"/>
              <a:gd name="connsiteY2" fmla="*/ 815032 h 3885853"/>
              <a:gd name="connsiteX3" fmla="*/ 5045794 w 5094085"/>
              <a:gd name="connsiteY3" fmla="*/ 2583837 h 3885853"/>
              <a:gd name="connsiteX4" fmla="*/ 4993239 w 5094085"/>
              <a:gd name="connsiteY4" fmla="*/ 3784266 h 3885853"/>
              <a:gd name="connsiteX5" fmla="*/ 4229604 w 5094085"/>
              <a:gd name="connsiteY5" fmla="*/ 3851522 h 3885853"/>
              <a:gd name="connsiteX6" fmla="*/ 904564 w 5094085"/>
              <a:gd name="connsiteY6" fmla="*/ 3793288 h 3885853"/>
              <a:gd name="connsiteX7" fmla="*/ 451805 w 5094085"/>
              <a:gd name="connsiteY7" fmla="*/ 3738960 h 3885853"/>
              <a:gd name="connsiteX8" fmla="*/ 417467 w 5094085"/>
              <a:gd name="connsiteY8" fmla="*/ 3743134 h 3885853"/>
              <a:gd name="connsiteX9" fmla="*/ 47039 w 5094085"/>
              <a:gd name="connsiteY9" fmla="*/ 3447046 h 3885853"/>
              <a:gd name="connsiteX10" fmla="*/ 38763 w 5094085"/>
              <a:gd name="connsiteY10" fmla="*/ 3414896 h 3885853"/>
              <a:gd name="connsiteX11" fmla="*/ 28376 w 5094085"/>
              <a:gd name="connsiteY11" fmla="*/ 3388641 h 3885853"/>
              <a:gd name="connsiteX12" fmla="*/ 14642 w 5094085"/>
              <a:gd name="connsiteY12" fmla="*/ 2681940 h 3885853"/>
              <a:gd name="connsiteX13" fmla="*/ 141525 w 5094085"/>
              <a:gd name="connsiteY13" fmla="*/ 1290513 h 3885853"/>
              <a:gd name="connsiteX14" fmla="*/ 968842 w 5094085"/>
              <a:gd name="connsiteY14" fmla="*/ 590018 h 3885853"/>
              <a:gd name="connsiteX15" fmla="*/ 986774 w 5094085"/>
              <a:gd name="connsiteY15" fmla="*/ 0 h 3885853"/>
              <a:gd name="connsiteX0" fmla="*/ 986774 w 5062386"/>
              <a:gd name="connsiteY0" fmla="*/ 0 h 3895361"/>
              <a:gd name="connsiteX1" fmla="*/ 1598492 w 5062386"/>
              <a:gd name="connsiteY1" fmla="*/ 571743 h 3895361"/>
              <a:gd name="connsiteX2" fmla="*/ 4623587 w 5062386"/>
              <a:gd name="connsiteY2" fmla="*/ 815032 h 3895361"/>
              <a:gd name="connsiteX3" fmla="*/ 5045794 w 5062386"/>
              <a:gd name="connsiteY3" fmla="*/ 2583837 h 3895361"/>
              <a:gd name="connsiteX4" fmla="*/ 4851350 w 5062386"/>
              <a:gd name="connsiteY4" fmla="*/ 3634494 h 3895361"/>
              <a:gd name="connsiteX5" fmla="*/ 4229604 w 5062386"/>
              <a:gd name="connsiteY5" fmla="*/ 3851522 h 3895361"/>
              <a:gd name="connsiteX6" fmla="*/ 904564 w 5062386"/>
              <a:gd name="connsiteY6" fmla="*/ 3793288 h 3895361"/>
              <a:gd name="connsiteX7" fmla="*/ 451805 w 5062386"/>
              <a:gd name="connsiteY7" fmla="*/ 3738960 h 3895361"/>
              <a:gd name="connsiteX8" fmla="*/ 417467 w 5062386"/>
              <a:gd name="connsiteY8" fmla="*/ 3743134 h 3895361"/>
              <a:gd name="connsiteX9" fmla="*/ 47039 w 5062386"/>
              <a:gd name="connsiteY9" fmla="*/ 3447046 h 3895361"/>
              <a:gd name="connsiteX10" fmla="*/ 38763 w 5062386"/>
              <a:gd name="connsiteY10" fmla="*/ 3414896 h 3895361"/>
              <a:gd name="connsiteX11" fmla="*/ 28376 w 5062386"/>
              <a:gd name="connsiteY11" fmla="*/ 3388641 h 3895361"/>
              <a:gd name="connsiteX12" fmla="*/ 14642 w 5062386"/>
              <a:gd name="connsiteY12" fmla="*/ 2681940 h 3895361"/>
              <a:gd name="connsiteX13" fmla="*/ 141525 w 5062386"/>
              <a:gd name="connsiteY13" fmla="*/ 1290513 h 3895361"/>
              <a:gd name="connsiteX14" fmla="*/ 968842 w 5062386"/>
              <a:gd name="connsiteY14" fmla="*/ 590018 h 3895361"/>
              <a:gd name="connsiteX15" fmla="*/ 986774 w 5062386"/>
              <a:gd name="connsiteY15" fmla="*/ 0 h 3895361"/>
              <a:gd name="connsiteX0" fmla="*/ 986774 w 5051609"/>
              <a:gd name="connsiteY0" fmla="*/ 0 h 3895361"/>
              <a:gd name="connsiteX1" fmla="*/ 1598492 w 5051609"/>
              <a:gd name="connsiteY1" fmla="*/ 571743 h 3895361"/>
              <a:gd name="connsiteX2" fmla="*/ 4623587 w 5051609"/>
              <a:gd name="connsiteY2" fmla="*/ 815032 h 3895361"/>
              <a:gd name="connsiteX3" fmla="*/ 5045794 w 5051609"/>
              <a:gd name="connsiteY3" fmla="*/ 2583837 h 3895361"/>
              <a:gd name="connsiteX4" fmla="*/ 4851350 w 5051609"/>
              <a:gd name="connsiteY4" fmla="*/ 3634494 h 3895361"/>
              <a:gd name="connsiteX5" fmla="*/ 4229604 w 5051609"/>
              <a:gd name="connsiteY5" fmla="*/ 3851522 h 3895361"/>
              <a:gd name="connsiteX6" fmla="*/ 904564 w 5051609"/>
              <a:gd name="connsiteY6" fmla="*/ 3793288 h 3895361"/>
              <a:gd name="connsiteX7" fmla="*/ 451805 w 5051609"/>
              <a:gd name="connsiteY7" fmla="*/ 3738960 h 3895361"/>
              <a:gd name="connsiteX8" fmla="*/ 417467 w 5051609"/>
              <a:gd name="connsiteY8" fmla="*/ 3743134 h 3895361"/>
              <a:gd name="connsiteX9" fmla="*/ 47039 w 5051609"/>
              <a:gd name="connsiteY9" fmla="*/ 3447046 h 3895361"/>
              <a:gd name="connsiteX10" fmla="*/ 38763 w 5051609"/>
              <a:gd name="connsiteY10" fmla="*/ 3414896 h 3895361"/>
              <a:gd name="connsiteX11" fmla="*/ 28376 w 5051609"/>
              <a:gd name="connsiteY11" fmla="*/ 3388641 h 3895361"/>
              <a:gd name="connsiteX12" fmla="*/ 14642 w 5051609"/>
              <a:gd name="connsiteY12" fmla="*/ 2681940 h 3895361"/>
              <a:gd name="connsiteX13" fmla="*/ 141525 w 5051609"/>
              <a:gd name="connsiteY13" fmla="*/ 1290513 h 3895361"/>
              <a:gd name="connsiteX14" fmla="*/ 968842 w 5051609"/>
              <a:gd name="connsiteY14" fmla="*/ 590018 h 3895361"/>
              <a:gd name="connsiteX15" fmla="*/ 986774 w 5051609"/>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992101"/>
              <a:gd name="connsiteX1" fmla="*/ 1598492 w 5100973"/>
              <a:gd name="connsiteY1" fmla="*/ 571743 h 3992101"/>
              <a:gd name="connsiteX2" fmla="*/ 4623587 w 5100973"/>
              <a:gd name="connsiteY2" fmla="*/ 815032 h 3992101"/>
              <a:gd name="connsiteX3" fmla="*/ 5100973 w 5100973"/>
              <a:gd name="connsiteY3" fmla="*/ 2118754 h 3992101"/>
              <a:gd name="connsiteX4" fmla="*/ 4851350 w 5100973"/>
              <a:gd name="connsiteY4" fmla="*/ 3634494 h 3992101"/>
              <a:gd name="connsiteX5" fmla="*/ 3796052 w 5100973"/>
              <a:gd name="connsiteY5" fmla="*/ 3985529 h 3992101"/>
              <a:gd name="connsiteX6" fmla="*/ 904564 w 5100973"/>
              <a:gd name="connsiteY6" fmla="*/ 3793288 h 3992101"/>
              <a:gd name="connsiteX7" fmla="*/ 451805 w 5100973"/>
              <a:gd name="connsiteY7" fmla="*/ 3738960 h 3992101"/>
              <a:gd name="connsiteX8" fmla="*/ 417467 w 5100973"/>
              <a:gd name="connsiteY8" fmla="*/ 3743134 h 3992101"/>
              <a:gd name="connsiteX9" fmla="*/ 47039 w 5100973"/>
              <a:gd name="connsiteY9" fmla="*/ 3447046 h 3992101"/>
              <a:gd name="connsiteX10" fmla="*/ 38763 w 5100973"/>
              <a:gd name="connsiteY10" fmla="*/ 3414896 h 3992101"/>
              <a:gd name="connsiteX11" fmla="*/ 28376 w 5100973"/>
              <a:gd name="connsiteY11" fmla="*/ 3388641 h 3992101"/>
              <a:gd name="connsiteX12" fmla="*/ 14642 w 5100973"/>
              <a:gd name="connsiteY12" fmla="*/ 2681940 h 3992101"/>
              <a:gd name="connsiteX13" fmla="*/ 141525 w 5100973"/>
              <a:gd name="connsiteY13" fmla="*/ 1290513 h 3992101"/>
              <a:gd name="connsiteX14" fmla="*/ 968842 w 5100973"/>
              <a:gd name="connsiteY14" fmla="*/ 590018 h 3992101"/>
              <a:gd name="connsiteX15" fmla="*/ 986774 w 5100973"/>
              <a:gd name="connsiteY15" fmla="*/ 0 h 3992101"/>
              <a:gd name="connsiteX0" fmla="*/ 986774 w 5100973"/>
              <a:gd name="connsiteY0" fmla="*/ 0 h 3992101"/>
              <a:gd name="connsiteX1" fmla="*/ 1598492 w 5100973"/>
              <a:gd name="connsiteY1" fmla="*/ 571743 h 3992101"/>
              <a:gd name="connsiteX2" fmla="*/ 4623587 w 5100973"/>
              <a:gd name="connsiteY2" fmla="*/ 815032 h 3992101"/>
              <a:gd name="connsiteX3" fmla="*/ 5100973 w 5100973"/>
              <a:gd name="connsiteY3" fmla="*/ 2118754 h 3992101"/>
              <a:gd name="connsiteX4" fmla="*/ 4851350 w 5100973"/>
              <a:gd name="connsiteY4" fmla="*/ 3634494 h 3992101"/>
              <a:gd name="connsiteX5" fmla="*/ 3796052 w 5100973"/>
              <a:gd name="connsiteY5" fmla="*/ 3985529 h 3992101"/>
              <a:gd name="connsiteX6" fmla="*/ 904564 w 5100973"/>
              <a:gd name="connsiteY6" fmla="*/ 3793288 h 3992101"/>
              <a:gd name="connsiteX7" fmla="*/ 451805 w 5100973"/>
              <a:gd name="connsiteY7" fmla="*/ 3738960 h 3992101"/>
              <a:gd name="connsiteX8" fmla="*/ 417467 w 5100973"/>
              <a:gd name="connsiteY8" fmla="*/ 3743134 h 3992101"/>
              <a:gd name="connsiteX9" fmla="*/ 47039 w 5100973"/>
              <a:gd name="connsiteY9" fmla="*/ 3447046 h 3992101"/>
              <a:gd name="connsiteX10" fmla="*/ 38763 w 5100973"/>
              <a:gd name="connsiteY10" fmla="*/ 3414896 h 3992101"/>
              <a:gd name="connsiteX11" fmla="*/ 28376 w 5100973"/>
              <a:gd name="connsiteY11" fmla="*/ 3388641 h 3992101"/>
              <a:gd name="connsiteX12" fmla="*/ 14642 w 5100973"/>
              <a:gd name="connsiteY12" fmla="*/ 2681940 h 3992101"/>
              <a:gd name="connsiteX13" fmla="*/ 141525 w 5100973"/>
              <a:gd name="connsiteY13" fmla="*/ 1290513 h 3992101"/>
              <a:gd name="connsiteX14" fmla="*/ 968842 w 5100973"/>
              <a:gd name="connsiteY14" fmla="*/ 590018 h 3992101"/>
              <a:gd name="connsiteX15" fmla="*/ 986774 w 5100973"/>
              <a:gd name="connsiteY15" fmla="*/ 0 h 3992101"/>
              <a:gd name="connsiteX0" fmla="*/ 986774 w 5100973"/>
              <a:gd name="connsiteY0" fmla="*/ 0 h 4001096"/>
              <a:gd name="connsiteX1" fmla="*/ 1598492 w 5100973"/>
              <a:gd name="connsiteY1" fmla="*/ 571743 h 4001096"/>
              <a:gd name="connsiteX2" fmla="*/ 4623587 w 5100973"/>
              <a:gd name="connsiteY2" fmla="*/ 815032 h 4001096"/>
              <a:gd name="connsiteX3" fmla="*/ 5100973 w 5100973"/>
              <a:gd name="connsiteY3" fmla="*/ 2118754 h 4001096"/>
              <a:gd name="connsiteX4" fmla="*/ 4851350 w 5100973"/>
              <a:gd name="connsiteY4" fmla="*/ 3634494 h 4001096"/>
              <a:gd name="connsiteX5" fmla="*/ 3796052 w 5100973"/>
              <a:gd name="connsiteY5" fmla="*/ 3985529 h 4001096"/>
              <a:gd name="connsiteX6" fmla="*/ 959744 w 5100973"/>
              <a:gd name="connsiteY6" fmla="*/ 3840584 h 4001096"/>
              <a:gd name="connsiteX7" fmla="*/ 451805 w 5100973"/>
              <a:gd name="connsiteY7" fmla="*/ 3738960 h 4001096"/>
              <a:gd name="connsiteX8" fmla="*/ 417467 w 5100973"/>
              <a:gd name="connsiteY8" fmla="*/ 3743134 h 4001096"/>
              <a:gd name="connsiteX9" fmla="*/ 47039 w 5100973"/>
              <a:gd name="connsiteY9" fmla="*/ 3447046 h 4001096"/>
              <a:gd name="connsiteX10" fmla="*/ 38763 w 5100973"/>
              <a:gd name="connsiteY10" fmla="*/ 3414896 h 4001096"/>
              <a:gd name="connsiteX11" fmla="*/ 28376 w 5100973"/>
              <a:gd name="connsiteY11" fmla="*/ 3388641 h 4001096"/>
              <a:gd name="connsiteX12" fmla="*/ 14642 w 5100973"/>
              <a:gd name="connsiteY12" fmla="*/ 2681940 h 4001096"/>
              <a:gd name="connsiteX13" fmla="*/ 141525 w 5100973"/>
              <a:gd name="connsiteY13" fmla="*/ 1290513 h 4001096"/>
              <a:gd name="connsiteX14" fmla="*/ 968842 w 5100973"/>
              <a:gd name="connsiteY14" fmla="*/ 590018 h 4001096"/>
              <a:gd name="connsiteX15" fmla="*/ 986774 w 5100973"/>
              <a:gd name="connsiteY15" fmla="*/ 0 h 4001096"/>
              <a:gd name="connsiteX0" fmla="*/ 986774 w 5100973"/>
              <a:gd name="connsiteY0" fmla="*/ 0 h 4001096"/>
              <a:gd name="connsiteX1" fmla="*/ 1598492 w 5100973"/>
              <a:gd name="connsiteY1" fmla="*/ 571743 h 4001096"/>
              <a:gd name="connsiteX2" fmla="*/ 4623587 w 5100973"/>
              <a:gd name="connsiteY2" fmla="*/ 815032 h 4001096"/>
              <a:gd name="connsiteX3" fmla="*/ 5100973 w 5100973"/>
              <a:gd name="connsiteY3" fmla="*/ 2118754 h 4001096"/>
              <a:gd name="connsiteX4" fmla="*/ 4851350 w 5100973"/>
              <a:gd name="connsiteY4" fmla="*/ 3634494 h 4001096"/>
              <a:gd name="connsiteX5" fmla="*/ 3796052 w 5100973"/>
              <a:gd name="connsiteY5" fmla="*/ 3985529 h 4001096"/>
              <a:gd name="connsiteX6" fmla="*/ 959744 w 5100973"/>
              <a:gd name="connsiteY6" fmla="*/ 3840584 h 4001096"/>
              <a:gd name="connsiteX7" fmla="*/ 451805 w 5100973"/>
              <a:gd name="connsiteY7" fmla="*/ 3738960 h 4001096"/>
              <a:gd name="connsiteX8" fmla="*/ 47039 w 5100973"/>
              <a:gd name="connsiteY8" fmla="*/ 3447046 h 4001096"/>
              <a:gd name="connsiteX9" fmla="*/ 38763 w 5100973"/>
              <a:gd name="connsiteY9" fmla="*/ 3414896 h 4001096"/>
              <a:gd name="connsiteX10" fmla="*/ 28376 w 5100973"/>
              <a:gd name="connsiteY10" fmla="*/ 3388641 h 4001096"/>
              <a:gd name="connsiteX11" fmla="*/ 14642 w 5100973"/>
              <a:gd name="connsiteY11" fmla="*/ 2681940 h 4001096"/>
              <a:gd name="connsiteX12" fmla="*/ 141525 w 5100973"/>
              <a:gd name="connsiteY12" fmla="*/ 1290513 h 4001096"/>
              <a:gd name="connsiteX13" fmla="*/ 968842 w 5100973"/>
              <a:gd name="connsiteY13" fmla="*/ 590018 h 4001096"/>
              <a:gd name="connsiteX14" fmla="*/ 986774 w 5100973"/>
              <a:gd name="connsiteY14" fmla="*/ 0 h 4001096"/>
              <a:gd name="connsiteX0" fmla="*/ 984626 w 5098825"/>
              <a:gd name="connsiteY0" fmla="*/ 0 h 4001096"/>
              <a:gd name="connsiteX1" fmla="*/ 1596344 w 5098825"/>
              <a:gd name="connsiteY1" fmla="*/ 571743 h 4001096"/>
              <a:gd name="connsiteX2" fmla="*/ 4621439 w 5098825"/>
              <a:gd name="connsiteY2" fmla="*/ 815032 h 4001096"/>
              <a:gd name="connsiteX3" fmla="*/ 5098825 w 5098825"/>
              <a:gd name="connsiteY3" fmla="*/ 2118754 h 4001096"/>
              <a:gd name="connsiteX4" fmla="*/ 4849202 w 5098825"/>
              <a:gd name="connsiteY4" fmla="*/ 3634494 h 4001096"/>
              <a:gd name="connsiteX5" fmla="*/ 3793904 w 5098825"/>
              <a:gd name="connsiteY5" fmla="*/ 3985529 h 4001096"/>
              <a:gd name="connsiteX6" fmla="*/ 957596 w 5098825"/>
              <a:gd name="connsiteY6" fmla="*/ 3840584 h 4001096"/>
              <a:gd name="connsiteX7" fmla="*/ 449657 w 5098825"/>
              <a:gd name="connsiteY7" fmla="*/ 3738960 h 4001096"/>
              <a:gd name="connsiteX8" fmla="*/ 44891 w 5098825"/>
              <a:gd name="connsiteY8" fmla="*/ 3447046 h 4001096"/>
              <a:gd name="connsiteX9" fmla="*/ 36615 w 5098825"/>
              <a:gd name="connsiteY9" fmla="*/ 3414896 h 4001096"/>
              <a:gd name="connsiteX10" fmla="*/ 12494 w 5098825"/>
              <a:gd name="connsiteY10" fmla="*/ 2681940 h 4001096"/>
              <a:gd name="connsiteX11" fmla="*/ 139377 w 5098825"/>
              <a:gd name="connsiteY11" fmla="*/ 1290513 h 4001096"/>
              <a:gd name="connsiteX12" fmla="*/ 966694 w 5098825"/>
              <a:gd name="connsiteY12" fmla="*/ 590018 h 4001096"/>
              <a:gd name="connsiteX13" fmla="*/ 984626 w 5098825"/>
              <a:gd name="connsiteY13" fmla="*/ 0 h 4001096"/>
              <a:gd name="connsiteX0" fmla="*/ 983699 w 5097898"/>
              <a:gd name="connsiteY0" fmla="*/ 0 h 4001096"/>
              <a:gd name="connsiteX1" fmla="*/ 1595417 w 5097898"/>
              <a:gd name="connsiteY1" fmla="*/ 571743 h 4001096"/>
              <a:gd name="connsiteX2" fmla="*/ 4620512 w 5097898"/>
              <a:gd name="connsiteY2" fmla="*/ 815032 h 4001096"/>
              <a:gd name="connsiteX3" fmla="*/ 5097898 w 5097898"/>
              <a:gd name="connsiteY3" fmla="*/ 2118754 h 4001096"/>
              <a:gd name="connsiteX4" fmla="*/ 4848275 w 5097898"/>
              <a:gd name="connsiteY4" fmla="*/ 3634494 h 4001096"/>
              <a:gd name="connsiteX5" fmla="*/ 3792977 w 5097898"/>
              <a:gd name="connsiteY5" fmla="*/ 3985529 h 4001096"/>
              <a:gd name="connsiteX6" fmla="*/ 956669 w 5097898"/>
              <a:gd name="connsiteY6" fmla="*/ 3840584 h 4001096"/>
              <a:gd name="connsiteX7" fmla="*/ 448730 w 5097898"/>
              <a:gd name="connsiteY7" fmla="*/ 3738960 h 4001096"/>
              <a:gd name="connsiteX8" fmla="*/ 43964 w 5097898"/>
              <a:gd name="connsiteY8" fmla="*/ 3447046 h 4001096"/>
              <a:gd name="connsiteX9" fmla="*/ 4157 w 5097898"/>
              <a:gd name="connsiteY9" fmla="*/ 3249358 h 4001096"/>
              <a:gd name="connsiteX10" fmla="*/ 11567 w 5097898"/>
              <a:gd name="connsiteY10" fmla="*/ 2681940 h 4001096"/>
              <a:gd name="connsiteX11" fmla="*/ 138450 w 5097898"/>
              <a:gd name="connsiteY11" fmla="*/ 1290513 h 4001096"/>
              <a:gd name="connsiteX12" fmla="*/ 965767 w 5097898"/>
              <a:gd name="connsiteY12" fmla="*/ 590018 h 4001096"/>
              <a:gd name="connsiteX13" fmla="*/ 983699 w 5097898"/>
              <a:gd name="connsiteY13" fmla="*/ 0 h 4001096"/>
              <a:gd name="connsiteX0" fmla="*/ 983699 w 5097898"/>
              <a:gd name="connsiteY0" fmla="*/ 0 h 4001096"/>
              <a:gd name="connsiteX1" fmla="*/ 1595417 w 5097898"/>
              <a:gd name="connsiteY1" fmla="*/ 571743 h 4001096"/>
              <a:gd name="connsiteX2" fmla="*/ 4620512 w 5097898"/>
              <a:gd name="connsiteY2" fmla="*/ 815032 h 4001096"/>
              <a:gd name="connsiteX3" fmla="*/ 5097898 w 5097898"/>
              <a:gd name="connsiteY3" fmla="*/ 2118754 h 4001096"/>
              <a:gd name="connsiteX4" fmla="*/ 4848275 w 5097898"/>
              <a:gd name="connsiteY4" fmla="*/ 3634494 h 4001096"/>
              <a:gd name="connsiteX5" fmla="*/ 3792977 w 5097898"/>
              <a:gd name="connsiteY5" fmla="*/ 3985529 h 4001096"/>
              <a:gd name="connsiteX6" fmla="*/ 956669 w 5097898"/>
              <a:gd name="connsiteY6" fmla="*/ 3840584 h 4001096"/>
              <a:gd name="connsiteX7" fmla="*/ 448730 w 5097898"/>
              <a:gd name="connsiteY7" fmla="*/ 3738960 h 4001096"/>
              <a:gd name="connsiteX8" fmla="*/ 43964 w 5097898"/>
              <a:gd name="connsiteY8" fmla="*/ 3533756 h 4001096"/>
              <a:gd name="connsiteX9" fmla="*/ 4157 w 5097898"/>
              <a:gd name="connsiteY9" fmla="*/ 3249358 h 4001096"/>
              <a:gd name="connsiteX10" fmla="*/ 11567 w 5097898"/>
              <a:gd name="connsiteY10" fmla="*/ 2681940 h 4001096"/>
              <a:gd name="connsiteX11" fmla="*/ 138450 w 5097898"/>
              <a:gd name="connsiteY11" fmla="*/ 1290513 h 4001096"/>
              <a:gd name="connsiteX12" fmla="*/ 965767 w 5097898"/>
              <a:gd name="connsiteY12" fmla="*/ 590018 h 4001096"/>
              <a:gd name="connsiteX13" fmla="*/ 983699 w 5097898"/>
              <a:gd name="connsiteY13"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437163 w 5086331"/>
              <a:gd name="connsiteY7" fmla="*/ 3738960 h 4001096"/>
              <a:gd name="connsiteX8" fmla="*/ 32397 w 5086331"/>
              <a:gd name="connsiteY8" fmla="*/ 3533756 h 4001096"/>
              <a:gd name="connsiteX9" fmla="*/ 0 w 5086331"/>
              <a:gd name="connsiteY9" fmla="*/ 2681940 h 4001096"/>
              <a:gd name="connsiteX10" fmla="*/ 126883 w 5086331"/>
              <a:gd name="connsiteY10" fmla="*/ 1290513 h 4001096"/>
              <a:gd name="connsiteX11" fmla="*/ 954200 w 5086331"/>
              <a:gd name="connsiteY11" fmla="*/ 590018 h 4001096"/>
              <a:gd name="connsiteX12" fmla="*/ 972132 w 5086331"/>
              <a:gd name="connsiteY12"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32397 w 5086331"/>
              <a:gd name="connsiteY7" fmla="*/ 3533756 h 4001096"/>
              <a:gd name="connsiteX8" fmla="*/ 0 w 5086331"/>
              <a:gd name="connsiteY8" fmla="*/ 2681940 h 4001096"/>
              <a:gd name="connsiteX9" fmla="*/ 126883 w 5086331"/>
              <a:gd name="connsiteY9" fmla="*/ 1290513 h 4001096"/>
              <a:gd name="connsiteX10" fmla="*/ 954200 w 5086331"/>
              <a:gd name="connsiteY10" fmla="*/ 590018 h 4001096"/>
              <a:gd name="connsiteX11" fmla="*/ 972132 w 5086331"/>
              <a:gd name="connsiteY11"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32397 w 5086331"/>
              <a:gd name="connsiteY7" fmla="*/ 3533756 h 4001096"/>
              <a:gd name="connsiteX8" fmla="*/ 0 w 5086331"/>
              <a:gd name="connsiteY8" fmla="*/ 2681940 h 4001096"/>
              <a:gd name="connsiteX9" fmla="*/ 126883 w 5086331"/>
              <a:gd name="connsiteY9" fmla="*/ 1290513 h 4001096"/>
              <a:gd name="connsiteX10" fmla="*/ 954200 w 5086331"/>
              <a:gd name="connsiteY10" fmla="*/ 590018 h 4001096"/>
              <a:gd name="connsiteX11" fmla="*/ 972132 w 5086331"/>
              <a:gd name="connsiteY11" fmla="*/ 0 h 4001096"/>
              <a:gd name="connsiteX0" fmla="*/ 1007316 w 5121515"/>
              <a:gd name="connsiteY0" fmla="*/ 0 h 4001096"/>
              <a:gd name="connsiteX1" fmla="*/ 1619034 w 5121515"/>
              <a:gd name="connsiteY1" fmla="*/ 571743 h 4001096"/>
              <a:gd name="connsiteX2" fmla="*/ 4644129 w 5121515"/>
              <a:gd name="connsiteY2" fmla="*/ 815032 h 4001096"/>
              <a:gd name="connsiteX3" fmla="*/ 5121515 w 5121515"/>
              <a:gd name="connsiteY3" fmla="*/ 2118754 h 4001096"/>
              <a:gd name="connsiteX4" fmla="*/ 4871892 w 5121515"/>
              <a:gd name="connsiteY4" fmla="*/ 3634494 h 4001096"/>
              <a:gd name="connsiteX5" fmla="*/ 3816594 w 5121515"/>
              <a:gd name="connsiteY5" fmla="*/ 3985529 h 4001096"/>
              <a:gd name="connsiteX6" fmla="*/ 980286 w 5121515"/>
              <a:gd name="connsiteY6" fmla="*/ 3840584 h 4001096"/>
              <a:gd name="connsiteX7" fmla="*/ 67581 w 5121515"/>
              <a:gd name="connsiteY7" fmla="*/ 3533756 h 4001096"/>
              <a:gd name="connsiteX8" fmla="*/ 35184 w 5121515"/>
              <a:gd name="connsiteY8" fmla="*/ 2681940 h 4001096"/>
              <a:gd name="connsiteX9" fmla="*/ 162067 w 5121515"/>
              <a:gd name="connsiteY9" fmla="*/ 1290513 h 4001096"/>
              <a:gd name="connsiteX10" fmla="*/ 989384 w 5121515"/>
              <a:gd name="connsiteY10" fmla="*/ 590018 h 4001096"/>
              <a:gd name="connsiteX11" fmla="*/ 1007316 w 5121515"/>
              <a:gd name="connsiteY11" fmla="*/ 0 h 4001096"/>
              <a:gd name="connsiteX0" fmla="*/ 1010370 w 5124569"/>
              <a:gd name="connsiteY0" fmla="*/ 0 h 4001096"/>
              <a:gd name="connsiteX1" fmla="*/ 1622088 w 5124569"/>
              <a:gd name="connsiteY1" fmla="*/ 571743 h 4001096"/>
              <a:gd name="connsiteX2" fmla="*/ 4647183 w 5124569"/>
              <a:gd name="connsiteY2" fmla="*/ 815032 h 4001096"/>
              <a:gd name="connsiteX3" fmla="*/ 5124569 w 5124569"/>
              <a:gd name="connsiteY3" fmla="*/ 2118754 h 4001096"/>
              <a:gd name="connsiteX4" fmla="*/ 4874946 w 5124569"/>
              <a:gd name="connsiteY4" fmla="*/ 3634494 h 4001096"/>
              <a:gd name="connsiteX5" fmla="*/ 3819648 w 5124569"/>
              <a:gd name="connsiteY5" fmla="*/ 3985529 h 4001096"/>
              <a:gd name="connsiteX6" fmla="*/ 983340 w 5124569"/>
              <a:gd name="connsiteY6" fmla="*/ 3840584 h 4001096"/>
              <a:gd name="connsiteX7" fmla="*/ 70635 w 5124569"/>
              <a:gd name="connsiteY7" fmla="*/ 3533756 h 4001096"/>
              <a:gd name="connsiteX8" fmla="*/ 165121 w 5124569"/>
              <a:gd name="connsiteY8" fmla="*/ 1290513 h 4001096"/>
              <a:gd name="connsiteX9" fmla="*/ 992438 w 5124569"/>
              <a:gd name="connsiteY9" fmla="*/ 590018 h 4001096"/>
              <a:gd name="connsiteX10" fmla="*/ 1010370 w 5124569"/>
              <a:gd name="connsiteY10" fmla="*/ 0 h 4001096"/>
              <a:gd name="connsiteX0" fmla="*/ 1004891 w 5119090"/>
              <a:gd name="connsiteY0" fmla="*/ 0 h 4001096"/>
              <a:gd name="connsiteX1" fmla="*/ 1616609 w 5119090"/>
              <a:gd name="connsiteY1" fmla="*/ 571743 h 4001096"/>
              <a:gd name="connsiteX2" fmla="*/ 4641704 w 5119090"/>
              <a:gd name="connsiteY2" fmla="*/ 815032 h 4001096"/>
              <a:gd name="connsiteX3" fmla="*/ 5119090 w 5119090"/>
              <a:gd name="connsiteY3" fmla="*/ 2118754 h 4001096"/>
              <a:gd name="connsiteX4" fmla="*/ 4869467 w 5119090"/>
              <a:gd name="connsiteY4" fmla="*/ 3634494 h 4001096"/>
              <a:gd name="connsiteX5" fmla="*/ 3814169 w 5119090"/>
              <a:gd name="connsiteY5" fmla="*/ 3985529 h 4001096"/>
              <a:gd name="connsiteX6" fmla="*/ 977861 w 5119090"/>
              <a:gd name="connsiteY6" fmla="*/ 3840584 h 4001096"/>
              <a:gd name="connsiteX7" fmla="*/ 73039 w 5119090"/>
              <a:gd name="connsiteY7" fmla="*/ 3313039 h 4001096"/>
              <a:gd name="connsiteX8" fmla="*/ 159642 w 5119090"/>
              <a:gd name="connsiteY8" fmla="*/ 1290513 h 4001096"/>
              <a:gd name="connsiteX9" fmla="*/ 986959 w 5119090"/>
              <a:gd name="connsiteY9" fmla="*/ 590018 h 4001096"/>
              <a:gd name="connsiteX10" fmla="*/ 1004891 w 5119090"/>
              <a:gd name="connsiteY10" fmla="*/ 0 h 4001096"/>
              <a:gd name="connsiteX0" fmla="*/ 1004891 w 5119090"/>
              <a:gd name="connsiteY0" fmla="*/ 0 h 4028919"/>
              <a:gd name="connsiteX1" fmla="*/ 1616609 w 5119090"/>
              <a:gd name="connsiteY1" fmla="*/ 571743 h 4028919"/>
              <a:gd name="connsiteX2" fmla="*/ 4641704 w 5119090"/>
              <a:gd name="connsiteY2" fmla="*/ 815032 h 4028919"/>
              <a:gd name="connsiteX3" fmla="*/ 5119090 w 5119090"/>
              <a:gd name="connsiteY3" fmla="*/ 2118754 h 4028919"/>
              <a:gd name="connsiteX4" fmla="*/ 4869467 w 5119090"/>
              <a:gd name="connsiteY4" fmla="*/ 3634494 h 4028919"/>
              <a:gd name="connsiteX5" fmla="*/ 3814169 w 5119090"/>
              <a:gd name="connsiteY5" fmla="*/ 3985529 h 4028919"/>
              <a:gd name="connsiteX6" fmla="*/ 977861 w 5119090"/>
              <a:gd name="connsiteY6" fmla="*/ 3911529 h 4028919"/>
              <a:gd name="connsiteX7" fmla="*/ 73039 w 5119090"/>
              <a:gd name="connsiteY7" fmla="*/ 3313039 h 4028919"/>
              <a:gd name="connsiteX8" fmla="*/ 159642 w 5119090"/>
              <a:gd name="connsiteY8" fmla="*/ 1290513 h 4028919"/>
              <a:gd name="connsiteX9" fmla="*/ 986959 w 5119090"/>
              <a:gd name="connsiteY9" fmla="*/ 590018 h 4028919"/>
              <a:gd name="connsiteX10" fmla="*/ 1004891 w 5119090"/>
              <a:gd name="connsiteY10" fmla="*/ 0 h 4028919"/>
              <a:gd name="connsiteX0" fmla="*/ 1004891 w 5119090"/>
              <a:gd name="connsiteY0" fmla="*/ 0 h 4142676"/>
              <a:gd name="connsiteX1" fmla="*/ 1616609 w 5119090"/>
              <a:gd name="connsiteY1" fmla="*/ 571743 h 4142676"/>
              <a:gd name="connsiteX2" fmla="*/ 4641704 w 5119090"/>
              <a:gd name="connsiteY2" fmla="*/ 815032 h 4142676"/>
              <a:gd name="connsiteX3" fmla="*/ 5119090 w 5119090"/>
              <a:gd name="connsiteY3" fmla="*/ 2118754 h 4142676"/>
              <a:gd name="connsiteX4" fmla="*/ 4869467 w 5119090"/>
              <a:gd name="connsiteY4" fmla="*/ 3634494 h 4142676"/>
              <a:gd name="connsiteX5" fmla="*/ 3575630 w 5119090"/>
              <a:gd name="connsiteY5" fmla="*/ 4131303 h 4142676"/>
              <a:gd name="connsiteX6" fmla="*/ 977861 w 5119090"/>
              <a:gd name="connsiteY6" fmla="*/ 3911529 h 4142676"/>
              <a:gd name="connsiteX7" fmla="*/ 73039 w 5119090"/>
              <a:gd name="connsiteY7" fmla="*/ 3313039 h 4142676"/>
              <a:gd name="connsiteX8" fmla="*/ 159642 w 5119090"/>
              <a:gd name="connsiteY8" fmla="*/ 1290513 h 4142676"/>
              <a:gd name="connsiteX9" fmla="*/ 986959 w 5119090"/>
              <a:gd name="connsiteY9" fmla="*/ 590018 h 4142676"/>
              <a:gd name="connsiteX10" fmla="*/ 1004891 w 5119090"/>
              <a:gd name="connsiteY10" fmla="*/ 0 h 4142676"/>
              <a:gd name="connsiteX0" fmla="*/ 1004891 w 5119090"/>
              <a:gd name="connsiteY0" fmla="*/ 0 h 4145018"/>
              <a:gd name="connsiteX1" fmla="*/ 1616609 w 5119090"/>
              <a:gd name="connsiteY1" fmla="*/ 571743 h 4145018"/>
              <a:gd name="connsiteX2" fmla="*/ 4641704 w 5119090"/>
              <a:gd name="connsiteY2" fmla="*/ 815032 h 4145018"/>
              <a:gd name="connsiteX3" fmla="*/ 5119090 w 5119090"/>
              <a:gd name="connsiteY3" fmla="*/ 2118754 h 4145018"/>
              <a:gd name="connsiteX4" fmla="*/ 4736945 w 5119090"/>
              <a:gd name="connsiteY4" fmla="*/ 3594737 h 4145018"/>
              <a:gd name="connsiteX5" fmla="*/ 3575630 w 5119090"/>
              <a:gd name="connsiteY5" fmla="*/ 4131303 h 4145018"/>
              <a:gd name="connsiteX6" fmla="*/ 977861 w 5119090"/>
              <a:gd name="connsiteY6" fmla="*/ 3911529 h 4145018"/>
              <a:gd name="connsiteX7" fmla="*/ 73039 w 5119090"/>
              <a:gd name="connsiteY7" fmla="*/ 3313039 h 4145018"/>
              <a:gd name="connsiteX8" fmla="*/ 159642 w 5119090"/>
              <a:gd name="connsiteY8" fmla="*/ 1290513 h 4145018"/>
              <a:gd name="connsiteX9" fmla="*/ 986959 w 5119090"/>
              <a:gd name="connsiteY9" fmla="*/ 590018 h 4145018"/>
              <a:gd name="connsiteX10" fmla="*/ 1004891 w 5119090"/>
              <a:gd name="connsiteY10" fmla="*/ 0 h 4145018"/>
              <a:gd name="connsiteX0" fmla="*/ 1004891 w 5119090"/>
              <a:gd name="connsiteY0" fmla="*/ 0 h 4145018"/>
              <a:gd name="connsiteX1" fmla="*/ 1616609 w 5119090"/>
              <a:gd name="connsiteY1" fmla="*/ 571743 h 4145018"/>
              <a:gd name="connsiteX2" fmla="*/ 4469426 w 5119090"/>
              <a:gd name="connsiteY2" fmla="*/ 735519 h 4145018"/>
              <a:gd name="connsiteX3" fmla="*/ 5119090 w 5119090"/>
              <a:gd name="connsiteY3" fmla="*/ 2118754 h 4145018"/>
              <a:gd name="connsiteX4" fmla="*/ 4736945 w 5119090"/>
              <a:gd name="connsiteY4" fmla="*/ 3594737 h 4145018"/>
              <a:gd name="connsiteX5" fmla="*/ 3575630 w 5119090"/>
              <a:gd name="connsiteY5" fmla="*/ 4131303 h 4145018"/>
              <a:gd name="connsiteX6" fmla="*/ 977861 w 5119090"/>
              <a:gd name="connsiteY6" fmla="*/ 3911529 h 4145018"/>
              <a:gd name="connsiteX7" fmla="*/ 73039 w 5119090"/>
              <a:gd name="connsiteY7" fmla="*/ 3313039 h 4145018"/>
              <a:gd name="connsiteX8" fmla="*/ 159642 w 5119090"/>
              <a:gd name="connsiteY8" fmla="*/ 1290513 h 4145018"/>
              <a:gd name="connsiteX9" fmla="*/ 986959 w 5119090"/>
              <a:gd name="connsiteY9" fmla="*/ 590018 h 4145018"/>
              <a:gd name="connsiteX10" fmla="*/ 1004891 w 5119090"/>
              <a:gd name="connsiteY10" fmla="*/ 0 h 4145018"/>
              <a:gd name="connsiteX0" fmla="*/ 1004891 w 4986569"/>
              <a:gd name="connsiteY0" fmla="*/ 0 h 4145018"/>
              <a:gd name="connsiteX1" fmla="*/ 1616609 w 4986569"/>
              <a:gd name="connsiteY1" fmla="*/ 571743 h 4145018"/>
              <a:gd name="connsiteX2" fmla="*/ 4469426 w 4986569"/>
              <a:gd name="connsiteY2" fmla="*/ 735519 h 4145018"/>
              <a:gd name="connsiteX3" fmla="*/ 4986569 w 4986569"/>
              <a:gd name="connsiteY3" fmla="*/ 2118754 h 4145018"/>
              <a:gd name="connsiteX4" fmla="*/ 4736945 w 4986569"/>
              <a:gd name="connsiteY4" fmla="*/ 3594737 h 4145018"/>
              <a:gd name="connsiteX5" fmla="*/ 3575630 w 4986569"/>
              <a:gd name="connsiteY5" fmla="*/ 4131303 h 4145018"/>
              <a:gd name="connsiteX6" fmla="*/ 977861 w 4986569"/>
              <a:gd name="connsiteY6" fmla="*/ 3911529 h 4145018"/>
              <a:gd name="connsiteX7" fmla="*/ 73039 w 4986569"/>
              <a:gd name="connsiteY7" fmla="*/ 3313039 h 4145018"/>
              <a:gd name="connsiteX8" fmla="*/ 159642 w 4986569"/>
              <a:gd name="connsiteY8" fmla="*/ 1290513 h 4145018"/>
              <a:gd name="connsiteX9" fmla="*/ 986959 w 4986569"/>
              <a:gd name="connsiteY9" fmla="*/ 590018 h 4145018"/>
              <a:gd name="connsiteX10" fmla="*/ 1004891 w 4986569"/>
              <a:gd name="connsiteY10" fmla="*/ 0 h 4145018"/>
              <a:gd name="connsiteX0" fmla="*/ 1004891 w 4857980"/>
              <a:gd name="connsiteY0" fmla="*/ 0 h 4145018"/>
              <a:gd name="connsiteX1" fmla="*/ 1616609 w 4857980"/>
              <a:gd name="connsiteY1" fmla="*/ 571743 h 4145018"/>
              <a:gd name="connsiteX2" fmla="*/ 4469426 w 4857980"/>
              <a:gd name="connsiteY2" fmla="*/ 735519 h 4145018"/>
              <a:gd name="connsiteX3" fmla="*/ 4736945 w 4857980"/>
              <a:gd name="connsiteY3" fmla="*/ 3594737 h 4145018"/>
              <a:gd name="connsiteX4" fmla="*/ 3575630 w 4857980"/>
              <a:gd name="connsiteY4" fmla="*/ 4131303 h 4145018"/>
              <a:gd name="connsiteX5" fmla="*/ 977861 w 4857980"/>
              <a:gd name="connsiteY5" fmla="*/ 3911529 h 4145018"/>
              <a:gd name="connsiteX6" fmla="*/ 73039 w 4857980"/>
              <a:gd name="connsiteY6" fmla="*/ 3313039 h 4145018"/>
              <a:gd name="connsiteX7" fmla="*/ 159642 w 4857980"/>
              <a:gd name="connsiteY7" fmla="*/ 1290513 h 4145018"/>
              <a:gd name="connsiteX8" fmla="*/ 986959 w 4857980"/>
              <a:gd name="connsiteY8" fmla="*/ 590018 h 4145018"/>
              <a:gd name="connsiteX9" fmla="*/ 1004891 w 4857980"/>
              <a:gd name="connsiteY9" fmla="*/ 0 h 4145018"/>
              <a:gd name="connsiteX0" fmla="*/ 1004891 w 4944528"/>
              <a:gd name="connsiteY0" fmla="*/ 0 h 4145018"/>
              <a:gd name="connsiteX1" fmla="*/ 1616609 w 4944528"/>
              <a:gd name="connsiteY1" fmla="*/ 571743 h 4145018"/>
              <a:gd name="connsiteX2" fmla="*/ 4641704 w 4944528"/>
              <a:gd name="connsiteY2" fmla="*/ 775276 h 4145018"/>
              <a:gd name="connsiteX3" fmla="*/ 4736945 w 4944528"/>
              <a:gd name="connsiteY3" fmla="*/ 3594737 h 4145018"/>
              <a:gd name="connsiteX4" fmla="*/ 3575630 w 4944528"/>
              <a:gd name="connsiteY4" fmla="*/ 4131303 h 4145018"/>
              <a:gd name="connsiteX5" fmla="*/ 977861 w 4944528"/>
              <a:gd name="connsiteY5" fmla="*/ 3911529 h 4145018"/>
              <a:gd name="connsiteX6" fmla="*/ 73039 w 4944528"/>
              <a:gd name="connsiteY6" fmla="*/ 3313039 h 4145018"/>
              <a:gd name="connsiteX7" fmla="*/ 159642 w 4944528"/>
              <a:gd name="connsiteY7" fmla="*/ 1290513 h 4145018"/>
              <a:gd name="connsiteX8" fmla="*/ 986959 w 4944528"/>
              <a:gd name="connsiteY8" fmla="*/ 590018 h 4145018"/>
              <a:gd name="connsiteX9" fmla="*/ 1004891 w 4944528"/>
              <a:gd name="connsiteY9" fmla="*/ 0 h 4145018"/>
              <a:gd name="connsiteX0" fmla="*/ 1004891 w 4944528"/>
              <a:gd name="connsiteY0" fmla="*/ 0 h 4145018"/>
              <a:gd name="connsiteX1" fmla="*/ 1616609 w 4944528"/>
              <a:gd name="connsiteY1" fmla="*/ 571743 h 4145018"/>
              <a:gd name="connsiteX2" fmla="*/ 4641704 w 4944528"/>
              <a:gd name="connsiteY2" fmla="*/ 907797 h 4145018"/>
              <a:gd name="connsiteX3" fmla="*/ 4736945 w 4944528"/>
              <a:gd name="connsiteY3" fmla="*/ 3594737 h 4145018"/>
              <a:gd name="connsiteX4" fmla="*/ 3575630 w 4944528"/>
              <a:gd name="connsiteY4" fmla="*/ 4131303 h 4145018"/>
              <a:gd name="connsiteX5" fmla="*/ 977861 w 4944528"/>
              <a:gd name="connsiteY5" fmla="*/ 3911529 h 4145018"/>
              <a:gd name="connsiteX6" fmla="*/ 73039 w 4944528"/>
              <a:gd name="connsiteY6" fmla="*/ 3313039 h 4145018"/>
              <a:gd name="connsiteX7" fmla="*/ 159642 w 4944528"/>
              <a:gd name="connsiteY7" fmla="*/ 1290513 h 4145018"/>
              <a:gd name="connsiteX8" fmla="*/ 986959 w 4944528"/>
              <a:gd name="connsiteY8" fmla="*/ 590018 h 4145018"/>
              <a:gd name="connsiteX9" fmla="*/ 1004891 w 4944528"/>
              <a:gd name="connsiteY9" fmla="*/ 0 h 4145018"/>
              <a:gd name="connsiteX0" fmla="*/ 1004891 w 4938286"/>
              <a:gd name="connsiteY0" fmla="*/ 0 h 4156705"/>
              <a:gd name="connsiteX1" fmla="*/ 1616609 w 4938286"/>
              <a:gd name="connsiteY1" fmla="*/ 571743 h 4156705"/>
              <a:gd name="connsiteX2" fmla="*/ 4641704 w 4938286"/>
              <a:gd name="connsiteY2" fmla="*/ 907797 h 4156705"/>
              <a:gd name="connsiteX3" fmla="*/ 4723693 w 4938286"/>
              <a:gd name="connsiteY3" fmla="*/ 3409206 h 4156705"/>
              <a:gd name="connsiteX4" fmla="*/ 3575630 w 4938286"/>
              <a:gd name="connsiteY4" fmla="*/ 4131303 h 4156705"/>
              <a:gd name="connsiteX5" fmla="*/ 977861 w 4938286"/>
              <a:gd name="connsiteY5" fmla="*/ 3911529 h 4156705"/>
              <a:gd name="connsiteX6" fmla="*/ 73039 w 4938286"/>
              <a:gd name="connsiteY6" fmla="*/ 3313039 h 4156705"/>
              <a:gd name="connsiteX7" fmla="*/ 159642 w 4938286"/>
              <a:gd name="connsiteY7" fmla="*/ 1290513 h 4156705"/>
              <a:gd name="connsiteX8" fmla="*/ 986959 w 4938286"/>
              <a:gd name="connsiteY8" fmla="*/ 590018 h 4156705"/>
              <a:gd name="connsiteX9" fmla="*/ 1004891 w 4938286"/>
              <a:gd name="connsiteY9" fmla="*/ 0 h 4156705"/>
              <a:gd name="connsiteX0" fmla="*/ 1004891 w 4964496"/>
              <a:gd name="connsiteY0" fmla="*/ 0 h 4156705"/>
              <a:gd name="connsiteX1" fmla="*/ 1616609 w 4964496"/>
              <a:gd name="connsiteY1" fmla="*/ 571743 h 4156705"/>
              <a:gd name="connsiteX2" fmla="*/ 4641704 w 4964496"/>
              <a:gd name="connsiteY2" fmla="*/ 907797 h 4156705"/>
              <a:gd name="connsiteX3" fmla="*/ 4723693 w 4964496"/>
              <a:gd name="connsiteY3" fmla="*/ 3409206 h 4156705"/>
              <a:gd name="connsiteX4" fmla="*/ 3575630 w 4964496"/>
              <a:gd name="connsiteY4" fmla="*/ 4131303 h 4156705"/>
              <a:gd name="connsiteX5" fmla="*/ 977861 w 4964496"/>
              <a:gd name="connsiteY5" fmla="*/ 3911529 h 4156705"/>
              <a:gd name="connsiteX6" fmla="*/ 73039 w 4964496"/>
              <a:gd name="connsiteY6" fmla="*/ 3313039 h 4156705"/>
              <a:gd name="connsiteX7" fmla="*/ 159642 w 4964496"/>
              <a:gd name="connsiteY7" fmla="*/ 1290513 h 4156705"/>
              <a:gd name="connsiteX8" fmla="*/ 986959 w 4964496"/>
              <a:gd name="connsiteY8" fmla="*/ 590018 h 4156705"/>
              <a:gd name="connsiteX9" fmla="*/ 1004891 w 4964496"/>
              <a:gd name="connsiteY9" fmla="*/ 0 h 4156705"/>
              <a:gd name="connsiteX0" fmla="*/ 1004891 w 4964496"/>
              <a:gd name="connsiteY0" fmla="*/ 0 h 4156705"/>
              <a:gd name="connsiteX1" fmla="*/ 1616609 w 4964496"/>
              <a:gd name="connsiteY1" fmla="*/ 571743 h 4156705"/>
              <a:gd name="connsiteX2" fmla="*/ 4641704 w 4964496"/>
              <a:gd name="connsiteY2" fmla="*/ 881293 h 4156705"/>
              <a:gd name="connsiteX3" fmla="*/ 4723693 w 4964496"/>
              <a:gd name="connsiteY3" fmla="*/ 3409206 h 4156705"/>
              <a:gd name="connsiteX4" fmla="*/ 3575630 w 4964496"/>
              <a:gd name="connsiteY4" fmla="*/ 4131303 h 4156705"/>
              <a:gd name="connsiteX5" fmla="*/ 977861 w 4964496"/>
              <a:gd name="connsiteY5" fmla="*/ 3911529 h 4156705"/>
              <a:gd name="connsiteX6" fmla="*/ 73039 w 4964496"/>
              <a:gd name="connsiteY6" fmla="*/ 3313039 h 4156705"/>
              <a:gd name="connsiteX7" fmla="*/ 159642 w 4964496"/>
              <a:gd name="connsiteY7" fmla="*/ 1290513 h 4156705"/>
              <a:gd name="connsiteX8" fmla="*/ 986959 w 4964496"/>
              <a:gd name="connsiteY8" fmla="*/ 590018 h 4156705"/>
              <a:gd name="connsiteX9" fmla="*/ 1004891 w 4964496"/>
              <a:gd name="connsiteY9" fmla="*/ 0 h 4156705"/>
              <a:gd name="connsiteX0" fmla="*/ 1004891 w 4938200"/>
              <a:gd name="connsiteY0" fmla="*/ 0 h 4156705"/>
              <a:gd name="connsiteX1" fmla="*/ 1616609 w 4938200"/>
              <a:gd name="connsiteY1" fmla="*/ 571743 h 4156705"/>
              <a:gd name="connsiteX2" fmla="*/ 4641704 w 4938200"/>
              <a:gd name="connsiteY2" fmla="*/ 881293 h 4156705"/>
              <a:gd name="connsiteX3" fmla="*/ 4723693 w 4938200"/>
              <a:gd name="connsiteY3" fmla="*/ 3409206 h 4156705"/>
              <a:gd name="connsiteX4" fmla="*/ 3575630 w 4938200"/>
              <a:gd name="connsiteY4" fmla="*/ 4131303 h 4156705"/>
              <a:gd name="connsiteX5" fmla="*/ 977861 w 4938200"/>
              <a:gd name="connsiteY5" fmla="*/ 3911529 h 4156705"/>
              <a:gd name="connsiteX6" fmla="*/ 73039 w 4938200"/>
              <a:gd name="connsiteY6" fmla="*/ 3313039 h 4156705"/>
              <a:gd name="connsiteX7" fmla="*/ 159642 w 4938200"/>
              <a:gd name="connsiteY7" fmla="*/ 1290513 h 4156705"/>
              <a:gd name="connsiteX8" fmla="*/ 986959 w 4938200"/>
              <a:gd name="connsiteY8" fmla="*/ 590018 h 4156705"/>
              <a:gd name="connsiteX9" fmla="*/ 1004891 w 4938200"/>
              <a:gd name="connsiteY9" fmla="*/ 0 h 4156705"/>
              <a:gd name="connsiteX0" fmla="*/ 1004891 w 4931243"/>
              <a:gd name="connsiteY0" fmla="*/ 0 h 4156705"/>
              <a:gd name="connsiteX1" fmla="*/ 1616609 w 4931243"/>
              <a:gd name="connsiteY1" fmla="*/ 571743 h 4156705"/>
              <a:gd name="connsiteX2" fmla="*/ 4628452 w 4931243"/>
              <a:gd name="connsiteY2" fmla="*/ 934302 h 4156705"/>
              <a:gd name="connsiteX3" fmla="*/ 4723693 w 4931243"/>
              <a:gd name="connsiteY3" fmla="*/ 3409206 h 4156705"/>
              <a:gd name="connsiteX4" fmla="*/ 3575630 w 4931243"/>
              <a:gd name="connsiteY4" fmla="*/ 4131303 h 4156705"/>
              <a:gd name="connsiteX5" fmla="*/ 977861 w 4931243"/>
              <a:gd name="connsiteY5" fmla="*/ 3911529 h 4156705"/>
              <a:gd name="connsiteX6" fmla="*/ 73039 w 4931243"/>
              <a:gd name="connsiteY6" fmla="*/ 3313039 h 4156705"/>
              <a:gd name="connsiteX7" fmla="*/ 159642 w 4931243"/>
              <a:gd name="connsiteY7" fmla="*/ 1290513 h 4156705"/>
              <a:gd name="connsiteX8" fmla="*/ 986959 w 4931243"/>
              <a:gd name="connsiteY8" fmla="*/ 590018 h 4156705"/>
              <a:gd name="connsiteX9" fmla="*/ 1004891 w 4931243"/>
              <a:gd name="connsiteY9" fmla="*/ 0 h 4156705"/>
              <a:gd name="connsiteX0" fmla="*/ 1004891 w 4931243"/>
              <a:gd name="connsiteY0" fmla="*/ 0 h 4175448"/>
              <a:gd name="connsiteX1" fmla="*/ 1616609 w 4931243"/>
              <a:gd name="connsiteY1" fmla="*/ 571743 h 4175448"/>
              <a:gd name="connsiteX2" fmla="*/ 4628452 w 4931243"/>
              <a:gd name="connsiteY2" fmla="*/ 934302 h 4175448"/>
              <a:gd name="connsiteX3" fmla="*/ 4723693 w 4931243"/>
              <a:gd name="connsiteY3" fmla="*/ 3409206 h 4175448"/>
              <a:gd name="connsiteX4" fmla="*/ 3575630 w 4931243"/>
              <a:gd name="connsiteY4" fmla="*/ 4131303 h 4175448"/>
              <a:gd name="connsiteX5" fmla="*/ 858591 w 4931243"/>
              <a:gd name="connsiteY5" fmla="*/ 3991042 h 4175448"/>
              <a:gd name="connsiteX6" fmla="*/ 73039 w 4931243"/>
              <a:gd name="connsiteY6" fmla="*/ 3313039 h 4175448"/>
              <a:gd name="connsiteX7" fmla="*/ 159642 w 4931243"/>
              <a:gd name="connsiteY7" fmla="*/ 1290513 h 4175448"/>
              <a:gd name="connsiteX8" fmla="*/ 986959 w 4931243"/>
              <a:gd name="connsiteY8" fmla="*/ 590018 h 4175448"/>
              <a:gd name="connsiteX9" fmla="*/ 1004891 w 4931243"/>
              <a:gd name="connsiteY9" fmla="*/ 0 h 4175448"/>
              <a:gd name="connsiteX0" fmla="*/ 1004891 w 4931243"/>
              <a:gd name="connsiteY0" fmla="*/ 0 h 4175448"/>
              <a:gd name="connsiteX1" fmla="*/ 1616609 w 4931243"/>
              <a:gd name="connsiteY1" fmla="*/ 571743 h 4175448"/>
              <a:gd name="connsiteX2" fmla="*/ 4628452 w 4931243"/>
              <a:gd name="connsiteY2" fmla="*/ 934302 h 4175448"/>
              <a:gd name="connsiteX3" fmla="*/ 4723693 w 4931243"/>
              <a:gd name="connsiteY3" fmla="*/ 3409206 h 4175448"/>
              <a:gd name="connsiteX4" fmla="*/ 3575630 w 4931243"/>
              <a:gd name="connsiteY4" fmla="*/ 4131303 h 4175448"/>
              <a:gd name="connsiteX5" fmla="*/ 858591 w 4931243"/>
              <a:gd name="connsiteY5" fmla="*/ 3991042 h 4175448"/>
              <a:gd name="connsiteX6" fmla="*/ 73039 w 4931243"/>
              <a:gd name="connsiteY6" fmla="*/ 3313039 h 4175448"/>
              <a:gd name="connsiteX7" fmla="*/ 159642 w 4931243"/>
              <a:gd name="connsiteY7" fmla="*/ 1290513 h 4175448"/>
              <a:gd name="connsiteX8" fmla="*/ 986959 w 4931243"/>
              <a:gd name="connsiteY8" fmla="*/ 590018 h 4175448"/>
              <a:gd name="connsiteX9" fmla="*/ 1004891 w 4931243"/>
              <a:gd name="connsiteY9" fmla="*/ 0 h 4175448"/>
              <a:gd name="connsiteX0" fmla="*/ 1010726 w 4937078"/>
              <a:gd name="connsiteY0" fmla="*/ 0 h 4175448"/>
              <a:gd name="connsiteX1" fmla="*/ 1622444 w 4937078"/>
              <a:gd name="connsiteY1" fmla="*/ 571743 h 4175448"/>
              <a:gd name="connsiteX2" fmla="*/ 4634287 w 4937078"/>
              <a:gd name="connsiteY2" fmla="*/ 934302 h 4175448"/>
              <a:gd name="connsiteX3" fmla="*/ 4729528 w 4937078"/>
              <a:gd name="connsiteY3" fmla="*/ 3409206 h 4175448"/>
              <a:gd name="connsiteX4" fmla="*/ 3581465 w 4937078"/>
              <a:gd name="connsiteY4" fmla="*/ 4131303 h 4175448"/>
              <a:gd name="connsiteX5" fmla="*/ 864426 w 4937078"/>
              <a:gd name="connsiteY5" fmla="*/ 3991042 h 4175448"/>
              <a:gd name="connsiteX6" fmla="*/ 78874 w 4937078"/>
              <a:gd name="connsiteY6" fmla="*/ 3313039 h 4175448"/>
              <a:gd name="connsiteX7" fmla="*/ 165477 w 4937078"/>
              <a:gd name="connsiteY7" fmla="*/ 1290513 h 4175448"/>
              <a:gd name="connsiteX8" fmla="*/ 992794 w 4937078"/>
              <a:gd name="connsiteY8" fmla="*/ 590018 h 4175448"/>
              <a:gd name="connsiteX9" fmla="*/ 1010726 w 4937078"/>
              <a:gd name="connsiteY9" fmla="*/ 0 h 4175448"/>
              <a:gd name="connsiteX0" fmla="*/ 1010726 w 4961247"/>
              <a:gd name="connsiteY0" fmla="*/ 0 h 4175448"/>
              <a:gd name="connsiteX1" fmla="*/ 1648693 w 4961247"/>
              <a:gd name="connsiteY1" fmla="*/ 574434 h 4175448"/>
              <a:gd name="connsiteX2" fmla="*/ 4634287 w 4961247"/>
              <a:gd name="connsiteY2" fmla="*/ 934302 h 4175448"/>
              <a:gd name="connsiteX3" fmla="*/ 4729528 w 4961247"/>
              <a:gd name="connsiteY3" fmla="*/ 3409206 h 4175448"/>
              <a:gd name="connsiteX4" fmla="*/ 3581465 w 4961247"/>
              <a:gd name="connsiteY4" fmla="*/ 4131303 h 4175448"/>
              <a:gd name="connsiteX5" fmla="*/ 864426 w 4961247"/>
              <a:gd name="connsiteY5" fmla="*/ 3991042 h 4175448"/>
              <a:gd name="connsiteX6" fmla="*/ 78874 w 4961247"/>
              <a:gd name="connsiteY6" fmla="*/ 3313039 h 4175448"/>
              <a:gd name="connsiteX7" fmla="*/ 165477 w 4961247"/>
              <a:gd name="connsiteY7" fmla="*/ 1290513 h 4175448"/>
              <a:gd name="connsiteX8" fmla="*/ 992794 w 4961247"/>
              <a:gd name="connsiteY8" fmla="*/ 590018 h 4175448"/>
              <a:gd name="connsiteX9" fmla="*/ 1010726 w 4961247"/>
              <a:gd name="connsiteY9" fmla="*/ 0 h 4175448"/>
              <a:gd name="connsiteX0" fmla="*/ 1010726 w 4961247"/>
              <a:gd name="connsiteY0" fmla="*/ 0 h 4175448"/>
              <a:gd name="connsiteX1" fmla="*/ 1648693 w 4961247"/>
              <a:gd name="connsiteY1" fmla="*/ 574434 h 4175448"/>
              <a:gd name="connsiteX2" fmla="*/ 4634287 w 4961247"/>
              <a:gd name="connsiteY2" fmla="*/ 934302 h 4175448"/>
              <a:gd name="connsiteX3" fmla="*/ 4729528 w 4961247"/>
              <a:gd name="connsiteY3" fmla="*/ 3409206 h 4175448"/>
              <a:gd name="connsiteX4" fmla="*/ 3581465 w 4961247"/>
              <a:gd name="connsiteY4" fmla="*/ 4131303 h 4175448"/>
              <a:gd name="connsiteX5" fmla="*/ 864426 w 4961247"/>
              <a:gd name="connsiteY5" fmla="*/ 3991042 h 4175448"/>
              <a:gd name="connsiteX6" fmla="*/ 78874 w 4961247"/>
              <a:gd name="connsiteY6" fmla="*/ 3313039 h 4175448"/>
              <a:gd name="connsiteX7" fmla="*/ 165477 w 4961247"/>
              <a:gd name="connsiteY7" fmla="*/ 1290513 h 4175448"/>
              <a:gd name="connsiteX8" fmla="*/ 992794 w 4961247"/>
              <a:gd name="connsiteY8" fmla="*/ 590018 h 4175448"/>
              <a:gd name="connsiteX9" fmla="*/ 1010726 w 4961247"/>
              <a:gd name="connsiteY9" fmla="*/ 0 h 4175448"/>
              <a:gd name="connsiteX0" fmla="*/ 1008299 w 4958820"/>
              <a:gd name="connsiteY0" fmla="*/ 0 h 4175448"/>
              <a:gd name="connsiteX1" fmla="*/ 1646266 w 4958820"/>
              <a:gd name="connsiteY1" fmla="*/ 574434 h 4175448"/>
              <a:gd name="connsiteX2" fmla="*/ 4631860 w 4958820"/>
              <a:gd name="connsiteY2" fmla="*/ 934302 h 4175448"/>
              <a:gd name="connsiteX3" fmla="*/ 4727101 w 4958820"/>
              <a:gd name="connsiteY3" fmla="*/ 3409206 h 4175448"/>
              <a:gd name="connsiteX4" fmla="*/ 3579038 w 4958820"/>
              <a:gd name="connsiteY4" fmla="*/ 4131303 h 4175448"/>
              <a:gd name="connsiteX5" fmla="*/ 861999 w 4958820"/>
              <a:gd name="connsiteY5" fmla="*/ 3991042 h 4175448"/>
              <a:gd name="connsiteX6" fmla="*/ 76447 w 4958820"/>
              <a:gd name="connsiteY6" fmla="*/ 3313039 h 4175448"/>
              <a:gd name="connsiteX7" fmla="*/ 163050 w 4958820"/>
              <a:gd name="connsiteY7" fmla="*/ 1290513 h 4175448"/>
              <a:gd name="connsiteX8" fmla="*/ 990367 w 4958820"/>
              <a:gd name="connsiteY8" fmla="*/ 590018 h 4175448"/>
              <a:gd name="connsiteX9" fmla="*/ 1008299 w 4958820"/>
              <a:gd name="connsiteY9" fmla="*/ 0 h 4175448"/>
              <a:gd name="connsiteX0" fmla="*/ 1008299 w 4958820"/>
              <a:gd name="connsiteY0" fmla="*/ 0 h 4175448"/>
              <a:gd name="connsiteX1" fmla="*/ 1646266 w 4958820"/>
              <a:gd name="connsiteY1" fmla="*/ 574434 h 4175448"/>
              <a:gd name="connsiteX2" fmla="*/ 4631860 w 4958820"/>
              <a:gd name="connsiteY2" fmla="*/ 934302 h 4175448"/>
              <a:gd name="connsiteX3" fmla="*/ 4727101 w 4958820"/>
              <a:gd name="connsiteY3" fmla="*/ 3409206 h 4175448"/>
              <a:gd name="connsiteX4" fmla="*/ 3579038 w 4958820"/>
              <a:gd name="connsiteY4" fmla="*/ 4131303 h 4175448"/>
              <a:gd name="connsiteX5" fmla="*/ 861999 w 4958820"/>
              <a:gd name="connsiteY5" fmla="*/ 3991042 h 4175448"/>
              <a:gd name="connsiteX6" fmla="*/ 76447 w 4958820"/>
              <a:gd name="connsiteY6" fmla="*/ 3313039 h 4175448"/>
              <a:gd name="connsiteX7" fmla="*/ 163050 w 4958820"/>
              <a:gd name="connsiteY7" fmla="*/ 1290513 h 4175448"/>
              <a:gd name="connsiteX8" fmla="*/ 990367 w 4958820"/>
              <a:gd name="connsiteY8" fmla="*/ 590018 h 4175448"/>
              <a:gd name="connsiteX9" fmla="*/ 1008299 w 4958820"/>
              <a:gd name="connsiteY9" fmla="*/ 0 h 4175448"/>
              <a:gd name="connsiteX0" fmla="*/ 1008299 w 4958820"/>
              <a:gd name="connsiteY0" fmla="*/ 0 h 4165242"/>
              <a:gd name="connsiteX1" fmla="*/ 1646266 w 4958820"/>
              <a:gd name="connsiteY1" fmla="*/ 574434 h 4165242"/>
              <a:gd name="connsiteX2" fmla="*/ 4631860 w 4958820"/>
              <a:gd name="connsiteY2" fmla="*/ 934302 h 4165242"/>
              <a:gd name="connsiteX3" fmla="*/ 4727101 w 4958820"/>
              <a:gd name="connsiteY3" fmla="*/ 3409206 h 4165242"/>
              <a:gd name="connsiteX4" fmla="*/ 3579038 w 4958820"/>
              <a:gd name="connsiteY4" fmla="*/ 4131303 h 4165242"/>
              <a:gd name="connsiteX5" fmla="*/ 964723 w 4958820"/>
              <a:gd name="connsiteY5" fmla="*/ 3953024 h 4165242"/>
              <a:gd name="connsiteX6" fmla="*/ 76447 w 4958820"/>
              <a:gd name="connsiteY6" fmla="*/ 3313039 h 4165242"/>
              <a:gd name="connsiteX7" fmla="*/ 163050 w 4958820"/>
              <a:gd name="connsiteY7" fmla="*/ 1290513 h 4165242"/>
              <a:gd name="connsiteX8" fmla="*/ 990367 w 4958820"/>
              <a:gd name="connsiteY8" fmla="*/ 590018 h 4165242"/>
              <a:gd name="connsiteX9" fmla="*/ 1008299 w 4958820"/>
              <a:gd name="connsiteY9" fmla="*/ 0 h 4165242"/>
              <a:gd name="connsiteX0" fmla="*/ 879400 w 4829921"/>
              <a:gd name="connsiteY0" fmla="*/ 0 h 4165244"/>
              <a:gd name="connsiteX1" fmla="*/ 1517367 w 4829921"/>
              <a:gd name="connsiteY1" fmla="*/ 574434 h 4165244"/>
              <a:gd name="connsiteX2" fmla="*/ 4502961 w 4829921"/>
              <a:gd name="connsiteY2" fmla="*/ 934302 h 4165244"/>
              <a:gd name="connsiteX3" fmla="*/ 4598202 w 4829921"/>
              <a:gd name="connsiteY3" fmla="*/ 3409206 h 4165244"/>
              <a:gd name="connsiteX4" fmla="*/ 3450139 w 4829921"/>
              <a:gd name="connsiteY4" fmla="*/ 4131303 h 4165244"/>
              <a:gd name="connsiteX5" fmla="*/ 835824 w 4829921"/>
              <a:gd name="connsiteY5" fmla="*/ 3953024 h 4165244"/>
              <a:gd name="connsiteX6" fmla="*/ 388743 w 4829921"/>
              <a:gd name="connsiteY6" fmla="*/ 3217428 h 4165244"/>
              <a:gd name="connsiteX7" fmla="*/ 34151 w 4829921"/>
              <a:gd name="connsiteY7" fmla="*/ 1290513 h 4165244"/>
              <a:gd name="connsiteX8" fmla="*/ 861468 w 4829921"/>
              <a:gd name="connsiteY8" fmla="*/ 590018 h 4165244"/>
              <a:gd name="connsiteX9" fmla="*/ 879400 w 4829921"/>
              <a:gd name="connsiteY9" fmla="*/ 0 h 4165244"/>
              <a:gd name="connsiteX0" fmla="*/ 879400 w 4829921"/>
              <a:gd name="connsiteY0" fmla="*/ 0 h 4138288"/>
              <a:gd name="connsiteX1" fmla="*/ 1517367 w 4829921"/>
              <a:gd name="connsiteY1" fmla="*/ 574434 h 4138288"/>
              <a:gd name="connsiteX2" fmla="*/ 4502961 w 4829921"/>
              <a:gd name="connsiteY2" fmla="*/ 934302 h 4138288"/>
              <a:gd name="connsiteX3" fmla="*/ 4598202 w 4829921"/>
              <a:gd name="connsiteY3" fmla="*/ 3409206 h 4138288"/>
              <a:gd name="connsiteX4" fmla="*/ 3450139 w 4829921"/>
              <a:gd name="connsiteY4" fmla="*/ 4131303 h 4138288"/>
              <a:gd name="connsiteX5" fmla="*/ 982153 w 4829921"/>
              <a:gd name="connsiteY5" fmla="*/ 3738143 h 4138288"/>
              <a:gd name="connsiteX6" fmla="*/ 388743 w 4829921"/>
              <a:gd name="connsiteY6" fmla="*/ 3217428 h 4138288"/>
              <a:gd name="connsiteX7" fmla="*/ 34151 w 4829921"/>
              <a:gd name="connsiteY7" fmla="*/ 1290513 h 4138288"/>
              <a:gd name="connsiteX8" fmla="*/ 861468 w 4829921"/>
              <a:gd name="connsiteY8" fmla="*/ 590018 h 4138288"/>
              <a:gd name="connsiteX9" fmla="*/ 879400 w 4829921"/>
              <a:gd name="connsiteY9" fmla="*/ 0 h 4138288"/>
              <a:gd name="connsiteX0" fmla="*/ 797965 w 4748486"/>
              <a:gd name="connsiteY0" fmla="*/ 0 h 4138290"/>
              <a:gd name="connsiteX1" fmla="*/ 1435932 w 4748486"/>
              <a:gd name="connsiteY1" fmla="*/ 574434 h 4138290"/>
              <a:gd name="connsiteX2" fmla="*/ 4421526 w 4748486"/>
              <a:gd name="connsiteY2" fmla="*/ 934302 h 4138290"/>
              <a:gd name="connsiteX3" fmla="*/ 4516767 w 4748486"/>
              <a:gd name="connsiteY3" fmla="*/ 3409206 h 4138290"/>
              <a:gd name="connsiteX4" fmla="*/ 3368704 w 4748486"/>
              <a:gd name="connsiteY4" fmla="*/ 4131303 h 4138290"/>
              <a:gd name="connsiteX5" fmla="*/ 900718 w 4748486"/>
              <a:gd name="connsiteY5" fmla="*/ 3738143 h 4138290"/>
              <a:gd name="connsiteX6" fmla="*/ 307308 w 4748486"/>
              <a:gd name="connsiteY6" fmla="*/ 3217428 h 4138290"/>
              <a:gd name="connsiteX7" fmla="*/ 42133 w 4748486"/>
              <a:gd name="connsiteY7" fmla="*/ 1485818 h 4138290"/>
              <a:gd name="connsiteX8" fmla="*/ 780033 w 4748486"/>
              <a:gd name="connsiteY8" fmla="*/ 590018 h 4138290"/>
              <a:gd name="connsiteX9" fmla="*/ 797965 w 4748486"/>
              <a:gd name="connsiteY9" fmla="*/ 0 h 4138290"/>
              <a:gd name="connsiteX0" fmla="*/ 816235 w 4766756"/>
              <a:gd name="connsiteY0" fmla="*/ 0 h 4138288"/>
              <a:gd name="connsiteX1" fmla="*/ 1454202 w 4766756"/>
              <a:gd name="connsiteY1" fmla="*/ 574434 h 4138288"/>
              <a:gd name="connsiteX2" fmla="*/ 4439796 w 4766756"/>
              <a:gd name="connsiteY2" fmla="*/ 934302 h 4138288"/>
              <a:gd name="connsiteX3" fmla="*/ 4535037 w 4766756"/>
              <a:gd name="connsiteY3" fmla="*/ 3409206 h 4138288"/>
              <a:gd name="connsiteX4" fmla="*/ 3386974 w 4766756"/>
              <a:gd name="connsiteY4" fmla="*/ 4131303 h 4138288"/>
              <a:gd name="connsiteX5" fmla="*/ 918988 w 4766756"/>
              <a:gd name="connsiteY5" fmla="*/ 3738143 h 4138288"/>
              <a:gd name="connsiteX6" fmla="*/ 205861 w 4766756"/>
              <a:gd name="connsiteY6" fmla="*/ 2965662 h 4138288"/>
              <a:gd name="connsiteX7" fmla="*/ 60403 w 4766756"/>
              <a:gd name="connsiteY7" fmla="*/ 1485818 h 4138288"/>
              <a:gd name="connsiteX8" fmla="*/ 798303 w 4766756"/>
              <a:gd name="connsiteY8" fmla="*/ 590018 h 4138288"/>
              <a:gd name="connsiteX9" fmla="*/ 816235 w 4766756"/>
              <a:gd name="connsiteY9" fmla="*/ 0 h 4138288"/>
              <a:gd name="connsiteX0" fmla="*/ 816235 w 4622539"/>
              <a:gd name="connsiteY0" fmla="*/ 0 h 4138290"/>
              <a:gd name="connsiteX1" fmla="*/ 1454202 w 4622539"/>
              <a:gd name="connsiteY1" fmla="*/ 574434 h 4138290"/>
              <a:gd name="connsiteX2" fmla="*/ 4015228 w 4622539"/>
              <a:gd name="connsiteY2" fmla="*/ 1032218 h 4138290"/>
              <a:gd name="connsiteX3" fmla="*/ 4535037 w 4622539"/>
              <a:gd name="connsiteY3" fmla="*/ 3409206 h 4138290"/>
              <a:gd name="connsiteX4" fmla="*/ 3386974 w 4622539"/>
              <a:gd name="connsiteY4" fmla="*/ 4131303 h 4138290"/>
              <a:gd name="connsiteX5" fmla="*/ 918988 w 4622539"/>
              <a:gd name="connsiteY5" fmla="*/ 3738143 h 4138290"/>
              <a:gd name="connsiteX6" fmla="*/ 205861 w 4622539"/>
              <a:gd name="connsiteY6" fmla="*/ 2965662 h 4138290"/>
              <a:gd name="connsiteX7" fmla="*/ 60403 w 4622539"/>
              <a:gd name="connsiteY7" fmla="*/ 1485818 h 4138290"/>
              <a:gd name="connsiteX8" fmla="*/ 798303 w 4622539"/>
              <a:gd name="connsiteY8" fmla="*/ 590018 h 4138290"/>
              <a:gd name="connsiteX9" fmla="*/ 816235 w 4622539"/>
              <a:gd name="connsiteY9" fmla="*/ 0 h 4138290"/>
              <a:gd name="connsiteX0" fmla="*/ 816235 w 4622539"/>
              <a:gd name="connsiteY0" fmla="*/ 0 h 4132081"/>
              <a:gd name="connsiteX1" fmla="*/ 1454202 w 4622539"/>
              <a:gd name="connsiteY1" fmla="*/ 574434 h 4132081"/>
              <a:gd name="connsiteX2" fmla="*/ 4015228 w 4622539"/>
              <a:gd name="connsiteY2" fmla="*/ 1032218 h 4132081"/>
              <a:gd name="connsiteX3" fmla="*/ 4535037 w 4622539"/>
              <a:gd name="connsiteY3" fmla="*/ 3409206 h 4132081"/>
              <a:gd name="connsiteX4" fmla="*/ 3152706 w 4622539"/>
              <a:gd name="connsiteY4" fmla="*/ 4124957 h 4132081"/>
              <a:gd name="connsiteX5" fmla="*/ 918988 w 4622539"/>
              <a:gd name="connsiteY5" fmla="*/ 3738143 h 4132081"/>
              <a:gd name="connsiteX6" fmla="*/ 205861 w 4622539"/>
              <a:gd name="connsiteY6" fmla="*/ 2965662 h 4132081"/>
              <a:gd name="connsiteX7" fmla="*/ 60403 w 4622539"/>
              <a:gd name="connsiteY7" fmla="*/ 1485818 h 4132081"/>
              <a:gd name="connsiteX8" fmla="*/ 798303 w 4622539"/>
              <a:gd name="connsiteY8" fmla="*/ 590018 h 4132081"/>
              <a:gd name="connsiteX9" fmla="*/ 816235 w 4622539"/>
              <a:gd name="connsiteY9" fmla="*/ 0 h 4132081"/>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798303 w 4372994"/>
              <a:gd name="connsiteY8" fmla="*/ 59001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898165 w 4372994"/>
              <a:gd name="connsiteY8" fmla="*/ 60625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898165 w 4372994"/>
              <a:gd name="connsiteY8" fmla="*/ 60625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0336 w 4367095"/>
              <a:gd name="connsiteY0" fmla="*/ 0 h 4138222"/>
              <a:gd name="connsiteX1" fmla="*/ 1448303 w 4367095"/>
              <a:gd name="connsiteY1" fmla="*/ 574434 h 4138222"/>
              <a:gd name="connsiteX2" fmla="*/ 4009329 w 4367095"/>
              <a:gd name="connsiteY2" fmla="*/ 1032218 h 4138222"/>
              <a:gd name="connsiteX3" fmla="*/ 4202495 w 4367095"/>
              <a:gd name="connsiteY3" fmla="*/ 3259401 h 4138222"/>
              <a:gd name="connsiteX4" fmla="*/ 3146807 w 4367095"/>
              <a:gd name="connsiteY4" fmla="*/ 4124957 h 4138222"/>
              <a:gd name="connsiteX5" fmla="*/ 913089 w 4367095"/>
              <a:gd name="connsiteY5" fmla="*/ 3738143 h 4138222"/>
              <a:gd name="connsiteX6" fmla="*/ 199962 w 4367095"/>
              <a:gd name="connsiteY6" fmla="*/ 2965662 h 4138222"/>
              <a:gd name="connsiteX7" fmla="*/ 54504 w 4367095"/>
              <a:gd name="connsiteY7" fmla="*/ 1485818 h 4138222"/>
              <a:gd name="connsiteX8" fmla="*/ 892266 w 4367095"/>
              <a:gd name="connsiteY8" fmla="*/ 606258 h 4138222"/>
              <a:gd name="connsiteX9" fmla="*/ 810336 w 4367095"/>
              <a:gd name="connsiteY9" fmla="*/ 0 h 4138222"/>
              <a:gd name="connsiteX0" fmla="*/ 814639 w 4371398"/>
              <a:gd name="connsiteY0" fmla="*/ 0 h 4138224"/>
              <a:gd name="connsiteX1" fmla="*/ 1452606 w 4371398"/>
              <a:gd name="connsiteY1" fmla="*/ 574434 h 4138224"/>
              <a:gd name="connsiteX2" fmla="*/ 4013632 w 4371398"/>
              <a:gd name="connsiteY2" fmla="*/ 1032218 h 4138224"/>
              <a:gd name="connsiteX3" fmla="*/ 4206798 w 4371398"/>
              <a:gd name="connsiteY3" fmla="*/ 3259401 h 4138224"/>
              <a:gd name="connsiteX4" fmla="*/ 3151110 w 4371398"/>
              <a:gd name="connsiteY4" fmla="*/ 4124957 h 4138224"/>
              <a:gd name="connsiteX5" fmla="*/ 917392 w 4371398"/>
              <a:gd name="connsiteY5" fmla="*/ 3738143 h 4138224"/>
              <a:gd name="connsiteX6" fmla="*/ 184820 w 4371398"/>
              <a:gd name="connsiteY6" fmla="*/ 2971263 h 4138224"/>
              <a:gd name="connsiteX7" fmla="*/ 58807 w 4371398"/>
              <a:gd name="connsiteY7" fmla="*/ 1485818 h 4138224"/>
              <a:gd name="connsiteX8" fmla="*/ 896569 w 4371398"/>
              <a:gd name="connsiteY8" fmla="*/ 606258 h 4138224"/>
              <a:gd name="connsiteX9" fmla="*/ 814639 w 4371398"/>
              <a:gd name="connsiteY9" fmla="*/ 0 h 4138224"/>
              <a:gd name="connsiteX0" fmla="*/ 824982 w 4381741"/>
              <a:gd name="connsiteY0" fmla="*/ 0 h 4138222"/>
              <a:gd name="connsiteX1" fmla="*/ 1462949 w 4381741"/>
              <a:gd name="connsiteY1" fmla="*/ 574434 h 4138222"/>
              <a:gd name="connsiteX2" fmla="*/ 4023975 w 4381741"/>
              <a:gd name="connsiteY2" fmla="*/ 1032218 h 4138222"/>
              <a:gd name="connsiteX3" fmla="*/ 4217141 w 4381741"/>
              <a:gd name="connsiteY3" fmla="*/ 3259401 h 4138222"/>
              <a:gd name="connsiteX4" fmla="*/ 3161453 w 4381741"/>
              <a:gd name="connsiteY4" fmla="*/ 4124957 h 4138222"/>
              <a:gd name="connsiteX5" fmla="*/ 927735 w 4381741"/>
              <a:gd name="connsiteY5" fmla="*/ 3738143 h 4138222"/>
              <a:gd name="connsiteX6" fmla="*/ 195163 w 4381741"/>
              <a:gd name="connsiteY6" fmla="*/ 2971263 h 4138222"/>
              <a:gd name="connsiteX7" fmla="*/ 69150 w 4381741"/>
              <a:gd name="connsiteY7" fmla="*/ 1485818 h 4138222"/>
              <a:gd name="connsiteX8" fmla="*/ 906912 w 4381741"/>
              <a:gd name="connsiteY8" fmla="*/ 606258 h 4138222"/>
              <a:gd name="connsiteX9" fmla="*/ 824982 w 4381741"/>
              <a:gd name="connsiteY9" fmla="*/ 0 h 4138222"/>
              <a:gd name="connsiteX0" fmla="*/ 824982 w 4385632"/>
              <a:gd name="connsiteY0" fmla="*/ 0 h 4138224"/>
              <a:gd name="connsiteX1" fmla="*/ 1462949 w 4385632"/>
              <a:gd name="connsiteY1" fmla="*/ 574434 h 4138224"/>
              <a:gd name="connsiteX2" fmla="*/ 4023975 w 4385632"/>
              <a:gd name="connsiteY2" fmla="*/ 1032218 h 4138224"/>
              <a:gd name="connsiteX3" fmla="*/ 4217141 w 4385632"/>
              <a:gd name="connsiteY3" fmla="*/ 3259401 h 4138224"/>
              <a:gd name="connsiteX4" fmla="*/ 3161453 w 4385632"/>
              <a:gd name="connsiteY4" fmla="*/ 4124957 h 4138224"/>
              <a:gd name="connsiteX5" fmla="*/ 927735 w 4385632"/>
              <a:gd name="connsiteY5" fmla="*/ 3738143 h 4138224"/>
              <a:gd name="connsiteX6" fmla="*/ 195163 w 4385632"/>
              <a:gd name="connsiteY6" fmla="*/ 2971263 h 4138224"/>
              <a:gd name="connsiteX7" fmla="*/ 69150 w 4385632"/>
              <a:gd name="connsiteY7" fmla="*/ 1485818 h 4138224"/>
              <a:gd name="connsiteX8" fmla="*/ 906912 w 4385632"/>
              <a:gd name="connsiteY8" fmla="*/ 606258 h 4138224"/>
              <a:gd name="connsiteX9" fmla="*/ 824982 w 4385632"/>
              <a:gd name="connsiteY9" fmla="*/ 0 h 4138224"/>
              <a:gd name="connsiteX0" fmla="*/ 832223 w 4392873"/>
              <a:gd name="connsiteY0" fmla="*/ 0 h 4138222"/>
              <a:gd name="connsiteX1" fmla="*/ 1470190 w 4392873"/>
              <a:gd name="connsiteY1" fmla="*/ 574434 h 4138222"/>
              <a:gd name="connsiteX2" fmla="*/ 4031216 w 4392873"/>
              <a:gd name="connsiteY2" fmla="*/ 1032218 h 4138222"/>
              <a:gd name="connsiteX3" fmla="*/ 4224382 w 4392873"/>
              <a:gd name="connsiteY3" fmla="*/ 3259401 h 4138222"/>
              <a:gd name="connsiteX4" fmla="*/ 3168694 w 4392873"/>
              <a:gd name="connsiteY4" fmla="*/ 4124957 h 4138222"/>
              <a:gd name="connsiteX5" fmla="*/ 934976 w 4392873"/>
              <a:gd name="connsiteY5" fmla="*/ 3738143 h 4138222"/>
              <a:gd name="connsiteX6" fmla="*/ 179579 w 4392873"/>
              <a:gd name="connsiteY6" fmla="*/ 3046439 h 4138222"/>
              <a:gd name="connsiteX7" fmla="*/ 76391 w 4392873"/>
              <a:gd name="connsiteY7" fmla="*/ 1485818 h 4138222"/>
              <a:gd name="connsiteX8" fmla="*/ 914153 w 4392873"/>
              <a:gd name="connsiteY8" fmla="*/ 606258 h 4138222"/>
              <a:gd name="connsiteX9" fmla="*/ 832223 w 4392873"/>
              <a:gd name="connsiteY9" fmla="*/ 0 h 4138222"/>
              <a:gd name="connsiteX0" fmla="*/ 823971 w 4384621"/>
              <a:gd name="connsiteY0" fmla="*/ 0 h 4138224"/>
              <a:gd name="connsiteX1" fmla="*/ 1461938 w 4384621"/>
              <a:gd name="connsiteY1" fmla="*/ 574434 h 4138224"/>
              <a:gd name="connsiteX2" fmla="*/ 4022964 w 4384621"/>
              <a:gd name="connsiteY2" fmla="*/ 1032218 h 4138224"/>
              <a:gd name="connsiteX3" fmla="*/ 4216130 w 4384621"/>
              <a:gd name="connsiteY3" fmla="*/ 3259401 h 4138224"/>
              <a:gd name="connsiteX4" fmla="*/ 3160442 w 4384621"/>
              <a:gd name="connsiteY4" fmla="*/ 4124957 h 4138224"/>
              <a:gd name="connsiteX5" fmla="*/ 926724 w 4384621"/>
              <a:gd name="connsiteY5" fmla="*/ 3738143 h 4138224"/>
              <a:gd name="connsiteX6" fmla="*/ 171327 w 4384621"/>
              <a:gd name="connsiteY6" fmla="*/ 3046439 h 4138224"/>
              <a:gd name="connsiteX7" fmla="*/ 68139 w 4384621"/>
              <a:gd name="connsiteY7" fmla="*/ 1485818 h 4138224"/>
              <a:gd name="connsiteX8" fmla="*/ 905901 w 4384621"/>
              <a:gd name="connsiteY8" fmla="*/ 606258 h 4138224"/>
              <a:gd name="connsiteX9" fmla="*/ 823971 w 4384621"/>
              <a:gd name="connsiteY9" fmla="*/ 0 h 4138224"/>
              <a:gd name="connsiteX0" fmla="*/ 806189 w 4366839"/>
              <a:gd name="connsiteY0" fmla="*/ 0 h 4138222"/>
              <a:gd name="connsiteX1" fmla="*/ 1444156 w 4366839"/>
              <a:gd name="connsiteY1" fmla="*/ 574434 h 4138222"/>
              <a:gd name="connsiteX2" fmla="*/ 4005182 w 4366839"/>
              <a:gd name="connsiteY2" fmla="*/ 1032218 h 4138222"/>
              <a:gd name="connsiteX3" fmla="*/ 4198348 w 4366839"/>
              <a:gd name="connsiteY3" fmla="*/ 3259401 h 4138222"/>
              <a:gd name="connsiteX4" fmla="*/ 3142660 w 4366839"/>
              <a:gd name="connsiteY4" fmla="*/ 4124957 h 4138222"/>
              <a:gd name="connsiteX5" fmla="*/ 908942 w 4366839"/>
              <a:gd name="connsiteY5" fmla="*/ 3738143 h 4138222"/>
              <a:gd name="connsiteX6" fmla="*/ 153545 w 4366839"/>
              <a:gd name="connsiteY6" fmla="*/ 3046439 h 4138222"/>
              <a:gd name="connsiteX7" fmla="*/ 50357 w 4366839"/>
              <a:gd name="connsiteY7" fmla="*/ 1485818 h 4138222"/>
              <a:gd name="connsiteX8" fmla="*/ 888119 w 4366839"/>
              <a:gd name="connsiteY8" fmla="*/ 606258 h 4138222"/>
              <a:gd name="connsiteX9" fmla="*/ 806189 w 4366839"/>
              <a:gd name="connsiteY9" fmla="*/ 0 h 4138222"/>
              <a:gd name="connsiteX0" fmla="*/ 806189 w 4366839"/>
              <a:gd name="connsiteY0" fmla="*/ 0 h 4138224"/>
              <a:gd name="connsiteX1" fmla="*/ 1444156 w 4366839"/>
              <a:gd name="connsiteY1" fmla="*/ 574434 h 4138224"/>
              <a:gd name="connsiteX2" fmla="*/ 4005182 w 4366839"/>
              <a:gd name="connsiteY2" fmla="*/ 1032218 h 4138224"/>
              <a:gd name="connsiteX3" fmla="*/ 4198348 w 4366839"/>
              <a:gd name="connsiteY3" fmla="*/ 3259401 h 4138224"/>
              <a:gd name="connsiteX4" fmla="*/ 3142660 w 4366839"/>
              <a:gd name="connsiteY4" fmla="*/ 4124957 h 4138224"/>
              <a:gd name="connsiteX5" fmla="*/ 908942 w 4366839"/>
              <a:gd name="connsiteY5" fmla="*/ 3738143 h 4138224"/>
              <a:gd name="connsiteX6" fmla="*/ 153545 w 4366839"/>
              <a:gd name="connsiteY6" fmla="*/ 3046439 h 4138224"/>
              <a:gd name="connsiteX7" fmla="*/ 50357 w 4366839"/>
              <a:gd name="connsiteY7" fmla="*/ 1485818 h 4138224"/>
              <a:gd name="connsiteX8" fmla="*/ 888119 w 4366839"/>
              <a:gd name="connsiteY8" fmla="*/ 606258 h 4138224"/>
              <a:gd name="connsiteX9" fmla="*/ 806189 w 4366839"/>
              <a:gd name="connsiteY9" fmla="*/ 0 h 4138224"/>
              <a:gd name="connsiteX0" fmla="*/ 756726 w 4317376"/>
              <a:gd name="connsiteY0" fmla="*/ 0 h 4138222"/>
              <a:gd name="connsiteX1" fmla="*/ 1394693 w 4317376"/>
              <a:gd name="connsiteY1" fmla="*/ 574434 h 4138222"/>
              <a:gd name="connsiteX2" fmla="*/ 3955719 w 4317376"/>
              <a:gd name="connsiteY2" fmla="*/ 1032218 h 4138222"/>
              <a:gd name="connsiteX3" fmla="*/ 4148885 w 4317376"/>
              <a:gd name="connsiteY3" fmla="*/ 3259401 h 4138222"/>
              <a:gd name="connsiteX4" fmla="*/ 3093197 w 4317376"/>
              <a:gd name="connsiteY4" fmla="*/ 4124957 h 4138222"/>
              <a:gd name="connsiteX5" fmla="*/ 859479 w 4317376"/>
              <a:gd name="connsiteY5" fmla="*/ 3738143 h 4138222"/>
              <a:gd name="connsiteX6" fmla="*/ 104082 w 4317376"/>
              <a:gd name="connsiteY6" fmla="*/ 3046439 h 4138222"/>
              <a:gd name="connsiteX7" fmla="*/ 894 w 4317376"/>
              <a:gd name="connsiteY7" fmla="*/ 1485818 h 4138222"/>
              <a:gd name="connsiteX8" fmla="*/ 838656 w 4317376"/>
              <a:gd name="connsiteY8" fmla="*/ 606258 h 4138222"/>
              <a:gd name="connsiteX9" fmla="*/ 756726 w 4317376"/>
              <a:gd name="connsiteY9" fmla="*/ 0 h 4138222"/>
              <a:gd name="connsiteX0" fmla="*/ 756726 w 4317376"/>
              <a:gd name="connsiteY0" fmla="*/ 0 h 4138224"/>
              <a:gd name="connsiteX1" fmla="*/ 1394693 w 4317376"/>
              <a:gd name="connsiteY1" fmla="*/ 574434 h 4138224"/>
              <a:gd name="connsiteX2" fmla="*/ 3955719 w 4317376"/>
              <a:gd name="connsiteY2" fmla="*/ 1032218 h 4138224"/>
              <a:gd name="connsiteX3" fmla="*/ 4148885 w 4317376"/>
              <a:gd name="connsiteY3" fmla="*/ 3259401 h 4138224"/>
              <a:gd name="connsiteX4" fmla="*/ 3093197 w 4317376"/>
              <a:gd name="connsiteY4" fmla="*/ 4124957 h 4138224"/>
              <a:gd name="connsiteX5" fmla="*/ 859479 w 4317376"/>
              <a:gd name="connsiteY5" fmla="*/ 3738143 h 4138224"/>
              <a:gd name="connsiteX6" fmla="*/ 219159 w 4317376"/>
              <a:gd name="connsiteY6" fmla="*/ 3144044 h 4138224"/>
              <a:gd name="connsiteX7" fmla="*/ 894 w 4317376"/>
              <a:gd name="connsiteY7" fmla="*/ 1485818 h 4138224"/>
              <a:gd name="connsiteX8" fmla="*/ 838656 w 4317376"/>
              <a:gd name="connsiteY8" fmla="*/ 606258 h 4138224"/>
              <a:gd name="connsiteX9" fmla="*/ 756726 w 4317376"/>
              <a:gd name="connsiteY9" fmla="*/ 0 h 4138224"/>
              <a:gd name="connsiteX0" fmla="*/ 756726 w 4317376"/>
              <a:gd name="connsiteY0" fmla="*/ 0 h 4138222"/>
              <a:gd name="connsiteX1" fmla="*/ 1394693 w 4317376"/>
              <a:gd name="connsiteY1" fmla="*/ 574434 h 4138222"/>
              <a:gd name="connsiteX2" fmla="*/ 3955719 w 4317376"/>
              <a:gd name="connsiteY2" fmla="*/ 1032218 h 4138222"/>
              <a:gd name="connsiteX3" fmla="*/ 4148885 w 4317376"/>
              <a:gd name="connsiteY3" fmla="*/ 3259401 h 4138222"/>
              <a:gd name="connsiteX4" fmla="*/ 3093197 w 4317376"/>
              <a:gd name="connsiteY4" fmla="*/ 4124957 h 4138222"/>
              <a:gd name="connsiteX5" fmla="*/ 859479 w 4317376"/>
              <a:gd name="connsiteY5" fmla="*/ 3738143 h 4138222"/>
              <a:gd name="connsiteX6" fmla="*/ 232580 w 4317376"/>
              <a:gd name="connsiteY6" fmla="*/ 3163758 h 4138222"/>
              <a:gd name="connsiteX7" fmla="*/ 894 w 4317376"/>
              <a:gd name="connsiteY7" fmla="*/ 1485818 h 4138222"/>
              <a:gd name="connsiteX8" fmla="*/ 838656 w 4317376"/>
              <a:gd name="connsiteY8" fmla="*/ 606258 h 4138222"/>
              <a:gd name="connsiteX9" fmla="*/ 756726 w 4317376"/>
              <a:gd name="connsiteY9" fmla="*/ 0 h 4138222"/>
              <a:gd name="connsiteX0" fmla="*/ 756726 w 4317376"/>
              <a:gd name="connsiteY0" fmla="*/ 0 h 4138731"/>
              <a:gd name="connsiteX1" fmla="*/ 1394693 w 4317376"/>
              <a:gd name="connsiteY1" fmla="*/ 574434 h 4138731"/>
              <a:gd name="connsiteX2" fmla="*/ 3955719 w 4317376"/>
              <a:gd name="connsiteY2" fmla="*/ 1032218 h 4138731"/>
              <a:gd name="connsiteX3" fmla="*/ 4148885 w 4317376"/>
              <a:gd name="connsiteY3" fmla="*/ 3259401 h 4138731"/>
              <a:gd name="connsiteX4" fmla="*/ 3093197 w 4317376"/>
              <a:gd name="connsiteY4" fmla="*/ 4124957 h 4138731"/>
              <a:gd name="connsiteX5" fmla="*/ 897522 w 4317376"/>
              <a:gd name="connsiteY5" fmla="*/ 3744330 h 4138731"/>
              <a:gd name="connsiteX6" fmla="*/ 232580 w 4317376"/>
              <a:gd name="connsiteY6" fmla="*/ 3163758 h 4138731"/>
              <a:gd name="connsiteX7" fmla="*/ 894 w 4317376"/>
              <a:gd name="connsiteY7" fmla="*/ 1485818 h 4138731"/>
              <a:gd name="connsiteX8" fmla="*/ 838656 w 4317376"/>
              <a:gd name="connsiteY8" fmla="*/ 606258 h 4138731"/>
              <a:gd name="connsiteX9" fmla="*/ 756726 w 4317376"/>
              <a:gd name="connsiteY9" fmla="*/ 0 h 4138731"/>
              <a:gd name="connsiteX0" fmla="*/ 756726 w 4317376"/>
              <a:gd name="connsiteY0" fmla="*/ 0 h 4138731"/>
              <a:gd name="connsiteX1" fmla="*/ 1394693 w 4317376"/>
              <a:gd name="connsiteY1" fmla="*/ 574434 h 4138731"/>
              <a:gd name="connsiteX2" fmla="*/ 3955719 w 4317376"/>
              <a:gd name="connsiteY2" fmla="*/ 1032218 h 4138731"/>
              <a:gd name="connsiteX3" fmla="*/ 4148885 w 4317376"/>
              <a:gd name="connsiteY3" fmla="*/ 3259401 h 4138731"/>
              <a:gd name="connsiteX4" fmla="*/ 3093197 w 4317376"/>
              <a:gd name="connsiteY4" fmla="*/ 4124957 h 4138731"/>
              <a:gd name="connsiteX5" fmla="*/ 897522 w 4317376"/>
              <a:gd name="connsiteY5" fmla="*/ 3744330 h 4138731"/>
              <a:gd name="connsiteX6" fmla="*/ 232580 w 4317376"/>
              <a:gd name="connsiteY6" fmla="*/ 3163758 h 4138731"/>
              <a:gd name="connsiteX7" fmla="*/ 894 w 4317376"/>
              <a:gd name="connsiteY7" fmla="*/ 1485818 h 4138731"/>
              <a:gd name="connsiteX8" fmla="*/ 838656 w 4317376"/>
              <a:gd name="connsiteY8" fmla="*/ 606258 h 4138731"/>
              <a:gd name="connsiteX9" fmla="*/ 756726 w 4317376"/>
              <a:gd name="connsiteY9" fmla="*/ 0 h 4138731"/>
              <a:gd name="connsiteX0" fmla="*/ 763583 w 4324233"/>
              <a:gd name="connsiteY0" fmla="*/ 0 h 4138731"/>
              <a:gd name="connsiteX1" fmla="*/ 1401550 w 4324233"/>
              <a:gd name="connsiteY1" fmla="*/ 574434 h 4138731"/>
              <a:gd name="connsiteX2" fmla="*/ 3962576 w 4324233"/>
              <a:gd name="connsiteY2" fmla="*/ 1032218 h 4138731"/>
              <a:gd name="connsiteX3" fmla="*/ 4155742 w 4324233"/>
              <a:gd name="connsiteY3" fmla="*/ 3259401 h 4138731"/>
              <a:gd name="connsiteX4" fmla="*/ 3100054 w 4324233"/>
              <a:gd name="connsiteY4" fmla="*/ 4124957 h 4138731"/>
              <a:gd name="connsiteX5" fmla="*/ 904379 w 4324233"/>
              <a:gd name="connsiteY5" fmla="*/ 3744330 h 4138731"/>
              <a:gd name="connsiteX6" fmla="*/ 239437 w 4324233"/>
              <a:gd name="connsiteY6" fmla="*/ 3163758 h 4138731"/>
              <a:gd name="connsiteX7" fmla="*/ 881 w 4324233"/>
              <a:gd name="connsiteY7" fmla="*/ 1528534 h 4138731"/>
              <a:gd name="connsiteX8" fmla="*/ 845513 w 4324233"/>
              <a:gd name="connsiteY8" fmla="*/ 606258 h 4138731"/>
              <a:gd name="connsiteX9" fmla="*/ 763583 w 4324233"/>
              <a:gd name="connsiteY9" fmla="*/ 0 h 4138731"/>
              <a:gd name="connsiteX0" fmla="*/ 763583 w 4324233"/>
              <a:gd name="connsiteY0" fmla="*/ 0 h 4138731"/>
              <a:gd name="connsiteX1" fmla="*/ 1401550 w 4324233"/>
              <a:gd name="connsiteY1" fmla="*/ 574434 h 4138731"/>
              <a:gd name="connsiteX2" fmla="*/ 3962576 w 4324233"/>
              <a:gd name="connsiteY2" fmla="*/ 1032218 h 4138731"/>
              <a:gd name="connsiteX3" fmla="*/ 4155742 w 4324233"/>
              <a:gd name="connsiteY3" fmla="*/ 3259401 h 4138731"/>
              <a:gd name="connsiteX4" fmla="*/ 3100054 w 4324233"/>
              <a:gd name="connsiteY4" fmla="*/ 4124957 h 4138731"/>
              <a:gd name="connsiteX5" fmla="*/ 904379 w 4324233"/>
              <a:gd name="connsiteY5" fmla="*/ 3744330 h 4138731"/>
              <a:gd name="connsiteX6" fmla="*/ 239437 w 4324233"/>
              <a:gd name="connsiteY6" fmla="*/ 3163758 h 4138731"/>
              <a:gd name="connsiteX7" fmla="*/ 881 w 4324233"/>
              <a:gd name="connsiteY7" fmla="*/ 1528534 h 4138731"/>
              <a:gd name="connsiteX8" fmla="*/ 845513 w 4324233"/>
              <a:gd name="connsiteY8" fmla="*/ 606258 h 4138731"/>
              <a:gd name="connsiteX9" fmla="*/ 763583 w 4324233"/>
              <a:gd name="connsiteY9" fmla="*/ 0 h 4138731"/>
              <a:gd name="connsiteX0" fmla="*/ 763706 w 4324356"/>
              <a:gd name="connsiteY0" fmla="*/ 0 h 4138731"/>
              <a:gd name="connsiteX1" fmla="*/ 1401673 w 4324356"/>
              <a:gd name="connsiteY1" fmla="*/ 574434 h 4138731"/>
              <a:gd name="connsiteX2" fmla="*/ 3962699 w 4324356"/>
              <a:gd name="connsiteY2" fmla="*/ 1032218 h 4138731"/>
              <a:gd name="connsiteX3" fmla="*/ 4155865 w 4324356"/>
              <a:gd name="connsiteY3" fmla="*/ 3259401 h 4138731"/>
              <a:gd name="connsiteX4" fmla="*/ 3100177 w 4324356"/>
              <a:gd name="connsiteY4" fmla="*/ 4124957 h 4138731"/>
              <a:gd name="connsiteX5" fmla="*/ 904502 w 4324356"/>
              <a:gd name="connsiteY5" fmla="*/ 3744330 h 4138731"/>
              <a:gd name="connsiteX6" fmla="*/ 239560 w 4324356"/>
              <a:gd name="connsiteY6" fmla="*/ 3163758 h 4138731"/>
              <a:gd name="connsiteX7" fmla="*/ 1004 w 4324356"/>
              <a:gd name="connsiteY7" fmla="*/ 1528534 h 4138731"/>
              <a:gd name="connsiteX8" fmla="*/ 845636 w 4324356"/>
              <a:gd name="connsiteY8" fmla="*/ 606258 h 4138731"/>
              <a:gd name="connsiteX9" fmla="*/ 763706 w 4324356"/>
              <a:gd name="connsiteY9" fmla="*/ 0 h 4138731"/>
              <a:gd name="connsiteX0" fmla="*/ 763710 w 4324360"/>
              <a:gd name="connsiteY0" fmla="*/ 0 h 4138731"/>
              <a:gd name="connsiteX1" fmla="*/ 1401677 w 4324360"/>
              <a:gd name="connsiteY1" fmla="*/ 574434 h 4138731"/>
              <a:gd name="connsiteX2" fmla="*/ 3962703 w 4324360"/>
              <a:gd name="connsiteY2" fmla="*/ 1032218 h 4138731"/>
              <a:gd name="connsiteX3" fmla="*/ 4155869 w 4324360"/>
              <a:gd name="connsiteY3" fmla="*/ 3259401 h 4138731"/>
              <a:gd name="connsiteX4" fmla="*/ 3100181 w 4324360"/>
              <a:gd name="connsiteY4" fmla="*/ 4124957 h 4138731"/>
              <a:gd name="connsiteX5" fmla="*/ 904506 w 4324360"/>
              <a:gd name="connsiteY5" fmla="*/ 3744330 h 4138731"/>
              <a:gd name="connsiteX6" fmla="*/ 239564 w 4324360"/>
              <a:gd name="connsiteY6" fmla="*/ 3163758 h 4138731"/>
              <a:gd name="connsiteX7" fmla="*/ 1008 w 4324360"/>
              <a:gd name="connsiteY7" fmla="*/ 1528534 h 4138731"/>
              <a:gd name="connsiteX8" fmla="*/ 845640 w 4324360"/>
              <a:gd name="connsiteY8" fmla="*/ 606258 h 4138731"/>
              <a:gd name="connsiteX9" fmla="*/ 763710 w 4324360"/>
              <a:gd name="connsiteY9" fmla="*/ 0 h 413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4360" h="4138731">
                <a:moveTo>
                  <a:pt x="763710" y="0"/>
                </a:moveTo>
                <a:cubicBezTo>
                  <a:pt x="835632" y="58905"/>
                  <a:pt x="1258100" y="357725"/>
                  <a:pt x="1401677" y="574434"/>
                </a:cubicBezTo>
                <a:cubicBezTo>
                  <a:pt x="1557398" y="585526"/>
                  <a:pt x="3503671" y="584724"/>
                  <a:pt x="3962703" y="1032218"/>
                </a:cubicBezTo>
                <a:cubicBezTo>
                  <a:pt x="4421735" y="1479712"/>
                  <a:pt x="4393755" y="2068459"/>
                  <a:pt x="4155869" y="3259401"/>
                </a:cubicBezTo>
                <a:cubicBezTo>
                  <a:pt x="4006903" y="3825365"/>
                  <a:pt x="3642075" y="4044135"/>
                  <a:pt x="3100181" y="4124957"/>
                </a:cubicBezTo>
                <a:cubicBezTo>
                  <a:pt x="2558287" y="4205779"/>
                  <a:pt x="1639845" y="3911670"/>
                  <a:pt x="904506" y="3744330"/>
                </a:cubicBezTo>
                <a:cubicBezTo>
                  <a:pt x="600271" y="3642054"/>
                  <a:pt x="464613" y="3557214"/>
                  <a:pt x="239564" y="3163758"/>
                </a:cubicBezTo>
                <a:cubicBezTo>
                  <a:pt x="75461" y="2876879"/>
                  <a:pt x="40807" y="2193725"/>
                  <a:pt x="1008" y="1528534"/>
                </a:cubicBezTo>
                <a:cubicBezTo>
                  <a:pt x="-24451" y="805482"/>
                  <a:pt x="437089" y="647961"/>
                  <a:pt x="845640" y="606258"/>
                </a:cubicBezTo>
                <a:cubicBezTo>
                  <a:pt x="845640" y="606258"/>
                  <a:pt x="854014" y="343114"/>
                  <a:pt x="763710" y="0"/>
                </a:cubicBezTo>
                <a:close/>
              </a:path>
            </a:pathLst>
          </a:custGeom>
          <a:solidFill>
            <a:schemeClr val="bg2">
              <a:lumMod val="9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a:extLst>
              <a:ext uri="{FF2B5EF4-FFF2-40B4-BE49-F238E27FC236}">
                <a16:creationId xmlns:a16="http://schemas.microsoft.com/office/drawing/2014/main" id="{3260CA74-CBC5-2DBD-BE50-0A8E67AED469}"/>
              </a:ext>
            </a:extLst>
          </p:cNvPr>
          <p:cNvSpPr>
            <a:spLocks noGrp="1"/>
          </p:cNvSpPr>
          <p:nvPr>
            <p:ph type="subTitle" idx="1"/>
          </p:nvPr>
        </p:nvSpPr>
        <p:spPr>
          <a:xfrm>
            <a:off x="5876998" y="618510"/>
            <a:ext cx="3397611" cy="1256326"/>
          </a:xfrm>
        </p:spPr>
        <p:txBody>
          <a:bodyPr>
            <a:normAutofit/>
          </a:bodyPr>
          <a:lstStyle/>
          <a:p>
            <a:pPr algn="ctr"/>
            <a:r>
              <a:rPr lang="en-AU" dirty="0"/>
              <a:t>Year 7 English – Reading a novel</a:t>
            </a:r>
            <a:endParaRPr lang="en-AU"/>
          </a:p>
        </p:txBody>
      </p:sp>
      <p:sp>
        <p:nvSpPr>
          <p:cNvPr id="17" name="Freeform: Shape 16">
            <a:extLst>
              <a:ext uri="{FF2B5EF4-FFF2-40B4-BE49-F238E27FC236}">
                <a16:creationId xmlns:a16="http://schemas.microsoft.com/office/drawing/2014/main" id="{3FCBF8AE-1318-4240-B3C3-A276ADFA57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04884" flipH="1">
            <a:off x="5612130" y="-2961"/>
            <a:ext cx="3856838" cy="2114365"/>
          </a:xfrm>
          <a:custGeom>
            <a:avLst/>
            <a:gdLst>
              <a:gd name="connsiteX0" fmla="*/ 986774 w 5065355"/>
              <a:gd name="connsiteY0" fmla="*/ 0 h 3864077"/>
              <a:gd name="connsiteX1" fmla="*/ 1598492 w 5065355"/>
              <a:gd name="connsiteY1" fmla="*/ 571743 h 3864077"/>
              <a:gd name="connsiteX2" fmla="*/ 4623587 w 5065355"/>
              <a:gd name="connsiteY2" fmla="*/ 815032 h 3864077"/>
              <a:gd name="connsiteX3" fmla="*/ 5045794 w 5065355"/>
              <a:gd name="connsiteY3" fmla="*/ 2583837 h 3864077"/>
              <a:gd name="connsiteX4" fmla="*/ 5065097 w 5065355"/>
              <a:gd name="connsiteY4" fmla="*/ 3007422 h 3864077"/>
              <a:gd name="connsiteX5" fmla="*/ 5064540 w 5065355"/>
              <a:gd name="connsiteY5" fmla="*/ 3083457 h 3864077"/>
              <a:gd name="connsiteX6" fmla="*/ 5065355 w 5065355"/>
              <a:gd name="connsiteY6" fmla="*/ 3093208 h 3864077"/>
              <a:gd name="connsiteX7" fmla="*/ 5059336 w 5065355"/>
              <a:gd name="connsiteY7" fmla="*/ 3165214 h 3864077"/>
              <a:gd name="connsiteX8" fmla="*/ 5058896 w 5065355"/>
              <a:gd name="connsiteY8" fmla="*/ 3171406 h 3864077"/>
              <a:gd name="connsiteX9" fmla="*/ 5058773 w 5065355"/>
              <a:gd name="connsiteY9" fmla="*/ 3171941 h 3864077"/>
              <a:gd name="connsiteX10" fmla="*/ 5057188 w 5065355"/>
              <a:gd name="connsiteY10" fmla="*/ 3190910 h 3864077"/>
              <a:gd name="connsiteX11" fmla="*/ 5033762 w 5065355"/>
              <a:gd name="connsiteY11" fmla="*/ 3281910 h 3864077"/>
              <a:gd name="connsiteX12" fmla="*/ 5033487 w 5065355"/>
              <a:gd name="connsiteY12" fmla="*/ 3282522 h 3864077"/>
              <a:gd name="connsiteX13" fmla="*/ 5027369 w 5065355"/>
              <a:gd name="connsiteY13" fmla="*/ 3309275 h 3864077"/>
              <a:gd name="connsiteX14" fmla="*/ 4908386 w 5065355"/>
              <a:gd name="connsiteY14" fmla="*/ 3476562 h 3864077"/>
              <a:gd name="connsiteX15" fmla="*/ 4902444 w 5065355"/>
              <a:gd name="connsiteY15" fmla="*/ 3480940 h 3864077"/>
              <a:gd name="connsiteX16" fmla="*/ 4888108 w 5065355"/>
              <a:gd name="connsiteY16" fmla="*/ 3495204 h 3864077"/>
              <a:gd name="connsiteX17" fmla="*/ 4819819 w 5065355"/>
              <a:gd name="connsiteY17" fmla="*/ 3539901 h 3864077"/>
              <a:gd name="connsiteX18" fmla="*/ 4806748 w 5065355"/>
              <a:gd name="connsiteY18" fmla="*/ 3544794 h 3864077"/>
              <a:gd name="connsiteX19" fmla="*/ 4765129 w 5065355"/>
              <a:gd name="connsiteY19" fmla="*/ 3568040 h 3864077"/>
              <a:gd name="connsiteX20" fmla="*/ 4426673 w 5065355"/>
              <a:gd name="connsiteY20" fmla="*/ 3685984 h 3864077"/>
              <a:gd name="connsiteX21" fmla="*/ 534075 w 5065355"/>
              <a:gd name="connsiteY21" fmla="*/ 3761757 h 3864077"/>
              <a:gd name="connsiteX22" fmla="*/ 451805 w 5065355"/>
              <a:gd name="connsiteY22" fmla="*/ 3738960 h 3864077"/>
              <a:gd name="connsiteX23" fmla="*/ 417467 w 5065355"/>
              <a:gd name="connsiteY23" fmla="*/ 3743134 h 3864077"/>
              <a:gd name="connsiteX24" fmla="*/ 47039 w 5065355"/>
              <a:gd name="connsiteY24" fmla="*/ 3447046 h 3864077"/>
              <a:gd name="connsiteX25" fmla="*/ 38763 w 5065355"/>
              <a:gd name="connsiteY25" fmla="*/ 3414896 h 3864077"/>
              <a:gd name="connsiteX26" fmla="*/ 28376 w 5065355"/>
              <a:gd name="connsiteY26" fmla="*/ 3388641 h 3864077"/>
              <a:gd name="connsiteX27" fmla="*/ 14642 w 5065355"/>
              <a:gd name="connsiteY27" fmla="*/ 2681940 h 3864077"/>
              <a:gd name="connsiteX28" fmla="*/ 141525 w 5065355"/>
              <a:gd name="connsiteY28" fmla="*/ 1290513 h 3864077"/>
              <a:gd name="connsiteX29" fmla="*/ 968842 w 5065355"/>
              <a:gd name="connsiteY29" fmla="*/ 590018 h 3864077"/>
              <a:gd name="connsiteX30" fmla="*/ 986774 w 5065355"/>
              <a:gd name="connsiteY30" fmla="*/ 0 h 3864077"/>
              <a:gd name="connsiteX0" fmla="*/ 986774 w 5065355"/>
              <a:gd name="connsiteY0" fmla="*/ 0 h 3852421"/>
              <a:gd name="connsiteX1" fmla="*/ 1598492 w 5065355"/>
              <a:gd name="connsiteY1" fmla="*/ 571743 h 3852421"/>
              <a:gd name="connsiteX2" fmla="*/ 4623587 w 5065355"/>
              <a:gd name="connsiteY2" fmla="*/ 815032 h 3852421"/>
              <a:gd name="connsiteX3" fmla="*/ 5045794 w 5065355"/>
              <a:gd name="connsiteY3" fmla="*/ 2583837 h 3852421"/>
              <a:gd name="connsiteX4" fmla="*/ 5065097 w 5065355"/>
              <a:gd name="connsiteY4" fmla="*/ 3007422 h 3852421"/>
              <a:gd name="connsiteX5" fmla="*/ 5064540 w 5065355"/>
              <a:gd name="connsiteY5" fmla="*/ 3083457 h 3852421"/>
              <a:gd name="connsiteX6" fmla="*/ 5065355 w 5065355"/>
              <a:gd name="connsiteY6" fmla="*/ 3093208 h 3852421"/>
              <a:gd name="connsiteX7" fmla="*/ 5059336 w 5065355"/>
              <a:gd name="connsiteY7" fmla="*/ 3165214 h 3852421"/>
              <a:gd name="connsiteX8" fmla="*/ 5058896 w 5065355"/>
              <a:gd name="connsiteY8" fmla="*/ 3171406 h 3852421"/>
              <a:gd name="connsiteX9" fmla="*/ 5058773 w 5065355"/>
              <a:gd name="connsiteY9" fmla="*/ 3171941 h 3852421"/>
              <a:gd name="connsiteX10" fmla="*/ 5057188 w 5065355"/>
              <a:gd name="connsiteY10" fmla="*/ 3190910 h 3852421"/>
              <a:gd name="connsiteX11" fmla="*/ 5033762 w 5065355"/>
              <a:gd name="connsiteY11" fmla="*/ 3281910 h 3852421"/>
              <a:gd name="connsiteX12" fmla="*/ 5033487 w 5065355"/>
              <a:gd name="connsiteY12" fmla="*/ 3282522 h 3852421"/>
              <a:gd name="connsiteX13" fmla="*/ 5027369 w 5065355"/>
              <a:gd name="connsiteY13" fmla="*/ 3309275 h 3852421"/>
              <a:gd name="connsiteX14" fmla="*/ 4908386 w 5065355"/>
              <a:gd name="connsiteY14" fmla="*/ 3476562 h 3852421"/>
              <a:gd name="connsiteX15" fmla="*/ 4902444 w 5065355"/>
              <a:gd name="connsiteY15" fmla="*/ 3480940 h 3852421"/>
              <a:gd name="connsiteX16" fmla="*/ 4888108 w 5065355"/>
              <a:gd name="connsiteY16" fmla="*/ 3495204 h 3852421"/>
              <a:gd name="connsiteX17" fmla="*/ 4819819 w 5065355"/>
              <a:gd name="connsiteY17" fmla="*/ 3539901 h 3852421"/>
              <a:gd name="connsiteX18" fmla="*/ 4806748 w 5065355"/>
              <a:gd name="connsiteY18" fmla="*/ 3544794 h 3852421"/>
              <a:gd name="connsiteX19" fmla="*/ 4765129 w 5065355"/>
              <a:gd name="connsiteY19" fmla="*/ 3568040 h 3852421"/>
              <a:gd name="connsiteX20" fmla="*/ 4426673 w 5065355"/>
              <a:gd name="connsiteY20" fmla="*/ 3685984 h 3852421"/>
              <a:gd name="connsiteX21" fmla="*/ 904564 w 5065355"/>
              <a:gd name="connsiteY21" fmla="*/ 3793288 h 3852421"/>
              <a:gd name="connsiteX22" fmla="*/ 451805 w 5065355"/>
              <a:gd name="connsiteY22" fmla="*/ 3738960 h 3852421"/>
              <a:gd name="connsiteX23" fmla="*/ 417467 w 5065355"/>
              <a:gd name="connsiteY23" fmla="*/ 3743134 h 3852421"/>
              <a:gd name="connsiteX24" fmla="*/ 47039 w 5065355"/>
              <a:gd name="connsiteY24" fmla="*/ 3447046 h 3852421"/>
              <a:gd name="connsiteX25" fmla="*/ 38763 w 5065355"/>
              <a:gd name="connsiteY25" fmla="*/ 3414896 h 3852421"/>
              <a:gd name="connsiteX26" fmla="*/ 28376 w 5065355"/>
              <a:gd name="connsiteY26" fmla="*/ 3388641 h 3852421"/>
              <a:gd name="connsiteX27" fmla="*/ 14642 w 5065355"/>
              <a:gd name="connsiteY27" fmla="*/ 2681940 h 3852421"/>
              <a:gd name="connsiteX28" fmla="*/ 141525 w 5065355"/>
              <a:gd name="connsiteY28" fmla="*/ 1290513 h 3852421"/>
              <a:gd name="connsiteX29" fmla="*/ 968842 w 5065355"/>
              <a:gd name="connsiteY29" fmla="*/ 590018 h 3852421"/>
              <a:gd name="connsiteX30" fmla="*/ 986774 w 5065355"/>
              <a:gd name="connsiteY30" fmla="*/ 0 h 3852421"/>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765129 w 5065355"/>
              <a:gd name="connsiteY19" fmla="*/ 3568040 h 3899315"/>
              <a:gd name="connsiteX20" fmla="*/ 4229604 w 5065355"/>
              <a:gd name="connsiteY20" fmla="*/ 3851522 h 3899315"/>
              <a:gd name="connsiteX21" fmla="*/ 904564 w 5065355"/>
              <a:gd name="connsiteY21" fmla="*/ 3793288 h 3899315"/>
              <a:gd name="connsiteX22" fmla="*/ 451805 w 5065355"/>
              <a:gd name="connsiteY22" fmla="*/ 3738960 h 3899315"/>
              <a:gd name="connsiteX23" fmla="*/ 417467 w 5065355"/>
              <a:gd name="connsiteY23" fmla="*/ 3743134 h 3899315"/>
              <a:gd name="connsiteX24" fmla="*/ 47039 w 5065355"/>
              <a:gd name="connsiteY24" fmla="*/ 3447046 h 3899315"/>
              <a:gd name="connsiteX25" fmla="*/ 38763 w 5065355"/>
              <a:gd name="connsiteY25" fmla="*/ 3414896 h 3899315"/>
              <a:gd name="connsiteX26" fmla="*/ 28376 w 5065355"/>
              <a:gd name="connsiteY26" fmla="*/ 3388641 h 3899315"/>
              <a:gd name="connsiteX27" fmla="*/ 14642 w 5065355"/>
              <a:gd name="connsiteY27" fmla="*/ 2681940 h 3899315"/>
              <a:gd name="connsiteX28" fmla="*/ 141525 w 5065355"/>
              <a:gd name="connsiteY28" fmla="*/ 1290513 h 3899315"/>
              <a:gd name="connsiteX29" fmla="*/ 968842 w 5065355"/>
              <a:gd name="connsiteY29" fmla="*/ 590018 h 3899315"/>
              <a:gd name="connsiteX30" fmla="*/ 986774 w 5065355"/>
              <a:gd name="connsiteY30" fmla="*/ 0 h 3899315"/>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765129 w 5065355"/>
              <a:gd name="connsiteY19" fmla="*/ 3568040 h 3899315"/>
              <a:gd name="connsiteX20" fmla="*/ 4229604 w 5065355"/>
              <a:gd name="connsiteY20" fmla="*/ 3851522 h 3899315"/>
              <a:gd name="connsiteX21" fmla="*/ 904564 w 5065355"/>
              <a:gd name="connsiteY21" fmla="*/ 3793288 h 3899315"/>
              <a:gd name="connsiteX22" fmla="*/ 451805 w 5065355"/>
              <a:gd name="connsiteY22" fmla="*/ 3738960 h 3899315"/>
              <a:gd name="connsiteX23" fmla="*/ 417467 w 5065355"/>
              <a:gd name="connsiteY23" fmla="*/ 3743134 h 3899315"/>
              <a:gd name="connsiteX24" fmla="*/ 47039 w 5065355"/>
              <a:gd name="connsiteY24" fmla="*/ 3447046 h 3899315"/>
              <a:gd name="connsiteX25" fmla="*/ 38763 w 5065355"/>
              <a:gd name="connsiteY25" fmla="*/ 3414896 h 3899315"/>
              <a:gd name="connsiteX26" fmla="*/ 28376 w 5065355"/>
              <a:gd name="connsiteY26" fmla="*/ 3388641 h 3899315"/>
              <a:gd name="connsiteX27" fmla="*/ 14642 w 5065355"/>
              <a:gd name="connsiteY27" fmla="*/ 2681940 h 3899315"/>
              <a:gd name="connsiteX28" fmla="*/ 141525 w 5065355"/>
              <a:gd name="connsiteY28" fmla="*/ 1290513 h 3899315"/>
              <a:gd name="connsiteX29" fmla="*/ 968842 w 5065355"/>
              <a:gd name="connsiteY29" fmla="*/ 590018 h 3899315"/>
              <a:gd name="connsiteX30" fmla="*/ 986774 w 5065355"/>
              <a:gd name="connsiteY30" fmla="*/ 0 h 3899315"/>
              <a:gd name="connsiteX0" fmla="*/ 986774 w 5065355"/>
              <a:gd name="connsiteY0" fmla="*/ 0 h 3899315"/>
              <a:gd name="connsiteX1" fmla="*/ 1598492 w 5065355"/>
              <a:gd name="connsiteY1" fmla="*/ 571743 h 3899315"/>
              <a:gd name="connsiteX2" fmla="*/ 4623587 w 5065355"/>
              <a:gd name="connsiteY2" fmla="*/ 815032 h 3899315"/>
              <a:gd name="connsiteX3" fmla="*/ 5045794 w 5065355"/>
              <a:gd name="connsiteY3" fmla="*/ 2583837 h 3899315"/>
              <a:gd name="connsiteX4" fmla="*/ 5065097 w 5065355"/>
              <a:gd name="connsiteY4" fmla="*/ 3007422 h 3899315"/>
              <a:gd name="connsiteX5" fmla="*/ 5064540 w 5065355"/>
              <a:gd name="connsiteY5" fmla="*/ 3083457 h 3899315"/>
              <a:gd name="connsiteX6" fmla="*/ 5065355 w 5065355"/>
              <a:gd name="connsiteY6" fmla="*/ 3093208 h 3899315"/>
              <a:gd name="connsiteX7" fmla="*/ 5059336 w 5065355"/>
              <a:gd name="connsiteY7" fmla="*/ 3165214 h 3899315"/>
              <a:gd name="connsiteX8" fmla="*/ 5058896 w 5065355"/>
              <a:gd name="connsiteY8" fmla="*/ 3171406 h 3899315"/>
              <a:gd name="connsiteX9" fmla="*/ 5058773 w 5065355"/>
              <a:gd name="connsiteY9" fmla="*/ 3171941 h 3899315"/>
              <a:gd name="connsiteX10" fmla="*/ 5057188 w 5065355"/>
              <a:gd name="connsiteY10" fmla="*/ 3190910 h 3899315"/>
              <a:gd name="connsiteX11" fmla="*/ 5033762 w 5065355"/>
              <a:gd name="connsiteY11" fmla="*/ 3281910 h 3899315"/>
              <a:gd name="connsiteX12" fmla="*/ 5033487 w 5065355"/>
              <a:gd name="connsiteY12" fmla="*/ 3282522 h 3899315"/>
              <a:gd name="connsiteX13" fmla="*/ 5027369 w 5065355"/>
              <a:gd name="connsiteY13" fmla="*/ 3309275 h 3899315"/>
              <a:gd name="connsiteX14" fmla="*/ 4908386 w 5065355"/>
              <a:gd name="connsiteY14" fmla="*/ 3476562 h 3899315"/>
              <a:gd name="connsiteX15" fmla="*/ 4902444 w 5065355"/>
              <a:gd name="connsiteY15" fmla="*/ 3480940 h 3899315"/>
              <a:gd name="connsiteX16" fmla="*/ 4888108 w 5065355"/>
              <a:gd name="connsiteY16" fmla="*/ 3495204 h 3899315"/>
              <a:gd name="connsiteX17" fmla="*/ 4819819 w 5065355"/>
              <a:gd name="connsiteY17" fmla="*/ 3539901 h 3899315"/>
              <a:gd name="connsiteX18" fmla="*/ 4806748 w 5065355"/>
              <a:gd name="connsiteY18" fmla="*/ 3544794 h 3899315"/>
              <a:gd name="connsiteX19" fmla="*/ 4229604 w 5065355"/>
              <a:gd name="connsiteY19" fmla="*/ 3851522 h 3899315"/>
              <a:gd name="connsiteX20" fmla="*/ 904564 w 5065355"/>
              <a:gd name="connsiteY20" fmla="*/ 3793288 h 3899315"/>
              <a:gd name="connsiteX21" fmla="*/ 451805 w 5065355"/>
              <a:gd name="connsiteY21" fmla="*/ 3738960 h 3899315"/>
              <a:gd name="connsiteX22" fmla="*/ 417467 w 5065355"/>
              <a:gd name="connsiteY22" fmla="*/ 3743134 h 3899315"/>
              <a:gd name="connsiteX23" fmla="*/ 47039 w 5065355"/>
              <a:gd name="connsiteY23" fmla="*/ 3447046 h 3899315"/>
              <a:gd name="connsiteX24" fmla="*/ 38763 w 5065355"/>
              <a:gd name="connsiteY24" fmla="*/ 3414896 h 3899315"/>
              <a:gd name="connsiteX25" fmla="*/ 28376 w 5065355"/>
              <a:gd name="connsiteY25" fmla="*/ 3388641 h 3899315"/>
              <a:gd name="connsiteX26" fmla="*/ 14642 w 5065355"/>
              <a:gd name="connsiteY26" fmla="*/ 2681940 h 3899315"/>
              <a:gd name="connsiteX27" fmla="*/ 141525 w 5065355"/>
              <a:gd name="connsiteY27" fmla="*/ 1290513 h 3899315"/>
              <a:gd name="connsiteX28" fmla="*/ 968842 w 5065355"/>
              <a:gd name="connsiteY28" fmla="*/ 590018 h 3899315"/>
              <a:gd name="connsiteX29" fmla="*/ 986774 w 5065355"/>
              <a:gd name="connsiteY29" fmla="*/ 0 h 3899315"/>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5027369 w 5065355"/>
              <a:gd name="connsiteY13" fmla="*/ 3309275 h 3885853"/>
              <a:gd name="connsiteX14" fmla="*/ 4908386 w 5065355"/>
              <a:gd name="connsiteY14" fmla="*/ 3476562 h 3885853"/>
              <a:gd name="connsiteX15" fmla="*/ 4902444 w 5065355"/>
              <a:gd name="connsiteY15" fmla="*/ 3480940 h 3885853"/>
              <a:gd name="connsiteX16" fmla="*/ 4888108 w 5065355"/>
              <a:gd name="connsiteY16" fmla="*/ 3495204 h 3885853"/>
              <a:gd name="connsiteX17" fmla="*/ 4819819 w 5065355"/>
              <a:gd name="connsiteY17" fmla="*/ 3539901 h 3885853"/>
              <a:gd name="connsiteX18" fmla="*/ 4735804 w 5065355"/>
              <a:gd name="connsiteY18" fmla="*/ 3804925 h 3885853"/>
              <a:gd name="connsiteX19" fmla="*/ 4229604 w 5065355"/>
              <a:gd name="connsiteY19" fmla="*/ 3851522 h 3885853"/>
              <a:gd name="connsiteX20" fmla="*/ 904564 w 5065355"/>
              <a:gd name="connsiteY20" fmla="*/ 3793288 h 3885853"/>
              <a:gd name="connsiteX21" fmla="*/ 451805 w 5065355"/>
              <a:gd name="connsiteY21" fmla="*/ 3738960 h 3885853"/>
              <a:gd name="connsiteX22" fmla="*/ 417467 w 5065355"/>
              <a:gd name="connsiteY22" fmla="*/ 3743134 h 3885853"/>
              <a:gd name="connsiteX23" fmla="*/ 47039 w 5065355"/>
              <a:gd name="connsiteY23" fmla="*/ 3447046 h 3885853"/>
              <a:gd name="connsiteX24" fmla="*/ 38763 w 5065355"/>
              <a:gd name="connsiteY24" fmla="*/ 3414896 h 3885853"/>
              <a:gd name="connsiteX25" fmla="*/ 28376 w 5065355"/>
              <a:gd name="connsiteY25" fmla="*/ 3388641 h 3885853"/>
              <a:gd name="connsiteX26" fmla="*/ 14642 w 5065355"/>
              <a:gd name="connsiteY26" fmla="*/ 2681940 h 3885853"/>
              <a:gd name="connsiteX27" fmla="*/ 141525 w 5065355"/>
              <a:gd name="connsiteY27" fmla="*/ 1290513 h 3885853"/>
              <a:gd name="connsiteX28" fmla="*/ 968842 w 5065355"/>
              <a:gd name="connsiteY28" fmla="*/ 590018 h 3885853"/>
              <a:gd name="connsiteX29" fmla="*/ 986774 w 5065355"/>
              <a:gd name="connsiteY29"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5027369 w 5065355"/>
              <a:gd name="connsiteY13" fmla="*/ 3309275 h 3885853"/>
              <a:gd name="connsiteX14" fmla="*/ 4908386 w 5065355"/>
              <a:gd name="connsiteY14" fmla="*/ 3476562 h 3885853"/>
              <a:gd name="connsiteX15" fmla="*/ 4902444 w 5065355"/>
              <a:gd name="connsiteY15" fmla="*/ 3480940 h 3885853"/>
              <a:gd name="connsiteX16" fmla="*/ 4819819 w 5065355"/>
              <a:gd name="connsiteY16" fmla="*/ 3539901 h 3885853"/>
              <a:gd name="connsiteX17" fmla="*/ 4735804 w 5065355"/>
              <a:gd name="connsiteY17" fmla="*/ 3804925 h 3885853"/>
              <a:gd name="connsiteX18" fmla="*/ 4229604 w 5065355"/>
              <a:gd name="connsiteY18" fmla="*/ 3851522 h 3885853"/>
              <a:gd name="connsiteX19" fmla="*/ 904564 w 5065355"/>
              <a:gd name="connsiteY19" fmla="*/ 3793288 h 3885853"/>
              <a:gd name="connsiteX20" fmla="*/ 451805 w 5065355"/>
              <a:gd name="connsiteY20" fmla="*/ 3738960 h 3885853"/>
              <a:gd name="connsiteX21" fmla="*/ 417467 w 5065355"/>
              <a:gd name="connsiteY21" fmla="*/ 3743134 h 3885853"/>
              <a:gd name="connsiteX22" fmla="*/ 47039 w 5065355"/>
              <a:gd name="connsiteY22" fmla="*/ 3447046 h 3885853"/>
              <a:gd name="connsiteX23" fmla="*/ 38763 w 5065355"/>
              <a:gd name="connsiteY23" fmla="*/ 3414896 h 3885853"/>
              <a:gd name="connsiteX24" fmla="*/ 28376 w 5065355"/>
              <a:gd name="connsiteY24" fmla="*/ 3388641 h 3885853"/>
              <a:gd name="connsiteX25" fmla="*/ 14642 w 5065355"/>
              <a:gd name="connsiteY25" fmla="*/ 2681940 h 3885853"/>
              <a:gd name="connsiteX26" fmla="*/ 141525 w 5065355"/>
              <a:gd name="connsiteY26" fmla="*/ 1290513 h 3885853"/>
              <a:gd name="connsiteX27" fmla="*/ 968842 w 5065355"/>
              <a:gd name="connsiteY27" fmla="*/ 590018 h 3885853"/>
              <a:gd name="connsiteX28" fmla="*/ 986774 w 5065355"/>
              <a:gd name="connsiteY28"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5033487 w 5065355"/>
              <a:gd name="connsiteY12" fmla="*/ 3282522 h 3885853"/>
              <a:gd name="connsiteX13" fmla="*/ 4908386 w 5065355"/>
              <a:gd name="connsiteY13" fmla="*/ 3476562 h 3885853"/>
              <a:gd name="connsiteX14" fmla="*/ 4902444 w 5065355"/>
              <a:gd name="connsiteY14" fmla="*/ 3480940 h 3885853"/>
              <a:gd name="connsiteX15" fmla="*/ 4819819 w 5065355"/>
              <a:gd name="connsiteY15" fmla="*/ 3539901 h 3885853"/>
              <a:gd name="connsiteX16" fmla="*/ 4735804 w 5065355"/>
              <a:gd name="connsiteY16" fmla="*/ 3804925 h 3885853"/>
              <a:gd name="connsiteX17" fmla="*/ 4229604 w 5065355"/>
              <a:gd name="connsiteY17" fmla="*/ 3851522 h 3885853"/>
              <a:gd name="connsiteX18" fmla="*/ 904564 w 5065355"/>
              <a:gd name="connsiteY18" fmla="*/ 3793288 h 3885853"/>
              <a:gd name="connsiteX19" fmla="*/ 451805 w 5065355"/>
              <a:gd name="connsiteY19" fmla="*/ 3738960 h 3885853"/>
              <a:gd name="connsiteX20" fmla="*/ 417467 w 5065355"/>
              <a:gd name="connsiteY20" fmla="*/ 3743134 h 3885853"/>
              <a:gd name="connsiteX21" fmla="*/ 47039 w 5065355"/>
              <a:gd name="connsiteY21" fmla="*/ 3447046 h 3885853"/>
              <a:gd name="connsiteX22" fmla="*/ 38763 w 5065355"/>
              <a:gd name="connsiteY22" fmla="*/ 3414896 h 3885853"/>
              <a:gd name="connsiteX23" fmla="*/ 28376 w 5065355"/>
              <a:gd name="connsiteY23" fmla="*/ 3388641 h 3885853"/>
              <a:gd name="connsiteX24" fmla="*/ 14642 w 5065355"/>
              <a:gd name="connsiteY24" fmla="*/ 2681940 h 3885853"/>
              <a:gd name="connsiteX25" fmla="*/ 141525 w 5065355"/>
              <a:gd name="connsiteY25" fmla="*/ 1290513 h 3885853"/>
              <a:gd name="connsiteX26" fmla="*/ 968842 w 5065355"/>
              <a:gd name="connsiteY26" fmla="*/ 590018 h 3885853"/>
              <a:gd name="connsiteX27" fmla="*/ 986774 w 5065355"/>
              <a:gd name="connsiteY27" fmla="*/ 0 h 3885853"/>
              <a:gd name="connsiteX0" fmla="*/ 986774 w 5065355"/>
              <a:gd name="connsiteY0" fmla="*/ 0 h 3885853"/>
              <a:gd name="connsiteX1" fmla="*/ 1598492 w 5065355"/>
              <a:gd name="connsiteY1" fmla="*/ 571743 h 3885853"/>
              <a:gd name="connsiteX2" fmla="*/ 4623587 w 5065355"/>
              <a:gd name="connsiteY2" fmla="*/ 815032 h 3885853"/>
              <a:gd name="connsiteX3" fmla="*/ 5045794 w 5065355"/>
              <a:gd name="connsiteY3" fmla="*/ 2583837 h 3885853"/>
              <a:gd name="connsiteX4" fmla="*/ 5065097 w 5065355"/>
              <a:gd name="connsiteY4" fmla="*/ 3007422 h 3885853"/>
              <a:gd name="connsiteX5" fmla="*/ 5064540 w 5065355"/>
              <a:gd name="connsiteY5" fmla="*/ 3083457 h 3885853"/>
              <a:gd name="connsiteX6" fmla="*/ 5065355 w 5065355"/>
              <a:gd name="connsiteY6" fmla="*/ 3093208 h 3885853"/>
              <a:gd name="connsiteX7" fmla="*/ 5059336 w 5065355"/>
              <a:gd name="connsiteY7" fmla="*/ 3165214 h 3885853"/>
              <a:gd name="connsiteX8" fmla="*/ 5058896 w 5065355"/>
              <a:gd name="connsiteY8" fmla="*/ 3171406 h 3885853"/>
              <a:gd name="connsiteX9" fmla="*/ 5058773 w 5065355"/>
              <a:gd name="connsiteY9" fmla="*/ 3171941 h 3885853"/>
              <a:gd name="connsiteX10" fmla="*/ 5057188 w 5065355"/>
              <a:gd name="connsiteY10" fmla="*/ 3190910 h 3885853"/>
              <a:gd name="connsiteX11" fmla="*/ 5033762 w 5065355"/>
              <a:gd name="connsiteY11" fmla="*/ 3281910 h 3885853"/>
              <a:gd name="connsiteX12" fmla="*/ 4908386 w 5065355"/>
              <a:gd name="connsiteY12" fmla="*/ 3476562 h 3885853"/>
              <a:gd name="connsiteX13" fmla="*/ 4902444 w 5065355"/>
              <a:gd name="connsiteY13" fmla="*/ 3480940 h 3885853"/>
              <a:gd name="connsiteX14" fmla="*/ 4819819 w 5065355"/>
              <a:gd name="connsiteY14" fmla="*/ 3539901 h 3885853"/>
              <a:gd name="connsiteX15" fmla="*/ 4735804 w 5065355"/>
              <a:gd name="connsiteY15" fmla="*/ 3804925 h 3885853"/>
              <a:gd name="connsiteX16" fmla="*/ 4229604 w 5065355"/>
              <a:gd name="connsiteY16" fmla="*/ 3851522 h 3885853"/>
              <a:gd name="connsiteX17" fmla="*/ 904564 w 5065355"/>
              <a:gd name="connsiteY17" fmla="*/ 3793288 h 3885853"/>
              <a:gd name="connsiteX18" fmla="*/ 451805 w 5065355"/>
              <a:gd name="connsiteY18" fmla="*/ 3738960 h 3885853"/>
              <a:gd name="connsiteX19" fmla="*/ 417467 w 5065355"/>
              <a:gd name="connsiteY19" fmla="*/ 3743134 h 3885853"/>
              <a:gd name="connsiteX20" fmla="*/ 47039 w 5065355"/>
              <a:gd name="connsiteY20" fmla="*/ 3447046 h 3885853"/>
              <a:gd name="connsiteX21" fmla="*/ 38763 w 5065355"/>
              <a:gd name="connsiteY21" fmla="*/ 3414896 h 3885853"/>
              <a:gd name="connsiteX22" fmla="*/ 28376 w 5065355"/>
              <a:gd name="connsiteY22" fmla="*/ 3388641 h 3885853"/>
              <a:gd name="connsiteX23" fmla="*/ 14642 w 5065355"/>
              <a:gd name="connsiteY23" fmla="*/ 2681940 h 3885853"/>
              <a:gd name="connsiteX24" fmla="*/ 141525 w 5065355"/>
              <a:gd name="connsiteY24" fmla="*/ 1290513 h 3885853"/>
              <a:gd name="connsiteX25" fmla="*/ 968842 w 5065355"/>
              <a:gd name="connsiteY25" fmla="*/ 590018 h 3885853"/>
              <a:gd name="connsiteX26" fmla="*/ 986774 w 5065355"/>
              <a:gd name="connsiteY26"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58773 w 5065097"/>
              <a:gd name="connsiteY8" fmla="*/ 3171941 h 3885853"/>
              <a:gd name="connsiteX9" fmla="*/ 5057188 w 5065097"/>
              <a:gd name="connsiteY9" fmla="*/ 3190910 h 3885853"/>
              <a:gd name="connsiteX10" fmla="*/ 5033762 w 5065097"/>
              <a:gd name="connsiteY10" fmla="*/ 3281910 h 3885853"/>
              <a:gd name="connsiteX11" fmla="*/ 4908386 w 5065097"/>
              <a:gd name="connsiteY11" fmla="*/ 3476562 h 3885853"/>
              <a:gd name="connsiteX12" fmla="*/ 4902444 w 5065097"/>
              <a:gd name="connsiteY12" fmla="*/ 3480940 h 3885853"/>
              <a:gd name="connsiteX13" fmla="*/ 4819819 w 5065097"/>
              <a:gd name="connsiteY13" fmla="*/ 3539901 h 3885853"/>
              <a:gd name="connsiteX14" fmla="*/ 4735804 w 5065097"/>
              <a:gd name="connsiteY14" fmla="*/ 3804925 h 3885853"/>
              <a:gd name="connsiteX15" fmla="*/ 4229604 w 5065097"/>
              <a:gd name="connsiteY15" fmla="*/ 3851522 h 3885853"/>
              <a:gd name="connsiteX16" fmla="*/ 904564 w 5065097"/>
              <a:gd name="connsiteY16" fmla="*/ 3793288 h 3885853"/>
              <a:gd name="connsiteX17" fmla="*/ 451805 w 5065097"/>
              <a:gd name="connsiteY17" fmla="*/ 3738960 h 3885853"/>
              <a:gd name="connsiteX18" fmla="*/ 417467 w 5065097"/>
              <a:gd name="connsiteY18" fmla="*/ 3743134 h 3885853"/>
              <a:gd name="connsiteX19" fmla="*/ 47039 w 5065097"/>
              <a:gd name="connsiteY19" fmla="*/ 3447046 h 3885853"/>
              <a:gd name="connsiteX20" fmla="*/ 38763 w 5065097"/>
              <a:gd name="connsiteY20" fmla="*/ 3414896 h 3885853"/>
              <a:gd name="connsiteX21" fmla="*/ 28376 w 5065097"/>
              <a:gd name="connsiteY21" fmla="*/ 3388641 h 3885853"/>
              <a:gd name="connsiteX22" fmla="*/ 14642 w 5065097"/>
              <a:gd name="connsiteY22" fmla="*/ 2681940 h 3885853"/>
              <a:gd name="connsiteX23" fmla="*/ 141525 w 5065097"/>
              <a:gd name="connsiteY23" fmla="*/ 1290513 h 3885853"/>
              <a:gd name="connsiteX24" fmla="*/ 968842 w 5065097"/>
              <a:gd name="connsiteY24" fmla="*/ 590018 h 3885853"/>
              <a:gd name="connsiteX25" fmla="*/ 986774 w 5065097"/>
              <a:gd name="connsiteY25"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58773 w 5065097"/>
              <a:gd name="connsiteY8" fmla="*/ 3171941 h 3885853"/>
              <a:gd name="connsiteX9" fmla="*/ 5033762 w 5065097"/>
              <a:gd name="connsiteY9" fmla="*/ 3281910 h 3885853"/>
              <a:gd name="connsiteX10" fmla="*/ 4908386 w 5065097"/>
              <a:gd name="connsiteY10" fmla="*/ 3476562 h 3885853"/>
              <a:gd name="connsiteX11" fmla="*/ 4902444 w 5065097"/>
              <a:gd name="connsiteY11" fmla="*/ 3480940 h 3885853"/>
              <a:gd name="connsiteX12" fmla="*/ 4819819 w 5065097"/>
              <a:gd name="connsiteY12" fmla="*/ 3539901 h 3885853"/>
              <a:gd name="connsiteX13" fmla="*/ 4735804 w 5065097"/>
              <a:gd name="connsiteY13" fmla="*/ 3804925 h 3885853"/>
              <a:gd name="connsiteX14" fmla="*/ 4229604 w 5065097"/>
              <a:gd name="connsiteY14" fmla="*/ 3851522 h 3885853"/>
              <a:gd name="connsiteX15" fmla="*/ 904564 w 5065097"/>
              <a:gd name="connsiteY15" fmla="*/ 3793288 h 3885853"/>
              <a:gd name="connsiteX16" fmla="*/ 451805 w 5065097"/>
              <a:gd name="connsiteY16" fmla="*/ 3738960 h 3885853"/>
              <a:gd name="connsiteX17" fmla="*/ 417467 w 5065097"/>
              <a:gd name="connsiteY17" fmla="*/ 3743134 h 3885853"/>
              <a:gd name="connsiteX18" fmla="*/ 47039 w 5065097"/>
              <a:gd name="connsiteY18" fmla="*/ 3447046 h 3885853"/>
              <a:gd name="connsiteX19" fmla="*/ 38763 w 5065097"/>
              <a:gd name="connsiteY19" fmla="*/ 3414896 h 3885853"/>
              <a:gd name="connsiteX20" fmla="*/ 28376 w 5065097"/>
              <a:gd name="connsiteY20" fmla="*/ 3388641 h 3885853"/>
              <a:gd name="connsiteX21" fmla="*/ 14642 w 5065097"/>
              <a:gd name="connsiteY21" fmla="*/ 2681940 h 3885853"/>
              <a:gd name="connsiteX22" fmla="*/ 141525 w 5065097"/>
              <a:gd name="connsiteY22" fmla="*/ 1290513 h 3885853"/>
              <a:gd name="connsiteX23" fmla="*/ 968842 w 5065097"/>
              <a:gd name="connsiteY23" fmla="*/ 590018 h 3885853"/>
              <a:gd name="connsiteX24" fmla="*/ 986774 w 5065097"/>
              <a:gd name="connsiteY24"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33762 w 5065097"/>
              <a:gd name="connsiteY8" fmla="*/ 3281910 h 3885853"/>
              <a:gd name="connsiteX9" fmla="*/ 4908386 w 5065097"/>
              <a:gd name="connsiteY9" fmla="*/ 3476562 h 3885853"/>
              <a:gd name="connsiteX10" fmla="*/ 4902444 w 5065097"/>
              <a:gd name="connsiteY10" fmla="*/ 3480940 h 3885853"/>
              <a:gd name="connsiteX11" fmla="*/ 4819819 w 5065097"/>
              <a:gd name="connsiteY11" fmla="*/ 3539901 h 3885853"/>
              <a:gd name="connsiteX12" fmla="*/ 4735804 w 5065097"/>
              <a:gd name="connsiteY12" fmla="*/ 3804925 h 3885853"/>
              <a:gd name="connsiteX13" fmla="*/ 4229604 w 5065097"/>
              <a:gd name="connsiteY13" fmla="*/ 3851522 h 3885853"/>
              <a:gd name="connsiteX14" fmla="*/ 904564 w 5065097"/>
              <a:gd name="connsiteY14" fmla="*/ 3793288 h 3885853"/>
              <a:gd name="connsiteX15" fmla="*/ 451805 w 5065097"/>
              <a:gd name="connsiteY15" fmla="*/ 3738960 h 3885853"/>
              <a:gd name="connsiteX16" fmla="*/ 417467 w 5065097"/>
              <a:gd name="connsiteY16" fmla="*/ 3743134 h 3885853"/>
              <a:gd name="connsiteX17" fmla="*/ 47039 w 5065097"/>
              <a:gd name="connsiteY17" fmla="*/ 3447046 h 3885853"/>
              <a:gd name="connsiteX18" fmla="*/ 38763 w 5065097"/>
              <a:gd name="connsiteY18" fmla="*/ 3414896 h 3885853"/>
              <a:gd name="connsiteX19" fmla="*/ 28376 w 5065097"/>
              <a:gd name="connsiteY19" fmla="*/ 3388641 h 3885853"/>
              <a:gd name="connsiteX20" fmla="*/ 14642 w 5065097"/>
              <a:gd name="connsiteY20" fmla="*/ 2681940 h 3885853"/>
              <a:gd name="connsiteX21" fmla="*/ 141525 w 5065097"/>
              <a:gd name="connsiteY21" fmla="*/ 1290513 h 3885853"/>
              <a:gd name="connsiteX22" fmla="*/ 968842 w 5065097"/>
              <a:gd name="connsiteY22" fmla="*/ 590018 h 3885853"/>
              <a:gd name="connsiteX23" fmla="*/ 986774 w 5065097"/>
              <a:gd name="connsiteY23" fmla="*/ 0 h 3885853"/>
              <a:gd name="connsiteX0" fmla="*/ 986774 w 5065097"/>
              <a:gd name="connsiteY0" fmla="*/ 0 h 3885853"/>
              <a:gd name="connsiteX1" fmla="*/ 1598492 w 5065097"/>
              <a:gd name="connsiteY1" fmla="*/ 571743 h 3885853"/>
              <a:gd name="connsiteX2" fmla="*/ 4623587 w 5065097"/>
              <a:gd name="connsiteY2" fmla="*/ 815032 h 3885853"/>
              <a:gd name="connsiteX3" fmla="*/ 5045794 w 5065097"/>
              <a:gd name="connsiteY3" fmla="*/ 2583837 h 3885853"/>
              <a:gd name="connsiteX4" fmla="*/ 5065097 w 5065097"/>
              <a:gd name="connsiteY4" fmla="*/ 3007422 h 3885853"/>
              <a:gd name="connsiteX5" fmla="*/ 5064540 w 5065097"/>
              <a:gd name="connsiteY5" fmla="*/ 3083457 h 3885853"/>
              <a:gd name="connsiteX6" fmla="*/ 5059336 w 5065097"/>
              <a:gd name="connsiteY6" fmla="*/ 3165214 h 3885853"/>
              <a:gd name="connsiteX7" fmla="*/ 5058896 w 5065097"/>
              <a:gd name="connsiteY7" fmla="*/ 3171406 h 3885853"/>
              <a:gd name="connsiteX8" fmla="*/ 5033762 w 5065097"/>
              <a:gd name="connsiteY8" fmla="*/ 3281910 h 3885853"/>
              <a:gd name="connsiteX9" fmla="*/ 4908386 w 5065097"/>
              <a:gd name="connsiteY9" fmla="*/ 3476562 h 3885853"/>
              <a:gd name="connsiteX10" fmla="*/ 4819819 w 5065097"/>
              <a:gd name="connsiteY10" fmla="*/ 3539901 h 3885853"/>
              <a:gd name="connsiteX11" fmla="*/ 4735804 w 5065097"/>
              <a:gd name="connsiteY11" fmla="*/ 3804925 h 3885853"/>
              <a:gd name="connsiteX12" fmla="*/ 4229604 w 5065097"/>
              <a:gd name="connsiteY12" fmla="*/ 3851522 h 3885853"/>
              <a:gd name="connsiteX13" fmla="*/ 904564 w 5065097"/>
              <a:gd name="connsiteY13" fmla="*/ 3793288 h 3885853"/>
              <a:gd name="connsiteX14" fmla="*/ 451805 w 5065097"/>
              <a:gd name="connsiteY14" fmla="*/ 3738960 h 3885853"/>
              <a:gd name="connsiteX15" fmla="*/ 417467 w 5065097"/>
              <a:gd name="connsiteY15" fmla="*/ 3743134 h 3885853"/>
              <a:gd name="connsiteX16" fmla="*/ 47039 w 5065097"/>
              <a:gd name="connsiteY16" fmla="*/ 3447046 h 3885853"/>
              <a:gd name="connsiteX17" fmla="*/ 38763 w 5065097"/>
              <a:gd name="connsiteY17" fmla="*/ 3414896 h 3885853"/>
              <a:gd name="connsiteX18" fmla="*/ 28376 w 5065097"/>
              <a:gd name="connsiteY18" fmla="*/ 3388641 h 3885853"/>
              <a:gd name="connsiteX19" fmla="*/ 14642 w 5065097"/>
              <a:gd name="connsiteY19" fmla="*/ 2681940 h 3885853"/>
              <a:gd name="connsiteX20" fmla="*/ 141525 w 5065097"/>
              <a:gd name="connsiteY20" fmla="*/ 1290513 h 3885853"/>
              <a:gd name="connsiteX21" fmla="*/ 968842 w 5065097"/>
              <a:gd name="connsiteY21" fmla="*/ 590018 h 3885853"/>
              <a:gd name="connsiteX22" fmla="*/ 986774 w 5065097"/>
              <a:gd name="connsiteY22"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08386 w 5065543"/>
              <a:gd name="connsiteY8" fmla="*/ 3476562 h 3885853"/>
              <a:gd name="connsiteX9" fmla="*/ 4819819 w 5065543"/>
              <a:gd name="connsiteY9" fmla="*/ 3539901 h 3885853"/>
              <a:gd name="connsiteX10" fmla="*/ 4735804 w 5065543"/>
              <a:gd name="connsiteY10" fmla="*/ 3804925 h 3885853"/>
              <a:gd name="connsiteX11" fmla="*/ 4229604 w 5065543"/>
              <a:gd name="connsiteY11" fmla="*/ 3851522 h 3885853"/>
              <a:gd name="connsiteX12" fmla="*/ 904564 w 5065543"/>
              <a:gd name="connsiteY12" fmla="*/ 3793288 h 3885853"/>
              <a:gd name="connsiteX13" fmla="*/ 451805 w 5065543"/>
              <a:gd name="connsiteY13" fmla="*/ 3738960 h 3885853"/>
              <a:gd name="connsiteX14" fmla="*/ 417467 w 5065543"/>
              <a:gd name="connsiteY14" fmla="*/ 3743134 h 3885853"/>
              <a:gd name="connsiteX15" fmla="*/ 47039 w 5065543"/>
              <a:gd name="connsiteY15" fmla="*/ 3447046 h 3885853"/>
              <a:gd name="connsiteX16" fmla="*/ 38763 w 5065543"/>
              <a:gd name="connsiteY16" fmla="*/ 3414896 h 3885853"/>
              <a:gd name="connsiteX17" fmla="*/ 28376 w 5065543"/>
              <a:gd name="connsiteY17" fmla="*/ 3388641 h 3885853"/>
              <a:gd name="connsiteX18" fmla="*/ 14642 w 5065543"/>
              <a:gd name="connsiteY18" fmla="*/ 2681940 h 3885853"/>
              <a:gd name="connsiteX19" fmla="*/ 141525 w 5065543"/>
              <a:gd name="connsiteY19" fmla="*/ 1290513 h 3885853"/>
              <a:gd name="connsiteX20" fmla="*/ 968842 w 5065543"/>
              <a:gd name="connsiteY20" fmla="*/ 590018 h 3885853"/>
              <a:gd name="connsiteX21" fmla="*/ 986774 w 5065543"/>
              <a:gd name="connsiteY21"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08386 w 5065543"/>
              <a:gd name="connsiteY8" fmla="*/ 3476562 h 3885853"/>
              <a:gd name="connsiteX9" fmla="*/ 4993239 w 5065543"/>
              <a:gd name="connsiteY9" fmla="*/ 3784266 h 3885853"/>
              <a:gd name="connsiteX10" fmla="*/ 4735804 w 5065543"/>
              <a:gd name="connsiteY10" fmla="*/ 3804925 h 3885853"/>
              <a:gd name="connsiteX11" fmla="*/ 4229604 w 5065543"/>
              <a:gd name="connsiteY11" fmla="*/ 3851522 h 3885853"/>
              <a:gd name="connsiteX12" fmla="*/ 904564 w 5065543"/>
              <a:gd name="connsiteY12" fmla="*/ 3793288 h 3885853"/>
              <a:gd name="connsiteX13" fmla="*/ 451805 w 5065543"/>
              <a:gd name="connsiteY13" fmla="*/ 3738960 h 3885853"/>
              <a:gd name="connsiteX14" fmla="*/ 417467 w 5065543"/>
              <a:gd name="connsiteY14" fmla="*/ 3743134 h 3885853"/>
              <a:gd name="connsiteX15" fmla="*/ 47039 w 5065543"/>
              <a:gd name="connsiteY15" fmla="*/ 3447046 h 3885853"/>
              <a:gd name="connsiteX16" fmla="*/ 38763 w 5065543"/>
              <a:gd name="connsiteY16" fmla="*/ 3414896 h 3885853"/>
              <a:gd name="connsiteX17" fmla="*/ 28376 w 5065543"/>
              <a:gd name="connsiteY17" fmla="*/ 3388641 h 3885853"/>
              <a:gd name="connsiteX18" fmla="*/ 14642 w 5065543"/>
              <a:gd name="connsiteY18" fmla="*/ 2681940 h 3885853"/>
              <a:gd name="connsiteX19" fmla="*/ 141525 w 5065543"/>
              <a:gd name="connsiteY19" fmla="*/ 1290513 h 3885853"/>
              <a:gd name="connsiteX20" fmla="*/ 968842 w 5065543"/>
              <a:gd name="connsiteY20" fmla="*/ 590018 h 3885853"/>
              <a:gd name="connsiteX21" fmla="*/ 986774 w 5065543"/>
              <a:gd name="connsiteY21"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735804 w 5065543"/>
              <a:gd name="connsiteY9" fmla="*/ 3804925 h 3885853"/>
              <a:gd name="connsiteX10" fmla="*/ 4229604 w 5065543"/>
              <a:gd name="connsiteY10" fmla="*/ 3851522 h 3885853"/>
              <a:gd name="connsiteX11" fmla="*/ 904564 w 5065543"/>
              <a:gd name="connsiteY11" fmla="*/ 3793288 h 3885853"/>
              <a:gd name="connsiteX12" fmla="*/ 451805 w 5065543"/>
              <a:gd name="connsiteY12" fmla="*/ 3738960 h 3885853"/>
              <a:gd name="connsiteX13" fmla="*/ 417467 w 5065543"/>
              <a:gd name="connsiteY13" fmla="*/ 3743134 h 3885853"/>
              <a:gd name="connsiteX14" fmla="*/ 47039 w 5065543"/>
              <a:gd name="connsiteY14" fmla="*/ 3447046 h 3885853"/>
              <a:gd name="connsiteX15" fmla="*/ 38763 w 5065543"/>
              <a:gd name="connsiteY15" fmla="*/ 3414896 h 3885853"/>
              <a:gd name="connsiteX16" fmla="*/ 28376 w 5065543"/>
              <a:gd name="connsiteY16" fmla="*/ 3388641 h 3885853"/>
              <a:gd name="connsiteX17" fmla="*/ 14642 w 5065543"/>
              <a:gd name="connsiteY17" fmla="*/ 2681940 h 3885853"/>
              <a:gd name="connsiteX18" fmla="*/ 141525 w 5065543"/>
              <a:gd name="connsiteY18" fmla="*/ 1290513 h 3885853"/>
              <a:gd name="connsiteX19" fmla="*/ 968842 w 5065543"/>
              <a:gd name="connsiteY19" fmla="*/ 590018 h 3885853"/>
              <a:gd name="connsiteX20" fmla="*/ 986774 w 5065543"/>
              <a:gd name="connsiteY20"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5033762 w 5065543"/>
              <a:gd name="connsiteY7" fmla="*/ 3281910 h 3885853"/>
              <a:gd name="connsiteX8" fmla="*/ 4993239 w 5065543"/>
              <a:gd name="connsiteY8" fmla="*/ 3784266 h 3885853"/>
              <a:gd name="connsiteX9" fmla="*/ 4229604 w 5065543"/>
              <a:gd name="connsiteY9" fmla="*/ 3851522 h 3885853"/>
              <a:gd name="connsiteX10" fmla="*/ 904564 w 5065543"/>
              <a:gd name="connsiteY10" fmla="*/ 3793288 h 3885853"/>
              <a:gd name="connsiteX11" fmla="*/ 451805 w 5065543"/>
              <a:gd name="connsiteY11" fmla="*/ 3738960 h 3885853"/>
              <a:gd name="connsiteX12" fmla="*/ 417467 w 5065543"/>
              <a:gd name="connsiteY12" fmla="*/ 3743134 h 3885853"/>
              <a:gd name="connsiteX13" fmla="*/ 47039 w 5065543"/>
              <a:gd name="connsiteY13" fmla="*/ 3447046 h 3885853"/>
              <a:gd name="connsiteX14" fmla="*/ 38763 w 5065543"/>
              <a:gd name="connsiteY14" fmla="*/ 3414896 h 3885853"/>
              <a:gd name="connsiteX15" fmla="*/ 28376 w 5065543"/>
              <a:gd name="connsiteY15" fmla="*/ 3388641 h 3885853"/>
              <a:gd name="connsiteX16" fmla="*/ 14642 w 5065543"/>
              <a:gd name="connsiteY16" fmla="*/ 2681940 h 3885853"/>
              <a:gd name="connsiteX17" fmla="*/ 141525 w 5065543"/>
              <a:gd name="connsiteY17" fmla="*/ 1290513 h 3885853"/>
              <a:gd name="connsiteX18" fmla="*/ 968842 w 5065543"/>
              <a:gd name="connsiteY18" fmla="*/ 590018 h 3885853"/>
              <a:gd name="connsiteX19" fmla="*/ 986774 w 5065543"/>
              <a:gd name="connsiteY19" fmla="*/ 0 h 3885853"/>
              <a:gd name="connsiteX0" fmla="*/ 986774 w 5065543"/>
              <a:gd name="connsiteY0" fmla="*/ 0 h 3885853"/>
              <a:gd name="connsiteX1" fmla="*/ 1598492 w 5065543"/>
              <a:gd name="connsiteY1" fmla="*/ 571743 h 3885853"/>
              <a:gd name="connsiteX2" fmla="*/ 4623587 w 5065543"/>
              <a:gd name="connsiteY2" fmla="*/ 815032 h 3885853"/>
              <a:gd name="connsiteX3" fmla="*/ 5045794 w 5065543"/>
              <a:gd name="connsiteY3" fmla="*/ 2583837 h 3885853"/>
              <a:gd name="connsiteX4" fmla="*/ 5065097 w 5065543"/>
              <a:gd name="connsiteY4" fmla="*/ 3007422 h 3885853"/>
              <a:gd name="connsiteX5" fmla="*/ 5059336 w 5065543"/>
              <a:gd name="connsiteY5" fmla="*/ 3165214 h 3885853"/>
              <a:gd name="connsiteX6" fmla="*/ 5058896 w 5065543"/>
              <a:gd name="connsiteY6" fmla="*/ 3171406 h 3885853"/>
              <a:gd name="connsiteX7" fmla="*/ 4993239 w 5065543"/>
              <a:gd name="connsiteY7" fmla="*/ 3784266 h 3885853"/>
              <a:gd name="connsiteX8" fmla="*/ 4229604 w 5065543"/>
              <a:gd name="connsiteY8" fmla="*/ 3851522 h 3885853"/>
              <a:gd name="connsiteX9" fmla="*/ 904564 w 5065543"/>
              <a:gd name="connsiteY9" fmla="*/ 3793288 h 3885853"/>
              <a:gd name="connsiteX10" fmla="*/ 451805 w 5065543"/>
              <a:gd name="connsiteY10" fmla="*/ 3738960 h 3885853"/>
              <a:gd name="connsiteX11" fmla="*/ 417467 w 5065543"/>
              <a:gd name="connsiteY11" fmla="*/ 3743134 h 3885853"/>
              <a:gd name="connsiteX12" fmla="*/ 47039 w 5065543"/>
              <a:gd name="connsiteY12" fmla="*/ 3447046 h 3885853"/>
              <a:gd name="connsiteX13" fmla="*/ 38763 w 5065543"/>
              <a:gd name="connsiteY13" fmla="*/ 3414896 h 3885853"/>
              <a:gd name="connsiteX14" fmla="*/ 28376 w 5065543"/>
              <a:gd name="connsiteY14" fmla="*/ 3388641 h 3885853"/>
              <a:gd name="connsiteX15" fmla="*/ 14642 w 5065543"/>
              <a:gd name="connsiteY15" fmla="*/ 2681940 h 3885853"/>
              <a:gd name="connsiteX16" fmla="*/ 141525 w 5065543"/>
              <a:gd name="connsiteY16" fmla="*/ 1290513 h 3885853"/>
              <a:gd name="connsiteX17" fmla="*/ 968842 w 5065543"/>
              <a:gd name="connsiteY17" fmla="*/ 590018 h 3885853"/>
              <a:gd name="connsiteX18" fmla="*/ 986774 w 5065543"/>
              <a:gd name="connsiteY18" fmla="*/ 0 h 3885853"/>
              <a:gd name="connsiteX0" fmla="*/ 986774 w 5073884"/>
              <a:gd name="connsiteY0" fmla="*/ 0 h 3885853"/>
              <a:gd name="connsiteX1" fmla="*/ 1598492 w 5073884"/>
              <a:gd name="connsiteY1" fmla="*/ 571743 h 3885853"/>
              <a:gd name="connsiteX2" fmla="*/ 4623587 w 5073884"/>
              <a:gd name="connsiteY2" fmla="*/ 815032 h 3885853"/>
              <a:gd name="connsiteX3" fmla="*/ 5045794 w 5073884"/>
              <a:gd name="connsiteY3" fmla="*/ 2583837 h 3885853"/>
              <a:gd name="connsiteX4" fmla="*/ 5065097 w 5073884"/>
              <a:gd name="connsiteY4" fmla="*/ 3007422 h 3885853"/>
              <a:gd name="connsiteX5" fmla="*/ 5059336 w 5073884"/>
              <a:gd name="connsiteY5" fmla="*/ 3165214 h 3885853"/>
              <a:gd name="connsiteX6" fmla="*/ 4993239 w 5073884"/>
              <a:gd name="connsiteY6" fmla="*/ 3784266 h 3885853"/>
              <a:gd name="connsiteX7" fmla="*/ 4229604 w 5073884"/>
              <a:gd name="connsiteY7" fmla="*/ 3851522 h 3885853"/>
              <a:gd name="connsiteX8" fmla="*/ 904564 w 5073884"/>
              <a:gd name="connsiteY8" fmla="*/ 3793288 h 3885853"/>
              <a:gd name="connsiteX9" fmla="*/ 451805 w 5073884"/>
              <a:gd name="connsiteY9" fmla="*/ 3738960 h 3885853"/>
              <a:gd name="connsiteX10" fmla="*/ 417467 w 5073884"/>
              <a:gd name="connsiteY10" fmla="*/ 3743134 h 3885853"/>
              <a:gd name="connsiteX11" fmla="*/ 47039 w 5073884"/>
              <a:gd name="connsiteY11" fmla="*/ 3447046 h 3885853"/>
              <a:gd name="connsiteX12" fmla="*/ 38763 w 5073884"/>
              <a:gd name="connsiteY12" fmla="*/ 3414896 h 3885853"/>
              <a:gd name="connsiteX13" fmla="*/ 28376 w 5073884"/>
              <a:gd name="connsiteY13" fmla="*/ 3388641 h 3885853"/>
              <a:gd name="connsiteX14" fmla="*/ 14642 w 5073884"/>
              <a:gd name="connsiteY14" fmla="*/ 2681940 h 3885853"/>
              <a:gd name="connsiteX15" fmla="*/ 141525 w 5073884"/>
              <a:gd name="connsiteY15" fmla="*/ 1290513 h 3885853"/>
              <a:gd name="connsiteX16" fmla="*/ 968842 w 5073884"/>
              <a:gd name="connsiteY16" fmla="*/ 590018 h 3885853"/>
              <a:gd name="connsiteX17" fmla="*/ 986774 w 5073884"/>
              <a:gd name="connsiteY17" fmla="*/ 0 h 3885853"/>
              <a:gd name="connsiteX0" fmla="*/ 986774 w 5078114"/>
              <a:gd name="connsiteY0" fmla="*/ 0 h 3885853"/>
              <a:gd name="connsiteX1" fmla="*/ 1598492 w 5078114"/>
              <a:gd name="connsiteY1" fmla="*/ 571743 h 3885853"/>
              <a:gd name="connsiteX2" fmla="*/ 4623587 w 5078114"/>
              <a:gd name="connsiteY2" fmla="*/ 815032 h 3885853"/>
              <a:gd name="connsiteX3" fmla="*/ 5045794 w 5078114"/>
              <a:gd name="connsiteY3" fmla="*/ 2583837 h 3885853"/>
              <a:gd name="connsiteX4" fmla="*/ 5065097 w 5078114"/>
              <a:gd name="connsiteY4" fmla="*/ 3007422 h 3885853"/>
              <a:gd name="connsiteX5" fmla="*/ 4993239 w 5078114"/>
              <a:gd name="connsiteY5" fmla="*/ 3784266 h 3885853"/>
              <a:gd name="connsiteX6" fmla="*/ 4229604 w 5078114"/>
              <a:gd name="connsiteY6" fmla="*/ 3851522 h 3885853"/>
              <a:gd name="connsiteX7" fmla="*/ 904564 w 5078114"/>
              <a:gd name="connsiteY7" fmla="*/ 3793288 h 3885853"/>
              <a:gd name="connsiteX8" fmla="*/ 451805 w 5078114"/>
              <a:gd name="connsiteY8" fmla="*/ 3738960 h 3885853"/>
              <a:gd name="connsiteX9" fmla="*/ 417467 w 5078114"/>
              <a:gd name="connsiteY9" fmla="*/ 3743134 h 3885853"/>
              <a:gd name="connsiteX10" fmla="*/ 47039 w 5078114"/>
              <a:gd name="connsiteY10" fmla="*/ 3447046 h 3885853"/>
              <a:gd name="connsiteX11" fmla="*/ 38763 w 5078114"/>
              <a:gd name="connsiteY11" fmla="*/ 3414896 h 3885853"/>
              <a:gd name="connsiteX12" fmla="*/ 28376 w 5078114"/>
              <a:gd name="connsiteY12" fmla="*/ 3388641 h 3885853"/>
              <a:gd name="connsiteX13" fmla="*/ 14642 w 5078114"/>
              <a:gd name="connsiteY13" fmla="*/ 2681940 h 3885853"/>
              <a:gd name="connsiteX14" fmla="*/ 141525 w 5078114"/>
              <a:gd name="connsiteY14" fmla="*/ 1290513 h 3885853"/>
              <a:gd name="connsiteX15" fmla="*/ 968842 w 5078114"/>
              <a:gd name="connsiteY15" fmla="*/ 590018 h 3885853"/>
              <a:gd name="connsiteX16" fmla="*/ 986774 w 5078114"/>
              <a:gd name="connsiteY16" fmla="*/ 0 h 3885853"/>
              <a:gd name="connsiteX0" fmla="*/ 986774 w 5094085"/>
              <a:gd name="connsiteY0" fmla="*/ 0 h 3885853"/>
              <a:gd name="connsiteX1" fmla="*/ 1598492 w 5094085"/>
              <a:gd name="connsiteY1" fmla="*/ 571743 h 3885853"/>
              <a:gd name="connsiteX2" fmla="*/ 4623587 w 5094085"/>
              <a:gd name="connsiteY2" fmla="*/ 815032 h 3885853"/>
              <a:gd name="connsiteX3" fmla="*/ 5045794 w 5094085"/>
              <a:gd name="connsiteY3" fmla="*/ 2583837 h 3885853"/>
              <a:gd name="connsiteX4" fmla="*/ 4993239 w 5094085"/>
              <a:gd name="connsiteY4" fmla="*/ 3784266 h 3885853"/>
              <a:gd name="connsiteX5" fmla="*/ 4229604 w 5094085"/>
              <a:gd name="connsiteY5" fmla="*/ 3851522 h 3885853"/>
              <a:gd name="connsiteX6" fmla="*/ 904564 w 5094085"/>
              <a:gd name="connsiteY6" fmla="*/ 3793288 h 3885853"/>
              <a:gd name="connsiteX7" fmla="*/ 451805 w 5094085"/>
              <a:gd name="connsiteY7" fmla="*/ 3738960 h 3885853"/>
              <a:gd name="connsiteX8" fmla="*/ 417467 w 5094085"/>
              <a:gd name="connsiteY8" fmla="*/ 3743134 h 3885853"/>
              <a:gd name="connsiteX9" fmla="*/ 47039 w 5094085"/>
              <a:gd name="connsiteY9" fmla="*/ 3447046 h 3885853"/>
              <a:gd name="connsiteX10" fmla="*/ 38763 w 5094085"/>
              <a:gd name="connsiteY10" fmla="*/ 3414896 h 3885853"/>
              <a:gd name="connsiteX11" fmla="*/ 28376 w 5094085"/>
              <a:gd name="connsiteY11" fmla="*/ 3388641 h 3885853"/>
              <a:gd name="connsiteX12" fmla="*/ 14642 w 5094085"/>
              <a:gd name="connsiteY12" fmla="*/ 2681940 h 3885853"/>
              <a:gd name="connsiteX13" fmla="*/ 141525 w 5094085"/>
              <a:gd name="connsiteY13" fmla="*/ 1290513 h 3885853"/>
              <a:gd name="connsiteX14" fmla="*/ 968842 w 5094085"/>
              <a:gd name="connsiteY14" fmla="*/ 590018 h 3885853"/>
              <a:gd name="connsiteX15" fmla="*/ 986774 w 5094085"/>
              <a:gd name="connsiteY15" fmla="*/ 0 h 3885853"/>
              <a:gd name="connsiteX0" fmla="*/ 986774 w 5062386"/>
              <a:gd name="connsiteY0" fmla="*/ 0 h 3895361"/>
              <a:gd name="connsiteX1" fmla="*/ 1598492 w 5062386"/>
              <a:gd name="connsiteY1" fmla="*/ 571743 h 3895361"/>
              <a:gd name="connsiteX2" fmla="*/ 4623587 w 5062386"/>
              <a:gd name="connsiteY2" fmla="*/ 815032 h 3895361"/>
              <a:gd name="connsiteX3" fmla="*/ 5045794 w 5062386"/>
              <a:gd name="connsiteY3" fmla="*/ 2583837 h 3895361"/>
              <a:gd name="connsiteX4" fmla="*/ 4851350 w 5062386"/>
              <a:gd name="connsiteY4" fmla="*/ 3634494 h 3895361"/>
              <a:gd name="connsiteX5" fmla="*/ 4229604 w 5062386"/>
              <a:gd name="connsiteY5" fmla="*/ 3851522 h 3895361"/>
              <a:gd name="connsiteX6" fmla="*/ 904564 w 5062386"/>
              <a:gd name="connsiteY6" fmla="*/ 3793288 h 3895361"/>
              <a:gd name="connsiteX7" fmla="*/ 451805 w 5062386"/>
              <a:gd name="connsiteY7" fmla="*/ 3738960 h 3895361"/>
              <a:gd name="connsiteX8" fmla="*/ 417467 w 5062386"/>
              <a:gd name="connsiteY8" fmla="*/ 3743134 h 3895361"/>
              <a:gd name="connsiteX9" fmla="*/ 47039 w 5062386"/>
              <a:gd name="connsiteY9" fmla="*/ 3447046 h 3895361"/>
              <a:gd name="connsiteX10" fmla="*/ 38763 w 5062386"/>
              <a:gd name="connsiteY10" fmla="*/ 3414896 h 3895361"/>
              <a:gd name="connsiteX11" fmla="*/ 28376 w 5062386"/>
              <a:gd name="connsiteY11" fmla="*/ 3388641 h 3895361"/>
              <a:gd name="connsiteX12" fmla="*/ 14642 w 5062386"/>
              <a:gd name="connsiteY12" fmla="*/ 2681940 h 3895361"/>
              <a:gd name="connsiteX13" fmla="*/ 141525 w 5062386"/>
              <a:gd name="connsiteY13" fmla="*/ 1290513 h 3895361"/>
              <a:gd name="connsiteX14" fmla="*/ 968842 w 5062386"/>
              <a:gd name="connsiteY14" fmla="*/ 590018 h 3895361"/>
              <a:gd name="connsiteX15" fmla="*/ 986774 w 5062386"/>
              <a:gd name="connsiteY15" fmla="*/ 0 h 3895361"/>
              <a:gd name="connsiteX0" fmla="*/ 986774 w 5051609"/>
              <a:gd name="connsiteY0" fmla="*/ 0 h 3895361"/>
              <a:gd name="connsiteX1" fmla="*/ 1598492 w 5051609"/>
              <a:gd name="connsiteY1" fmla="*/ 571743 h 3895361"/>
              <a:gd name="connsiteX2" fmla="*/ 4623587 w 5051609"/>
              <a:gd name="connsiteY2" fmla="*/ 815032 h 3895361"/>
              <a:gd name="connsiteX3" fmla="*/ 5045794 w 5051609"/>
              <a:gd name="connsiteY3" fmla="*/ 2583837 h 3895361"/>
              <a:gd name="connsiteX4" fmla="*/ 4851350 w 5051609"/>
              <a:gd name="connsiteY4" fmla="*/ 3634494 h 3895361"/>
              <a:gd name="connsiteX5" fmla="*/ 4229604 w 5051609"/>
              <a:gd name="connsiteY5" fmla="*/ 3851522 h 3895361"/>
              <a:gd name="connsiteX6" fmla="*/ 904564 w 5051609"/>
              <a:gd name="connsiteY6" fmla="*/ 3793288 h 3895361"/>
              <a:gd name="connsiteX7" fmla="*/ 451805 w 5051609"/>
              <a:gd name="connsiteY7" fmla="*/ 3738960 h 3895361"/>
              <a:gd name="connsiteX8" fmla="*/ 417467 w 5051609"/>
              <a:gd name="connsiteY8" fmla="*/ 3743134 h 3895361"/>
              <a:gd name="connsiteX9" fmla="*/ 47039 w 5051609"/>
              <a:gd name="connsiteY9" fmla="*/ 3447046 h 3895361"/>
              <a:gd name="connsiteX10" fmla="*/ 38763 w 5051609"/>
              <a:gd name="connsiteY10" fmla="*/ 3414896 h 3895361"/>
              <a:gd name="connsiteX11" fmla="*/ 28376 w 5051609"/>
              <a:gd name="connsiteY11" fmla="*/ 3388641 h 3895361"/>
              <a:gd name="connsiteX12" fmla="*/ 14642 w 5051609"/>
              <a:gd name="connsiteY12" fmla="*/ 2681940 h 3895361"/>
              <a:gd name="connsiteX13" fmla="*/ 141525 w 5051609"/>
              <a:gd name="connsiteY13" fmla="*/ 1290513 h 3895361"/>
              <a:gd name="connsiteX14" fmla="*/ 968842 w 5051609"/>
              <a:gd name="connsiteY14" fmla="*/ 590018 h 3895361"/>
              <a:gd name="connsiteX15" fmla="*/ 986774 w 5051609"/>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895361"/>
              <a:gd name="connsiteX1" fmla="*/ 1598492 w 5100973"/>
              <a:gd name="connsiteY1" fmla="*/ 571743 h 3895361"/>
              <a:gd name="connsiteX2" fmla="*/ 4623587 w 5100973"/>
              <a:gd name="connsiteY2" fmla="*/ 815032 h 3895361"/>
              <a:gd name="connsiteX3" fmla="*/ 5100973 w 5100973"/>
              <a:gd name="connsiteY3" fmla="*/ 2118754 h 3895361"/>
              <a:gd name="connsiteX4" fmla="*/ 4851350 w 5100973"/>
              <a:gd name="connsiteY4" fmla="*/ 3634494 h 3895361"/>
              <a:gd name="connsiteX5" fmla="*/ 4229604 w 5100973"/>
              <a:gd name="connsiteY5" fmla="*/ 3851522 h 3895361"/>
              <a:gd name="connsiteX6" fmla="*/ 904564 w 5100973"/>
              <a:gd name="connsiteY6" fmla="*/ 3793288 h 3895361"/>
              <a:gd name="connsiteX7" fmla="*/ 451805 w 5100973"/>
              <a:gd name="connsiteY7" fmla="*/ 3738960 h 3895361"/>
              <a:gd name="connsiteX8" fmla="*/ 417467 w 5100973"/>
              <a:gd name="connsiteY8" fmla="*/ 3743134 h 3895361"/>
              <a:gd name="connsiteX9" fmla="*/ 47039 w 5100973"/>
              <a:gd name="connsiteY9" fmla="*/ 3447046 h 3895361"/>
              <a:gd name="connsiteX10" fmla="*/ 38763 w 5100973"/>
              <a:gd name="connsiteY10" fmla="*/ 3414896 h 3895361"/>
              <a:gd name="connsiteX11" fmla="*/ 28376 w 5100973"/>
              <a:gd name="connsiteY11" fmla="*/ 3388641 h 3895361"/>
              <a:gd name="connsiteX12" fmla="*/ 14642 w 5100973"/>
              <a:gd name="connsiteY12" fmla="*/ 2681940 h 3895361"/>
              <a:gd name="connsiteX13" fmla="*/ 141525 w 5100973"/>
              <a:gd name="connsiteY13" fmla="*/ 1290513 h 3895361"/>
              <a:gd name="connsiteX14" fmla="*/ 968842 w 5100973"/>
              <a:gd name="connsiteY14" fmla="*/ 590018 h 3895361"/>
              <a:gd name="connsiteX15" fmla="*/ 986774 w 5100973"/>
              <a:gd name="connsiteY15" fmla="*/ 0 h 3895361"/>
              <a:gd name="connsiteX0" fmla="*/ 986774 w 5100973"/>
              <a:gd name="connsiteY0" fmla="*/ 0 h 3992101"/>
              <a:gd name="connsiteX1" fmla="*/ 1598492 w 5100973"/>
              <a:gd name="connsiteY1" fmla="*/ 571743 h 3992101"/>
              <a:gd name="connsiteX2" fmla="*/ 4623587 w 5100973"/>
              <a:gd name="connsiteY2" fmla="*/ 815032 h 3992101"/>
              <a:gd name="connsiteX3" fmla="*/ 5100973 w 5100973"/>
              <a:gd name="connsiteY3" fmla="*/ 2118754 h 3992101"/>
              <a:gd name="connsiteX4" fmla="*/ 4851350 w 5100973"/>
              <a:gd name="connsiteY4" fmla="*/ 3634494 h 3992101"/>
              <a:gd name="connsiteX5" fmla="*/ 3796052 w 5100973"/>
              <a:gd name="connsiteY5" fmla="*/ 3985529 h 3992101"/>
              <a:gd name="connsiteX6" fmla="*/ 904564 w 5100973"/>
              <a:gd name="connsiteY6" fmla="*/ 3793288 h 3992101"/>
              <a:gd name="connsiteX7" fmla="*/ 451805 w 5100973"/>
              <a:gd name="connsiteY7" fmla="*/ 3738960 h 3992101"/>
              <a:gd name="connsiteX8" fmla="*/ 417467 w 5100973"/>
              <a:gd name="connsiteY8" fmla="*/ 3743134 h 3992101"/>
              <a:gd name="connsiteX9" fmla="*/ 47039 w 5100973"/>
              <a:gd name="connsiteY9" fmla="*/ 3447046 h 3992101"/>
              <a:gd name="connsiteX10" fmla="*/ 38763 w 5100973"/>
              <a:gd name="connsiteY10" fmla="*/ 3414896 h 3992101"/>
              <a:gd name="connsiteX11" fmla="*/ 28376 w 5100973"/>
              <a:gd name="connsiteY11" fmla="*/ 3388641 h 3992101"/>
              <a:gd name="connsiteX12" fmla="*/ 14642 w 5100973"/>
              <a:gd name="connsiteY12" fmla="*/ 2681940 h 3992101"/>
              <a:gd name="connsiteX13" fmla="*/ 141525 w 5100973"/>
              <a:gd name="connsiteY13" fmla="*/ 1290513 h 3992101"/>
              <a:gd name="connsiteX14" fmla="*/ 968842 w 5100973"/>
              <a:gd name="connsiteY14" fmla="*/ 590018 h 3992101"/>
              <a:gd name="connsiteX15" fmla="*/ 986774 w 5100973"/>
              <a:gd name="connsiteY15" fmla="*/ 0 h 3992101"/>
              <a:gd name="connsiteX0" fmla="*/ 986774 w 5100973"/>
              <a:gd name="connsiteY0" fmla="*/ 0 h 3992101"/>
              <a:gd name="connsiteX1" fmla="*/ 1598492 w 5100973"/>
              <a:gd name="connsiteY1" fmla="*/ 571743 h 3992101"/>
              <a:gd name="connsiteX2" fmla="*/ 4623587 w 5100973"/>
              <a:gd name="connsiteY2" fmla="*/ 815032 h 3992101"/>
              <a:gd name="connsiteX3" fmla="*/ 5100973 w 5100973"/>
              <a:gd name="connsiteY3" fmla="*/ 2118754 h 3992101"/>
              <a:gd name="connsiteX4" fmla="*/ 4851350 w 5100973"/>
              <a:gd name="connsiteY4" fmla="*/ 3634494 h 3992101"/>
              <a:gd name="connsiteX5" fmla="*/ 3796052 w 5100973"/>
              <a:gd name="connsiteY5" fmla="*/ 3985529 h 3992101"/>
              <a:gd name="connsiteX6" fmla="*/ 904564 w 5100973"/>
              <a:gd name="connsiteY6" fmla="*/ 3793288 h 3992101"/>
              <a:gd name="connsiteX7" fmla="*/ 451805 w 5100973"/>
              <a:gd name="connsiteY7" fmla="*/ 3738960 h 3992101"/>
              <a:gd name="connsiteX8" fmla="*/ 417467 w 5100973"/>
              <a:gd name="connsiteY8" fmla="*/ 3743134 h 3992101"/>
              <a:gd name="connsiteX9" fmla="*/ 47039 w 5100973"/>
              <a:gd name="connsiteY9" fmla="*/ 3447046 h 3992101"/>
              <a:gd name="connsiteX10" fmla="*/ 38763 w 5100973"/>
              <a:gd name="connsiteY10" fmla="*/ 3414896 h 3992101"/>
              <a:gd name="connsiteX11" fmla="*/ 28376 w 5100973"/>
              <a:gd name="connsiteY11" fmla="*/ 3388641 h 3992101"/>
              <a:gd name="connsiteX12" fmla="*/ 14642 w 5100973"/>
              <a:gd name="connsiteY12" fmla="*/ 2681940 h 3992101"/>
              <a:gd name="connsiteX13" fmla="*/ 141525 w 5100973"/>
              <a:gd name="connsiteY13" fmla="*/ 1290513 h 3992101"/>
              <a:gd name="connsiteX14" fmla="*/ 968842 w 5100973"/>
              <a:gd name="connsiteY14" fmla="*/ 590018 h 3992101"/>
              <a:gd name="connsiteX15" fmla="*/ 986774 w 5100973"/>
              <a:gd name="connsiteY15" fmla="*/ 0 h 3992101"/>
              <a:gd name="connsiteX0" fmla="*/ 986774 w 5100973"/>
              <a:gd name="connsiteY0" fmla="*/ 0 h 4001096"/>
              <a:gd name="connsiteX1" fmla="*/ 1598492 w 5100973"/>
              <a:gd name="connsiteY1" fmla="*/ 571743 h 4001096"/>
              <a:gd name="connsiteX2" fmla="*/ 4623587 w 5100973"/>
              <a:gd name="connsiteY2" fmla="*/ 815032 h 4001096"/>
              <a:gd name="connsiteX3" fmla="*/ 5100973 w 5100973"/>
              <a:gd name="connsiteY3" fmla="*/ 2118754 h 4001096"/>
              <a:gd name="connsiteX4" fmla="*/ 4851350 w 5100973"/>
              <a:gd name="connsiteY4" fmla="*/ 3634494 h 4001096"/>
              <a:gd name="connsiteX5" fmla="*/ 3796052 w 5100973"/>
              <a:gd name="connsiteY5" fmla="*/ 3985529 h 4001096"/>
              <a:gd name="connsiteX6" fmla="*/ 959744 w 5100973"/>
              <a:gd name="connsiteY6" fmla="*/ 3840584 h 4001096"/>
              <a:gd name="connsiteX7" fmla="*/ 451805 w 5100973"/>
              <a:gd name="connsiteY7" fmla="*/ 3738960 h 4001096"/>
              <a:gd name="connsiteX8" fmla="*/ 417467 w 5100973"/>
              <a:gd name="connsiteY8" fmla="*/ 3743134 h 4001096"/>
              <a:gd name="connsiteX9" fmla="*/ 47039 w 5100973"/>
              <a:gd name="connsiteY9" fmla="*/ 3447046 h 4001096"/>
              <a:gd name="connsiteX10" fmla="*/ 38763 w 5100973"/>
              <a:gd name="connsiteY10" fmla="*/ 3414896 h 4001096"/>
              <a:gd name="connsiteX11" fmla="*/ 28376 w 5100973"/>
              <a:gd name="connsiteY11" fmla="*/ 3388641 h 4001096"/>
              <a:gd name="connsiteX12" fmla="*/ 14642 w 5100973"/>
              <a:gd name="connsiteY12" fmla="*/ 2681940 h 4001096"/>
              <a:gd name="connsiteX13" fmla="*/ 141525 w 5100973"/>
              <a:gd name="connsiteY13" fmla="*/ 1290513 h 4001096"/>
              <a:gd name="connsiteX14" fmla="*/ 968842 w 5100973"/>
              <a:gd name="connsiteY14" fmla="*/ 590018 h 4001096"/>
              <a:gd name="connsiteX15" fmla="*/ 986774 w 5100973"/>
              <a:gd name="connsiteY15" fmla="*/ 0 h 4001096"/>
              <a:gd name="connsiteX0" fmla="*/ 986774 w 5100973"/>
              <a:gd name="connsiteY0" fmla="*/ 0 h 4001096"/>
              <a:gd name="connsiteX1" fmla="*/ 1598492 w 5100973"/>
              <a:gd name="connsiteY1" fmla="*/ 571743 h 4001096"/>
              <a:gd name="connsiteX2" fmla="*/ 4623587 w 5100973"/>
              <a:gd name="connsiteY2" fmla="*/ 815032 h 4001096"/>
              <a:gd name="connsiteX3" fmla="*/ 5100973 w 5100973"/>
              <a:gd name="connsiteY3" fmla="*/ 2118754 h 4001096"/>
              <a:gd name="connsiteX4" fmla="*/ 4851350 w 5100973"/>
              <a:gd name="connsiteY4" fmla="*/ 3634494 h 4001096"/>
              <a:gd name="connsiteX5" fmla="*/ 3796052 w 5100973"/>
              <a:gd name="connsiteY5" fmla="*/ 3985529 h 4001096"/>
              <a:gd name="connsiteX6" fmla="*/ 959744 w 5100973"/>
              <a:gd name="connsiteY6" fmla="*/ 3840584 h 4001096"/>
              <a:gd name="connsiteX7" fmla="*/ 451805 w 5100973"/>
              <a:gd name="connsiteY7" fmla="*/ 3738960 h 4001096"/>
              <a:gd name="connsiteX8" fmla="*/ 47039 w 5100973"/>
              <a:gd name="connsiteY8" fmla="*/ 3447046 h 4001096"/>
              <a:gd name="connsiteX9" fmla="*/ 38763 w 5100973"/>
              <a:gd name="connsiteY9" fmla="*/ 3414896 h 4001096"/>
              <a:gd name="connsiteX10" fmla="*/ 28376 w 5100973"/>
              <a:gd name="connsiteY10" fmla="*/ 3388641 h 4001096"/>
              <a:gd name="connsiteX11" fmla="*/ 14642 w 5100973"/>
              <a:gd name="connsiteY11" fmla="*/ 2681940 h 4001096"/>
              <a:gd name="connsiteX12" fmla="*/ 141525 w 5100973"/>
              <a:gd name="connsiteY12" fmla="*/ 1290513 h 4001096"/>
              <a:gd name="connsiteX13" fmla="*/ 968842 w 5100973"/>
              <a:gd name="connsiteY13" fmla="*/ 590018 h 4001096"/>
              <a:gd name="connsiteX14" fmla="*/ 986774 w 5100973"/>
              <a:gd name="connsiteY14" fmla="*/ 0 h 4001096"/>
              <a:gd name="connsiteX0" fmla="*/ 984626 w 5098825"/>
              <a:gd name="connsiteY0" fmla="*/ 0 h 4001096"/>
              <a:gd name="connsiteX1" fmla="*/ 1596344 w 5098825"/>
              <a:gd name="connsiteY1" fmla="*/ 571743 h 4001096"/>
              <a:gd name="connsiteX2" fmla="*/ 4621439 w 5098825"/>
              <a:gd name="connsiteY2" fmla="*/ 815032 h 4001096"/>
              <a:gd name="connsiteX3" fmla="*/ 5098825 w 5098825"/>
              <a:gd name="connsiteY3" fmla="*/ 2118754 h 4001096"/>
              <a:gd name="connsiteX4" fmla="*/ 4849202 w 5098825"/>
              <a:gd name="connsiteY4" fmla="*/ 3634494 h 4001096"/>
              <a:gd name="connsiteX5" fmla="*/ 3793904 w 5098825"/>
              <a:gd name="connsiteY5" fmla="*/ 3985529 h 4001096"/>
              <a:gd name="connsiteX6" fmla="*/ 957596 w 5098825"/>
              <a:gd name="connsiteY6" fmla="*/ 3840584 h 4001096"/>
              <a:gd name="connsiteX7" fmla="*/ 449657 w 5098825"/>
              <a:gd name="connsiteY7" fmla="*/ 3738960 h 4001096"/>
              <a:gd name="connsiteX8" fmla="*/ 44891 w 5098825"/>
              <a:gd name="connsiteY8" fmla="*/ 3447046 h 4001096"/>
              <a:gd name="connsiteX9" fmla="*/ 36615 w 5098825"/>
              <a:gd name="connsiteY9" fmla="*/ 3414896 h 4001096"/>
              <a:gd name="connsiteX10" fmla="*/ 12494 w 5098825"/>
              <a:gd name="connsiteY10" fmla="*/ 2681940 h 4001096"/>
              <a:gd name="connsiteX11" fmla="*/ 139377 w 5098825"/>
              <a:gd name="connsiteY11" fmla="*/ 1290513 h 4001096"/>
              <a:gd name="connsiteX12" fmla="*/ 966694 w 5098825"/>
              <a:gd name="connsiteY12" fmla="*/ 590018 h 4001096"/>
              <a:gd name="connsiteX13" fmla="*/ 984626 w 5098825"/>
              <a:gd name="connsiteY13" fmla="*/ 0 h 4001096"/>
              <a:gd name="connsiteX0" fmla="*/ 983699 w 5097898"/>
              <a:gd name="connsiteY0" fmla="*/ 0 h 4001096"/>
              <a:gd name="connsiteX1" fmla="*/ 1595417 w 5097898"/>
              <a:gd name="connsiteY1" fmla="*/ 571743 h 4001096"/>
              <a:gd name="connsiteX2" fmla="*/ 4620512 w 5097898"/>
              <a:gd name="connsiteY2" fmla="*/ 815032 h 4001096"/>
              <a:gd name="connsiteX3" fmla="*/ 5097898 w 5097898"/>
              <a:gd name="connsiteY3" fmla="*/ 2118754 h 4001096"/>
              <a:gd name="connsiteX4" fmla="*/ 4848275 w 5097898"/>
              <a:gd name="connsiteY4" fmla="*/ 3634494 h 4001096"/>
              <a:gd name="connsiteX5" fmla="*/ 3792977 w 5097898"/>
              <a:gd name="connsiteY5" fmla="*/ 3985529 h 4001096"/>
              <a:gd name="connsiteX6" fmla="*/ 956669 w 5097898"/>
              <a:gd name="connsiteY6" fmla="*/ 3840584 h 4001096"/>
              <a:gd name="connsiteX7" fmla="*/ 448730 w 5097898"/>
              <a:gd name="connsiteY7" fmla="*/ 3738960 h 4001096"/>
              <a:gd name="connsiteX8" fmla="*/ 43964 w 5097898"/>
              <a:gd name="connsiteY8" fmla="*/ 3447046 h 4001096"/>
              <a:gd name="connsiteX9" fmla="*/ 4157 w 5097898"/>
              <a:gd name="connsiteY9" fmla="*/ 3249358 h 4001096"/>
              <a:gd name="connsiteX10" fmla="*/ 11567 w 5097898"/>
              <a:gd name="connsiteY10" fmla="*/ 2681940 h 4001096"/>
              <a:gd name="connsiteX11" fmla="*/ 138450 w 5097898"/>
              <a:gd name="connsiteY11" fmla="*/ 1290513 h 4001096"/>
              <a:gd name="connsiteX12" fmla="*/ 965767 w 5097898"/>
              <a:gd name="connsiteY12" fmla="*/ 590018 h 4001096"/>
              <a:gd name="connsiteX13" fmla="*/ 983699 w 5097898"/>
              <a:gd name="connsiteY13" fmla="*/ 0 h 4001096"/>
              <a:gd name="connsiteX0" fmla="*/ 983699 w 5097898"/>
              <a:gd name="connsiteY0" fmla="*/ 0 h 4001096"/>
              <a:gd name="connsiteX1" fmla="*/ 1595417 w 5097898"/>
              <a:gd name="connsiteY1" fmla="*/ 571743 h 4001096"/>
              <a:gd name="connsiteX2" fmla="*/ 4620512 w 5097898"/>
              <a:gd name="connsiteY2" fmla="*/ 815032 h 4001096"/>
              <a:gd name="connsiteX3" fmla="*/ 5097898 w 5097898"/>
              <a:gd name="connsiteY3" fmla="*/ 2118754 h 4001096"/>
              <a:gd name="connsiteX4" fmla="*/ 4848275 w 5097898"/>
              <a:gd name="connsiteY4" fmla="*/ 3634494 h 4001096"/>
              <a:gd name="connsiteX5" fmla="*/ 3792977 w 5097898"/>
              <a:gd name="connsiteY5" fmla="*/ 3985529 h 4001096"/>
              <a:gd name="connsiteX6" fmla="*/ 956669 w 5097898"/>
              <a:gd name="connsiteY6" fmla="*/ 3840584 h 4001096"/>
              <a:gd name="connsiteX7" fmla="*/ 448730 w 5097898"/>
              <a:gd name="connsiteY7" fmla="*/ 3738960 h 4001096"/>
              <a:gd name="connsiteX8" fmla="*/ 43964 w 5097898"/>
              <a:gd name="connsiteY8" fmla="*/ 3533756 h 4001096"/>
              <a:gd name="connsiteX9" fmla="*/ 4157 w 5097898"/>
              <a:gd name="connsiteY9" fmla="*/ 3249358 h 4001096"/>
              <a:gd name="connsiteX10" fmla="*/ 11567 w 5097898"/>
              <a:gd name="connsiteY10" fmla="*/ 2681940 h 4001096"/>
              <a:gd name="connsiteX11" fmla="*/ 138450 w 5097898"/>
              <a:gd name="connsiteY11" fmla="*/ 1290513 h 4001096"/>
              <a:gd name="connsiteX12" fmla="*/ 965767 w 5097898"/>
              <a:gd name="connsiteY12" fmla="*/ 590018 h 4001096"/>
              <a:gd name="connsiteX13" fmla="*/ 983699 w 5097898"/>
              <a:gd name="connsiteY13"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437163 w 5086331"/>
              <a:gd name="connsiteY7" fmla="*/ 3738960 h 4001096"/>
              <a:gd name="connsiteX8" fmla="*/ 32397 w 5086331"/>
              <a:gd name="connsiteY8" fmla="*/ 3533756 h 4001096"/>
              <a:gd name="connsiteX9" fmla="*/ 0 w 5086331"/>
              <a:gd name="connsiteY9" fmla="*/ 2681940 h 4001096"/>
              <a:gd name="connsiteX10" fmla="*/ 126883 w 5086331"/>
              <a:gd name="connsiteY10" fmla="*/ 1290513 h 4001096"/>
              <a:gd name="connsiteX11" fmla="*/ 954200 w 5086331"/>
              <a:gd name="connsiteY11" fmla="*/ 590018 h 4001096"/>
              <a:gd name="connsiteX12" fmla="*/ 972132 w 5086331"/>
              <a:gd name="connsiteY12"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32397 w 5086331"/>
              <a:gd name="connsiteY7" fmla="*/ 3533756 h 4001096"/>
              <a:gd name="connsiteX8" fmla="*/ 0 w 5086331"/>
              <a:gd name="connsiteY8" fmla="*/ 2681940 h 4001096"/>
              <a:gd name="connsiteX9" fmla="*/ 126883 w 5086331"/>
              <a:gd name="connsiteY9" fmla="*/ 1290513 h 4001096"/>
              <a:gd name="connsiteX10" fmla="*/ 954200 w 5086331"/>
              <a:gd name="connsiteY10" fmla="*/ 590018 h 4001096"/>
              <a:gd name="connsiteX11" fmla="*/ 972132 w 5086331"/>
              <a:gd name="connsiteY11" fmla="*/ 0 h 4001096"/>
              <a:gd name="connsiteX0" fmla="*/ 972132 w 5086331"/>
              <a:gd name="connsiteY0" fmla="*/ 0 h 4001096"/>
              <a:gd name="connsiteX1" fmla="*/ 1583850 w 5086331"/>
              <a:gd name="connsiteY1" fmla="*/ 571743 h 4001096"/>
              <a:gd name="connsiteX2" fmla="*/ 4608945 w 5086331"/>
              <a:gd name="connsiteY2" fmla="*/ 815032 h 4001096"/>
              <a:gd name="connsiteX3" fmla="*/ 5086331 w 5086331"/>
              <a:gd name="connsiteY3" fmla="*/ 2118754 h 4001096"/>
              <a:gd name="connsiteX4" fmla="*/ 4836708 w 5086331"/>
              <a:gd name="connsiteY4" fmla="*/ 3634494 h 4001096"/>
              <a:gd name="connsiteX5" fmla="*/ 3781410 w 5086331"/>
              <a:gd name="connsiteY5" fmla="*/ 3985529 h 4001096"/>
              <a:gd name="connsiteX6" fmla="*/ 945102 w 5086331"/>
              <a:gd name="connsiteY6" fmla="*/ 3840584 h 4001096"/>
              <a:gd name="connsiteX7" fmla="*/ 32397 w 5086331"/>
              <a:gd name="connsiteY7" fmla="*/ 3533756 h 4001096"/>
              <a:gd name="connsiteX8" fmla="*/ 0 w 5086331"/>
              <a:gd name="connsiteY8" fmla="*/ 2681940 h 4001096"/>
              <a:gd name="connsiteX9" fmla="*/ 126883 w 5086331"/>
              <a:gd name="connsiteY9" fmla="*/ 1290513 h 4001096"/>
              <a:gd name="connsiteX10" fmla="*/ 954200 w 5086331"/>
              <a:gd name="connsiteY10" fmla="*/ 590018 h 4001096"/>
              <a:gd name="connsiteX11" fmla="*/ 972132 w 5086331"/>
              <a:gd name="connsiteY11" fmla="*/ 0 h 4001096"/>
              <a:gd name="connsiteX0" fmla="*/ 1007316 w 5121515"/>
              <a:gd name="connsiteY0" fmla="*/ 0 h 4001096"/>
              <a:gd name="connsiteX1" fmla="*/ 1619034 w 5121515"/>
              <a:gd name="connsiteY1" fmla="*/ 571743 h 4001096"/>
              <a:gd name="connsiteX2" fmla="*/ 4644129 w 5121515"/>
              <a:gd name="connsiteY2" fmla="*/ 815032 h 4001096"/>
              <a:gd name="connsiteX3" fmla="*/ 5121515 w 5121515"/>
              <a:gd name="connsiteY3" fmla="*/ 2118754 h 4001096"/>
              <a:gd name="connsiteX4" fmla="*/ 4871892 w 5121515"/>
              <a:gd name="connsiteY4" fmla="*/ 3634494 h 4001096"/>
              <a:gd name="connsiteX5" fmla="*/ 3816594 w 5121515"/>
              <a:gd name="connsiteY5" fmla="*/ 3985529 h 4001096"/>
              <a:gd name="connsiteX6" fmla="*/ 980286 w 5121515"/>
              <a:gd name="connsiteY6" fmla="*/ 3840584 h 4001096"/>
              <a:gd name="connsiteX7" fmla="*/ 67581 w 5121515"/>
              <a:gd name="connsiteY7" fmla="*/ 3533756 h 4001096"/>
              <a:gd name="connsiteX8" fmla="*/ 35184 w 5121515"/>
              <a:gd name="connsiteY8" fmla="*/ 2681940 h 4001096"/>
              <a:gd name="connsiteX9" fmla="*/ 162067 w 5121515"/>
              <a:gd name="connsiteY9" fmla="*/ 1290513 h 4001096"/>
              <a:gd name="connsiteX10" fmla="*/ 989384 w 5121515"/>
              <a:gd name="connsiteY10" fmla="*/ 590018 h 4001096"/>
              <a:gd name="connsiteX11" fmla="*/ 1007316 w 5121515"/>
              <a:gd name="connsiteY11" fmla="*/ 0 h 4001096"/>
              <a:gd name="connsiteX0" fmla="*/ 1010370 w 5124569"/>
              <a:gd name="connsiteY0" fmla="*/ 0 h 4001096"/>
              <a:gd name="connsiteX1" fmla="*/ 1622088 w 5124569"/>
              <a:gd name="connsiteY1" fmla="*/ 571743 h 4001096"/>
              <a:gd name="connsiteX2" fmla="*/ 4647183 w 5124569"/>
              <a:gd name="connsiteY2" fmla="*/ 815032 h 4001096"/>
              <a:gd name="connsiteX3" fmla="*/ 5124569 w 5124569"/>
              <a:gd name="connsiteY3" fmla="*/ 2118754 h 4001096"/>
              <a:gd name="connsiteX4" fmla="*/ 4874946 w 5124569"/>
              <a:gd name="connsiteY4" fmla="*/ 3634494 h 4001096"/>
              <a:gd name="connsiteX5" fmla="*/ 3819648 w 5124569"/>
              <a:gd name="connsiteY5" fmla="*/ 3985529 h 4001096"/>
              <a:gd name="connsiteX6" fmla="*/ 983340 w 5124569"/>
              <a:gd name="connsiteY6" fmla="*/ 3840584 h 4001096"/>
              <a:gd name="connsiteX7" fmla="*/ 70635 w 5124569"/>
              <a:gd name="connsiteY7" fmla="*/ 3533756 h 4001096"/>
              <a:gd name="connsiteX8" fmla="*/ 165121 w 5124569"/>
              <a:gd name="connsiteY8" fmla="*/ 1290513 h 4001096"/>
              <a:gd name="connsiteX9" fmla="*/ 992438 w 5124569"/>
              <a:gd name="connsiteY9" fmla="*/ 590018 h 4001096"/>
              <a:gd name="connsiteX10" fmla="*/ 1010370 w 5124569"/>
              <a:gd name="connsiteY10" fmla="*/ 0 h 4001096"/>
              <a:gd name="connsiteX0" fmla="*/ 1004891 w 5119090"/>
              <a:gd name="connsiteY0" fmla="*/ 0 h 4001096"/>
              <a:gd name="connsiteX1" fmla="*/ 1616609 w 5119090"/>
              <a:gd name="connsiteY1" fmla="*/ 571743 h 4001096"/>
              <a:gd name="connsiteX2" fmla="*/ 4641704 w 5119090"/>
              <a:gd name="connsiteY2" fmla="*/ 815032 h 4001096"/>
              <a:gd name="connsiteX3" fmla="*/ 5119090 w 5119090"/>
              <a:gd name="connsiteY3" fmla="*/ 2118754 h 4001096"/>
              <a:gd name="connsiteX4" fmla="*/ 4869467 w 5119090"/>
              <a:gd name="connsiteY4" fmla="*/ 3634494 h 4001096"/>
              <a:gd name="connsiteX5" fmla="*/ 3814169 w 5119090"/>
              <a:gd name="connsiteY5" fmla="*/ 3985529 h 4001096"/>
              <a:gd name="connsiteX6" fmla="*/ 977861 w 5119090"/>
              <a:gd name="connsiteY6" fmla="*/ 3840584 h 4001096"/>
              <a:gd name="connsiteX7" fmla="*/ 73039 w 5119090"/>
              <a:gd name="connsiteY7" fmla="*/ 3313039 h 4001096"/>
              <a:gd name="connsiteX8" fmla="*/ 159642 w 5119090"/>
              <a:gd name="connsiteY8" fmla="*/ 1290513 h 4001096"/>
              <a:gd name="connsiteX9" fmla="*/ 986959 w 5119090"/>
              <a:gd name="connsiteY9" fmla="*/ 590018 h 4001096"/>
              <a:gd name="connsiteX10" fmla="*/ 1004891 w 5119090"/>
              <a:gd name="connsiteY10" fmla="*/ 0 h 4001096"/>
              <a:gd name="connsiteX0" fmla="*/ 1004891 w 5119090"/>
              <a:gd name="connsiteY0" fmla="*/ 0 h 4028919"/>
              <a:gd name="connsiteX1" fmla="*/ 1616609 w 5119090"/>
              <a:gd name="connsiteY1" fmla="*/ 571743 h 4028919"/>
              <a:gd name="connsiteX2" fmla="*/ 4641704 w 5119090"/>
              <a:gd name="connsiteY2" fmla="*/ 815032 h 4028919"/>
              <a:gd name="connsiteX3" fmla="*/ 5119090 w 5119090"/>
              <a:gd name="connsiteY3" fmla="*/ 2118754 h 4028919"/>
              <a:gd name="connsiteX4" fmla="*/ 4869467 w 5119090"/>
              <a:gd name="connsiteY4" fmla="*/ 3634494 h 4028919"/>
              <a:gd name="connsiteX5" fmla="*/ 3814169 w 5119090"/>
              <a:gd name="connsiteY5" fmla="*/ 3985529 h 4028919"/>
              <a:gd name="connsiteX6" fmla="*/ 977861 w 5119090"/>
              <a:gd name="connsiteY6" fmla="*/ 3911529 h 4028919"/>
              <a:gd name="connsiteX7" fmla="*/ 73039 w 5119090"/>
              <a:gd name="connsiteY7" fmla="*/ 3313039 h 4028919"/>
              <a:gd name="connsiteX8" fmla="*/ 159642 w 5119090"/>
              <a:gd name="connsiteY8" fmla="*/ 1290513 h 4028919"/>
              <a:gd name="connsiteX9" fmla="*/ 986959 w 5119090"/>
              <a:gd name="connsiteY9" fmla="*/ 590018 h 4028919"/>
              <a:gd name="connsiteX10" fmla="*/ 1004891 w 5119090"/>
              <a:gd name="connsiteY10" fmla="*/ 0 h 4028919"/>
              <a:gd name="connsiteX0" fmla="*/ 1004891 w 5119090"/>
              <a:gd name="connsiteY0" fmla="*/ 0 h 4142676"/>
              <a:gd name="connsiteX1" fmla="*/ 1616609 w 5119090"/>
              <a:gd name="connsiteY1" fmla="*/ 571743 h 4142676"/>
              <a:gd name="connsiteX2" fmla="*/ 4641704 w 5119090"/>
              <a:gd name="connsiteY2" fmla="*/ 815032 h 4142676"/>
              <a:gd name="connsiteX3" fmla="*/ 5119090 w 5119090"/>
              <a:gd name="connsiteY3" fmla="*/ 2118754 h 4142676"/>
              <a:gd name="connsiteX4" fmla="*/ 4869467 w 5119090"/>
              <a:gd name="connsiteY4" fmla="*/ 3634494 h 4142676"/>
              <a:gd name="connsiteX5" fmla="*/ 3575630 w 5119090"/>
              <a:gd name="connsiteY5" fmla="*/ 4131303 h 4142676"/>
              <a:gd name="connsiteX6" fmla="*/ 977861 w 5119090"/>
              <a:gd name="connsiteY6" fmla="*/ 3911529 h 4142676"/>
              <a:gd name="connsiteX7" fmla="*/ 73039 w 5119090"/>
              <a:gd name="connsiteY7" fmla="*/ 3313039 h 4142676"/>
              <a:gd name="connsiteX8" fmla="*/ 159642 w 5119090"/>
              <a:gd name="connsiteY8" fmla="*/ 1290513 h 4142676"/>
              <a:gd name="connsiteX9" fmla="*/ 986959 w 5119090"/>
              <a:gd name="connsiteY9" fmla="*/ 590018 h 4142676"/>
              <a:gd name="connsiteX10" fmla="*/ 1004891 w 5119090"/>
              <a:gd name="connsiteY10" fmla="*/ 0 h 4142676"/>
              <a:gd name="connsiteX0" fmla="*/ 1004891 w 5119090"/>
              <a:gd name="connsiteY0" fmla="*/ 0 h 4145018"/>
              <a:gd name="connsiteX1" fmla="*/ 1616609 w 5119090"/>
              <a:gd name="connsiteY1" fmla="*/ 571743 h 4145018"/>
              <a:gd name="connsiteX2" fmla="*/ 4641704 w 5119090"/>
              <a:gd name="connsiteY2" fmla="*/ 815032 h 4145018"/>
              <a:gd name="connsiteX3" fmla="*/ 5119090 w 5119090"/>
              <a:gd name="connsiteY3" fmla="*/ 2118754 h 4145018"/>
              <a:gd name="connsiteX4" fmla="*/ 4736945 w 5119090"/>
              <a:gd name="connsiteY4" fmla="*/ 3594737 h 4145018"/>
              <a:gd name="connsiteX5" fmla="*/ 3575630 w 5119090"/>
              <a:gd name="connsiteY5" fmla="*/ 4131303 h 4145018"/>
              <a:gd name="connsiteX6" fmla="*/ 977861 w 5119090"/>
              <a:gd name="connsiteY6" fmla="*/ 3911529 h 4145018"/>
              <a:gd name="connsiteX7" fmla="*/ 73039 w 5119090"/>
              <a:gd name="connsiteY7" fmla="*/ 3313039 h 4145018"/>
              <a:gd name="connsiteX8" fmla="*/ 159642 w 5119090"/>
              <a:gd name="connsiteY8" fmla="*/ 1290513 h 4145018"/>
              <a:gd name="connsiteX9" fmla="*/ 986959 w 5119090"/>
              <a:gd name="connsiteY9" fmla="*/ 590018 h 4145018"/>
              <a:gd name="connsiteX10" fmla="*/ 1004891 w 5119090"/>
              <a:gd name="connsiteY10" fmla="*/ 0 h 4145018"/>
              <a:gd name="connsiteX0" fmla="*/ 1004891 w 5119090"/>
              <a:gd name="connsiteY0" fmla="*/ 0 h 4145018"/>
              <a:gd name="connsiteX1" fmla="*/ 1616609 w 5119090"/>
              <a:gd name="connsiteY1" fmla="*/ 571743 h 4145018"/>
              <a:gd name="connsiteX2" fmla="*/ 4469426 w 5119090"/>
              <a:gd name="connsiteY2" fmla="*/ 735519 h 4145018"/>
              <a:gd name="connsiteX3" fmla="*/ 5119090 w 5119090"/>
              <a:gd name="connsiteY3" fmla="*/ 2118754 h 4145018"/>
              <a:gd name="connsiteX4" fmla="*/ 4736945 w 5119090"/>
              <a:gd name="connsiteY4" fmla="*/ 3594737 h 4145018"/>
              <a:gd name="connsiteX5" fmla="*/ 3575630 w 5119090"/>
              <a:gd name="connsiteY5" fmla="*/ 4131303 h 4145018"/>
              <a:gd name="connsiteX6" fmla="*/ 977861 w 5119090"/>
              <a:gd name="connsiteY6" fmla="*/ 3911529 h 4145018"/>
              <a:gd name="connsiteX7" fmla="*/ 73039 w 5119090"/>
              <a:gd name="connsiteY7" fmla="*/ 3313039 h 4145018"/>
              <a:gd name="connsiteX8" fmla="*/ 159642 w 5119090"/>
              <a:gd name="connsiteY8" fmla="*/ 1290513 h 4145018"/>
              <a:gd name="connsiteX9" fmla="*/ 986959 w 5119090"/>
              <a:gd name="connsiteY9" fmla="*/ 590018 h 4145018"/>
              <a:gd name="connsiteX10" fmla="*/ 1004891 w 5119090"/>
              <a:gd name="connsiteY10" fmla="*/ 0 h 4145018"/>
              <a:gd name="connsiteX0" fmla="*/ 1004891 w 4986569"/>
              <a:gd name="connsiteY0" fmla="*/ 0 h 4145018"/>
              <a:gd name="connsiteX1" fmla="*/ 1616609 w 4986569"/>
              <a:gd name="connsiteY1" fmla="*/ 571743 h 4145018"/>
              <a:gd name="connsiteX2" fmla="*/ 4469426 w 4986569"/>
              <a:gd name="connsiteY2" fmla="*/ 735519 h 4145018"/>
              <a:gd name="connsiteX3" fmla="*/ 4986569 w 4986569"/>
              <a:gd name="connsiteY3" fmla="*/ 2118754 h 4145018"/>
              <a:gd name="connsiteX4" fmla="*/ 4736945 w 4986569"/>
              <a:gd name="connsiteY4" fmla="*/ 3594737 h 4145018"/>
              <a:gd name="connsiteX5" fmla="*/ 3575630 w 4986569"/>
              <a:gd name="connsiteY5" fmla="*/ 4131303 h 4145018"/>
              <a:gd name="connsiteX6" fmla="*/ 977861 w 4986569"/>
              <a:gd name="connsiteY6" fmla="*/ 3911529 h 4145018"/>
              <a:gd name="connsiteX7" fmla="*/ 73039 w 4986569"/>
              <a:gd name="connsiteY7" fmla="*/ 3313039 h 4145018"/>
              <a:gd name="connsiteX8" fmla="*/ 159642 w 4986569"/>
              <a:gd name="connsiteY8" fmla="*/ 1290513 h 4145018"/>
              <a:gd name="connsiteX9" fmla="*/ 986959 w 4986569"/>
              <a:gd name="connsiteY9" fmla="*/ 590018 h 4145018"/>
              <a:gd name="connsiteX10" fmla="*/ 1004891 w 4986569"/>
              <a:gd name="connsiteY10" fmla="*/ 0 h 4145018"/>
              <a:gd name="connsiteX0" fmla="*/ 1004891 w 4857980"/>
              <a:gd name="connsiteY0" fmla="*/ 0 h 4145018"/>
              <a:gd name="connsiteX1" fmla="*/ 1616609 w 4857980"/>
              <a:gd name="connsiteY1" fmla="*/ 571743 h 4145018"/>
              <a:gd name="connsiteX2" fmla="*/ 4469426 w 4857980"/>
              <a:gd name="connsiteY2" fmla="*/ 735519 h 4145018"/>
              <a:gd name="connsiteX3" fmla="*/ 4736945 w 4857980"/>
              <a:gd name="connsiteY3" fmla="*/ 3594737 h 4145018"/>
              <a:gd name="connsiteX4" fmla="*/ 3575630 w 4857980"/>
              <a:gd name="connsiteY4" fmla="*/ 4131303 h 4145018"/>
              <a:gd name="connsiteX5" fmla="*/ 977861 w 4857980"/>
              <a:gd name="connsiteY5" fmla="*/ 3911529 h 4145018"/>
              <a:gd name="connsiteX6" fmla="*/ 73039 w 4857980"/>
              <a:gd name="connsiteY6" fmla="*/ 3313039 h 4145018"/>
              <a:gd name="connsiteX7" fmla="*/ 159642 w 4857980"/>
              <a:gd name="connsiteY7" fmla="*/ 1290513 h 4145018"/>
              <a:gd name="connsiteX8" fmla="*/ 986959 w 4857980"/>
              <a:gd name="connsiteY8" fmla="*/ 590018 h 4145018"/>
              <a:gd name="connsiteX9" fmla="*/ 1004891 w 4857980"/>
              <a:gd name="connsiteY9" fmla="*/ 0 h 4145018"/>
              <a:gd name="connsiteX0" fmla="*/ 1004891 w 4944528"/>
              <a:gd name="connsiteY0" fmla="*/ 0 h 4145018"/>
              <a:gd name="connsiteX1" fmla="*/ 1616609 w 4944528"/>
              <a:gd name="connsiteY1" fmla="*/ 571743 h 4145018"/>
              <a:gd name="connsiteX2" fmla="*/ 4641704 w 4944528"/>
              <a:gd name="connsiteY2" fmla="*/ 775276 h 4145018"/>
              <a:gd name="connsiteX3" fmla="*/ 4736945 w 4944528"/>
              <a:gd name="connsiteY3" fmla="*/ 3594737 h 4145018"/>
              <a:gd name="connsiteX4" fmla="*/ 3575630 w 4944528"/>
              <a:gd name="connsiteY4" fmla="*/ 4131303 h 4145018"/>
              <a:gd name="connsiteX5" fmla="*/ 977861 w 4944528"/>
              <a:gd name="connsiteY5" fmla="*/ 3911529 h 4145018"/>
              <a:gd name="connsiteX6" fmla="*/ 73039 w 4944528"/>
              <a:gd name="connsiteY6" fmla="*/ 3313039 h 4145018"/>
              <a:gd name="connsiteX7" fmla="*/ 159642 w 4944528"/>
              <a:gd name="connsiteY7" fmla="*/ 1290513 h 4145018"/>
              <a:gd name="connsiteX8" fmla="*/ 986959 w 4944528"/>
              <a:gd name="connsiteY8" fmla="*/ 590018 h 4145018"/>
              <a:gd name="connsiteX9" fmla="*/ 1004891 w 4944528"/>
              <a:gd name="connsiteY9" fmla="*/ 0 h 4145018"/>
              <a:gd name="connsiteX0" fmla="*/ 1004891 w 4944528"/>
              <a:gd name="connsiteY0" fmla="*/ 0 h 4145018"/>
              <a:gd name="connsiteX1" fmla="*/ 1616609 w 4944528"/>
              <a:gd name="connsiteY1" fmla="*/ 571743 h 4145018"/>
              <a:gd name="connsiteX2" fmla="*/ 4641704 w 4944528"/>
              <a:gd name="connsiteY2" fmla="*/ 907797 h 4145018"/>
              <a:gd name="connsiteX3" fmla="*/ 4736945 w 4944528"/>
              <a:gd name="connsiteY3" fmla="*/ 3594737 h 4145018"/>
              <a:gd name="connsiteX4" fmla="*/ 3575630 w 4944528"/>
              <a:gd name="connsiteY4" fmla="*/ 4131303 h 4145018"/>
              <a:gd name="connsiteX5" fmla="*/ 977861 w 4944528"/>
              <a:gd name="connsiteY5" fmla="*/ 3911529 h 4145018"/>
              <a:gd name="connsiteX6" fmla="*/ 73039 w 4944528"/>
              <a:gd name="connsiteY6" fmla="*/ 3313039 h 4145018"/>
              <a:gd name="connsiteX7" fmla="*/ 159642 w 4944528"/>
              <a:gd name="connsiteY7" fmla="*/ 1290513 h 4145018"/>
              <a:gd name="connsiteX8" fmla="*/ 986959 w 4944528"/>
              <a:gd name="connsiteY8" fmla="*/ 590018 h 4145018"/>
              <a:gd name="connsiteX9" fmla="*/ 1004891 w 4944528"/>
              <a:gd name="connsiteY9" fmla="*/ 0 h 4145018"/>
              <a:gd name="connsiteX0" fmla="*/ 1004891 w 4938286"/>
              <a:gd name="connsiteY0" fmla="*/ 0 h 4156705"/>
              <a:gd name="connsiteX1" fmla="*/ 1616609 w 4938286"/>
              <a:gd name="connsiteY1" fmla="*/ 571743 h 4156705"/>
              <a:gd name="connsiteX2" fmla="*/ 4641704 w 4938286"/>
              <a:gd name="connsiteY2" fmla="*/ 907797 h 4156705"/>
              <a:gd name="connsiteX3" fmla="*/ 4723693 w 4938286"/>
              <a:gd name="connsiteY3" fmla="*/ 3409206 h 4156705"/>
              <a:gd name="connsiteX4" fmla="*/ 3575630 w 4938286"/>
              <a:gd name="connsiteY4" fmla="*/ 4131303 h 4156705"/>
              <a:gd name="connsiteX5" fmla="*/ 977861 w 4938286"/>
              <a:gd name="connsiteY5" fmla="*/ 3911529 h 4156705"/>
              <a:gd name="connsiteX6" fmla="*/ 73039 w 4938286"/>
              <a:gd name="connsiteY6" fmla="*/ 3313039 h 4156705"/>
              <a:gd name="connsiteX7" fmla="*/ 159642 w 4938286"/>
              <a:gd name="connsiteY7" fmla="*/ 1290513 h 4156705"/>
              <a:gd name="connsiteX8" fmla="*/ 986959 w 4938286"/>
              <a:gd name="connsiteY8" fmla="*/ 590018 h 4156705"/>
              <a:gd name="connsiteX9" fmla="*/ 1004891 w 4938286"/>
              <a:gd name="connsiteY9" fmla="*/ 0 h 4156705"/>
              <a:gd name="connsiteX0" fmla="*/ 1004891 w 4964496"/>
              <a:gd name="connsiteY0" fmla="*/ 0 h 4156705"/>
              <a:gd name="connsiteX1" fmla="*/ 1616609 w 4964496"/>
              <a:gd name="connsiteY1" fmla="*/ 571743 h 4156705"/>
              <a:gd name="connsiteX2" fmla="*/ 4641704 w 4964496"/>
              <a:gd name="connsiteY2" fmla="*/ 907797 h 4156705"/>
              <a:gd name="connsiteX3" fmla="*/ 4723693 w 4964496"/>
              <a:gd name="connsiteY3" fmla="*/ 3409206 h 4156705"/>
              <a:gd name="connsiteX4" fmla="*/ 3575630 w 4964496"/>
              <a:gd name="connsiteY4" fmla="*/ 4131303 h 4156705"/>
              <a:gd name="connsiteX5" fmla="*/ 977861 w 4964496"/>
              <a:gd name="connsiteY5" fmla="*/ 3911529 h 4156705"/>
              <a:gd name="connsiteX6" fmla="*/ 73039 w 4964496"/>
              <a:gd name="connsiteY6" fmla="*/ 3313039 h 4156705"/>
              <a:gd name="connsiteX7" fmla="*/ 159642 w 4964496"/>
              <a:gd name="connsiteY7" fmla="*/ 1290513 h 4156705"/>
              <a:gd name="connsiteX8" fmla="*/ 986959 w 4964496"/>
              <a:gd name="connsiteY8" fmla="*/ 590018 h 4156705"/>
              <a:gd name="connsiteX9" fmla="*/ 1004891 w 4964496"/>
              <a:gd name="connsiteY9" fmla="*/ 0 h 4156705"/>
              <a:gd name="connsiteX0" fmla="*/ 1004891 w 4964496"/>
              <a:gd name="connsiteY0" fmla="*/ 0 h 4156705"/>
              <a:gd name="connsiteX1" fmla="*/ 1616609 w 4964496"/>
              <a:gd name="connsiteY1" fmla="*/ 571743 h 4156705"/>
              <a:gd name="connsiteX2" fmla="*/ 4641704 w 4964496"/>
              <a:gd name="connsiteY2" fmla="*/ 881293 h 4156705"/>
              <a:gd name="connsiteX3" fmla="*/ 4723693 w 4964496"/>
              <a:gd name="connsiteY3" fmla="*/ 3409206 h 4156705"/>
              <a:gd name="connsiteX4" fmla="*/ 3575630 w 4964496"/>
              <a:gd name="connsiteY4" fmla="*/ 4131303 h 4156705"/>
              <a:gd name="connsiteX5" fmla="*/ 977861 w 4964496"/>
              <a:gd name="connsiteY5" fmla="*/ 3911529 h 4156705"/>
              <a:gd name="connsiteX6" fmla="*/ 73039 w 4964496"/>
              <a:gd name="connsiteY6" fmla="*/ 3313039 h 4156705"/>
              <a:gd name="connsiteX7" fmla="*/ 159642 w 4964496"/>
              <a:gd name="connsiteY7" fmla="*/ 1290513 h 4156705"/>
              <a:gd name="connsiteX8" fmla="*/ 986959 w 4964496"/>
              <a:gd name="connsiteY8" fmla="*/ 590018 h 4156705"/>
              <a:gd name="connsiteX9" fmla="*/ 1004891 w 4964496"/>
              <a:gd name="connsiteY9" fmla="*/ 0 h 4156705"/>
              <a:gd name="connsiteX0" fmla="*/ 1004891 w 4938200"/>
              <a:gd name="connsiteY0" fmla="*/ 0 h 4156705"/>
              <a:gd name="connsiteX1" fmla="*/ 1616609 w 4938200"/>
              <a:gd name="connsiteY1" fmla="*/ 571743 h 4156705"/>
              <a:gd name="connsiteX2" fmla="*/ 4641704 w 4938200"/>
              <a:gd name="connsiteY2" fmla="*/ 881293 h 4156705"/>
              <a:gd name="connsiteX3" fmla="*/ 4723693 w 4938200"/>
              <a:gd name="connsiteY3" fmla="*/ 3409206 h 4156705"/>
              <a:gd name="connsiteX4" fmla="*/ 3575630 w 4938200"/>
              <a:gd name="connsiteY4" fmla="*/ 4131303 h 4156705"/>
              <a:gd name="connsiteX5" fmla="*/ 977861 w 4938200"/>
              <a:gd name="connsiteY5" fmla="*/ 3911529 h 4156705"/>
              <a:gd name="connsiteX6" fmla="*/ 73039 w 4938200"/>
              <a:gd name="connsiteY6" fmla="*/ 3313039 h 4156705"/>
              <a:gd name="connsiteX7" fmla="*/ 159642 w 4938200"/>
              <a:gd name="connsiteY7" fmla="*/ 1290513 h 4156705"/>
              <a:gd name="connsiteX8" fmla="*/ 986959 w 4938200"/>
              <a:gd name="connsiteY8" fmla="*/ 590018 h 4156705"/>
              <a:gd name="connsiteX9" fmla="*/ 1004891 w 4938200"/>
              <a:gd name="connsiteY9" fmla="*/ 0 h 4156705"/>
              <a:gd name="connsiteX0" fmla="*/ 1004891 w 4931243"/>
              <a:gd name="connsiteY0" fmla="*/ 0 h 4156705"/>
              <a:gd name="connsiteX1" fmla="*/ 1616609 w 4931243"/>
              <a:gd name="connsiteY1" fmla="*/ 571743 h 4156705"/>
              <a:gd name="connsiteX2" fmla="*/ 4628452 w 4931243"/>
              <a:gd name="connsiteY2" fmla="*/ 934302 h 4156705"/>
              <a:gd name="connsiteX3" fmla="*/ 4723693 w 4931243"/>
              <a:gd name="connsiteY3" fmla="*/ 3409206 h 4156705"/>
              <a:gd name="connsiteX4" fmla="*/ 3575630 w 4931243"/>
              <a:gd name="connsiteY4" fmla="*/ 4131303 h 4156705"/>
              <a:gd name="connsiteX5" fmla="*/ 977861 w 4931243"/>
              <a:gd name="connsiteY5" fmla="*/ 3911529 h 4156705"/>
              <a:gd name="connsiteX6" fmla="*/ 73039 w 4931243"/>
              <a:gd name="connsiteY6" fmla="*/ 3313039 h 4156705"/>
              <a:gd name="connsiteX7" fmla="*/ 159642 w 4931243"/>
              <a:gd name="connsiteY7" fmla="*/ 1290513 h 4156705"/>
              <a:gd name="connsiteX8" fmla="*/ 986959 w 4931243"/>
              <a:gd name="connsiteY8" fmla="*/ 590018 h 4156705"/>
              <a:gd name="connsiteX9" fmla="*/ 1004891 w 4931243"/>
              <a:gd name="connsiteY9" fmla="*/ 0 h 4156705"/>
              <a:gd name="connsiteX0" fmla="*/ 1004891 w 4931243"/>
              <a:gd name="connsiteY0" fmla="*/ 0 h 4175448"/>
              <a:gd name="connsiteX1" fmla="*/ 1616609 w 4931243"/>
              <a:gd name="connsiteY1" fmla="*/ 571743 h 4175448"/>
              <a:gd name="connsiteX2" fmla="*/ 4628452 w 4931243"/>
              <a:gd name="connsiteY2" fmla="*/ 934302 h 4175448"/>
              <a:gd name="connsiteX3" fmla="*/ 4723693 w 4931243"/>
              <a:gd name="connsiteY3" fmla="*/ 3409206 h 4175448"/>
              <a:gd name="connsiteX4" fmla="*/ 3575630 w 4931243"/>
              <a:gd name="connsiteY4" fmla="*/ 4131303 h 4175448"/>
              <a:gd name="connsiteX5" fmla="*/ 858591 w 4931243"/>
              <a:gd name="connsiteY5" fmla="*/ 3991042 h 4175448"/>
              <a:gd name="connsiteX6" fmla="*/ 73039 w 4931243"/>
              <a:gd name="connsiteY6" fmla="*/ 3313039 h 4175448"/>
              <a:gd name="connsiteX7" fmla="*/ 159642 w 4931243"/>
              <a:gd name="connsiteY7" fmla="*/ 1290513 h 4175448"/>
              <a:gd name="connsiteX8" fmla="*/ 986959 w 4931243"/>
              <a:gd name="connsiteY8" fmla="*/ 590018 h 4175448"/>
              <a:gd name="connsiteX9" fmla="*/ 1004891 w 4931243"/>
              <a:gd name="connsiteY9" fmla="*/ 0 h 4175448"/>
              <a:gd name="connsiteX0" fmla="*/ 1004891 w 4931243"/>
              <a:gd name="connsiteY0" fmla="*/ 0 h 4175448"/>
              <a:gd name="connsiteX1" fmla="*/ 1616609 w 4931243"/>
              <a:gd name="connsiteY1" fmla="*/ 571743 h 4175448"/>
              <a:gd name="connsiteX2" fmla="*/ 4628452 w 4931243"/>
              <a:gd name="connsiteY2" fmla="*/ 934302 h 4175448"/>
              <a:gd name="connsiteX3" fmla="*/ 4723693 w 4931243"/>
              <a:gd name="connsiteY3" fmla="*/ 3409206 h 4175448"/>
              <a:gd name="connsiteX4" fmla="*/ 3575630 w 4931243"/>
              <a:gd name="connsiteY4" fmla="*/ 4131303 h 4175448"/>
              <a:gd name="connsiteX5" fmla="*/ 858591 w 4931243"/>
              <a:gd name="connsiteY5" fmla="*/ 3991042 h 4175448"/>
              <a:gd name="connsiteX6" fmla="*/ 73039 w 4931243"/>
              <a:gd name="connsiteY6" fmla="*/ 3313039 h 4175448"/>
              <a:gd name="connsiteX7" fmla="*/ 159642 w 4931243"/>
              <a:gd name="connsiteY7" fmla="*/ 1290513 h 4175448"/>
              <a:gd name="connsiteX8" fmla="*/ 986959 w 4931243"/>
              <a:gd name="connsiteY8" fmla="*/ 590018 h 4175448"/>
              <a:gd name="connsiteX9" fmla="*/ 1004891 w 4931243"/>
              <a:gd name="connsiteY9" fmla="*/ 0 h 4175448"/>
              <a:gd name="connsiteX0" fmla="*/ 1010726 w 4937078"/>
              <a:gd name="connsiteY0" fmla="*/ 0 h 4175448"/>
              <a:gd name="connsiteX1" fmla="*/ 1622444 w 4937078"/>
              <a:gd name="connsiteY1" fmla="*/ 571743 h 4175448"/>
              <a:gd name="connsiteX2" fmla="*/ 4634287 w 4937078"/>
              <a:gd name="connsiteY2" fmla="*/ 934302 h 4175448"/>
              <a:gd name="connsiteX3" fmla="*/ 4729528 w 4937078"/>
              <a:gd name="connsiteY3" fmla="*/ 3409206 h 4175448"/>
              <a:gd name="connsiteX4" fmla="*/ 3581465 w 4937078"/>
              <a:gd name="connsiteY4" fmla="*/ 4131303 h 4175448"/>
              <a:gd name="connsiteX5" fmla="*/ 864426 w 4937078"/>
              <a:gd name="connsiteY5" fmla="*/ 3991042 h 4175448"/>
              <a:gd name="connsiteX6" fmla="*/ 78874 w 4937078"/>
              <a:gd name="connsiteY6" fmla="*/ 3313039 h 4175448"/>
              <a:gd name="connsiteX7" fmla="*/ 165477 w 4937078"/>
              <a:gd name="connsiteY7" fmla="*/ 1290513 h 4175448"/>
              <a:gd name="connsiteX8" fmla="*/ 992794 w 4937078"/>
              <a:gd name="connsiteY8" fmla="*/ 590018 h 4175448"/>
              <a:gd name="connsiteX9" fmla="*/ 1010726 w 4937078"/>
              <a:gd name="connsiteY9" fmla="*/ 0 h 4175448"/>
              <a:gd name="connsiteX0" fmla="*/ 1010726 w 4961247"/>
              <a:gd name="connsiteY0" fmla="*/ 0 h 4175448"/>
              <a:gd name="connsiteX1" fmla="*/ 1648693 w 4961247"/>
              <a:gd name="connsiteY1" fmla="*/ 574434 h 4175448"/>
              <a:gd name="connsiteX2" fmla="*/ 4634287 w 4961247"/>
              <a:gd name="connsiteY2" fmla="*/ 934302 h 4175448"/>
              <a:gd name="connsiteX3" fmla="*/ 4729528 w 4961247"/>
              <a:gd name="connsiteY3" fmla="*/ 3409206 h 4175448"/>
              <a:gd name="connsiteX4" fmla="*/ 3581465 w 4961247"/>
              <a:gd name="connsiteY4" fmla="*/ 4131303 h 4175448"/>
              <a:gd name="connsiteX5" fmla="*/ 864426 w 4961247"/>
              <a:gd name="connsiteY5" fmla="*/ 3991042 h 4175448"/>
              <a:gd name="connsiteX6" fmla="*/ 78874 w 4961247"/>
              <a:gd name="connsiteY6" fmla="*/ 3313039 h 4175448"/>
              <a:gd name="connsiteX7" fmla="*/ 165477 w 4961247"/>
              <a:gd name="connsiteY7" fmla="*/ 1290513 h 4175448"/>
              <a:gd name="connsiteX8" fmla="*/ 992794 w 4961247"/>
              <a:gd name="connsiteY8" fmla="*/ 590018 h 4175448"/>
              <a:gd name="connsiteX9" fmla="*/ 1010726 w 4961247"/>
              <a:gd name="connsiteY9" fmla="*/ 0 h 4175448"/>
              <a:gd name="connsiteX0" fmla="*/ 1010726 w 4961247"/>
              <a:gd name="connsiteY0" fmla="*/ 0 h 4175448"/>
              <a:gd name="connsiteX1" fmla="*/ 1648693 w 4961247"/>
              <a:gd name="connsiteY1" fmla="*/ 574434 h 4175448"/>
              <a:gd name="connsiteX2" fmla="*/ 4634287 w 4961247"/>
              <a:gd name="connsiteY2" fmla="*/ 934302 h 4175448"/>
              <a:gd name="connsiteX3" fmla="*/ 4729528 w 4961247"/>
              <a:gd name="connsiteY3" fmla="*/ 3409206 h 4175448"/>
              <a:gd name="connsiteX4" fmla="*/ 3581465 w 4961247"/>
              <a:gd name="connsiteY4" fmla="*/ 4131303 h 4175448"/>
              <a:gd name="connsiteX5" fmla="*/ 864426 w 4961247"/>
              <a:gd name="connsiteY5" fmla="*/ 3991042 h 4175448"/>
              <a:gd name="connsiteX6" fmla="*/ 78874 w 4961247"/>
              <a:gd name="connsiteY6" fmla="*/ 3313039 h 4175448"/>
              <a:gd name="connsiteX7" fmla="*/ 165477 w 4961247"/>
              <a:gd name="connsiteY7" fmla="*/ 1290513 h 4175448"/>
              <a:gd name="connsiteX8" fmla="*/ 992794 w 4961247"/>
              <a:gd name="connsiteY8" fmla="*/ 590018 h 4175448"/>
              <a:gd name="connsiteX9" fmla="*/ 1010726 w 4961247"/>
              <a:gd name="connsiteY9" fmla="*/ 0 h 4175448"/>
              <a:gd name="connsiteX0" fmla="*/ 1008299 w 4958820"/>
              <a:gd name="connsiteY0" fmla="*/ 0 h 4175448"/>
              <a:gd name="connsiteX1" fmla="*/ 1646266 w 4958820"/>
              <a:gd name="connsiteY1" fmla="*/ 574434 h 4175448"/>
              <a:gd name="connsiteX2" fmla="*/ 4631860 w 4958820"/>
              <a:gd name="connsiteY2" fmla="*/ 934302 h 4175448"/>
              <a:gd name="connsiteX3" fmla="*/ 4727101 w 4958820"/>
              <a:gd name="connsiteY3" fmla="*/ 3409206 h 4175448"/>
              <a:gd name="connsiteX4" fmla="*/ 3579038 w 4958820"/>
              <a:gd name="connsiteY4" fmla="*/ 4131303 h 4175448"/>
              <a:gd name="connsiteX5" fmla="*/ 861999 w 4958820"/>
              <a:gd name="connsiteY5" fmla="*/ 3991042 h 4175448"/>
              <a:gd name="connsiteX6" fmla="*/ 76447 w 4958820"/>
              <a:gd name="connsiteY6" fmla="*/ 3313039 h 4175448"/>
              <a:gd name="connsiteX7" fmla="*/ 163050 w 4958820"/>
              <a:gd name="connsiteY7" fmla="*/ 1290513 h 4175448"/>
              <a:gd name="connsiteX8" fmla="*/ 990367 w 4958820"/>
              <a:gd name="connsiteY8" fmla="*/ 590018 h 4175448"/>
              <a:gd name="connsiteX9" fmla="*/ 1008299 w 4958820"/>
              <a:gd name="connsiteY9" fmla="*/ 0 h 4175448"/>
              <a:gd name="connsiteX0" fmla="*/ 1008299 w 4958820"/>
              <a:gd name="connsiteY0" fmla="*/ 0 h 4175448"/>
              <a:gd name="connsiteX1" fmla="*/ 1646266 w 4958820"/>
              <a:gd name="connsiteY1" fmla="*/ 574434 h 4175448"/>
              <a:gd name="connsiteX2" fmla="*/ 4631860 w 4958820"/>
              <a:gd name="connsiteY2" fmla="*/ 934302 h 4175448"/>
              <a:gd name="connsiteX3" fmla="*/ 4727101 w 4958820"/>
              <a:gd name="connsiteY3" fmla="*/ 3409206 h 4175448"/>
              <a:gd name="connsiteX4" fmla="*/ 3579038 w 4958820"/>
              <a:gd name="connsiteY4" fmla="*/ 4131303 h 4175448"/>
              <a:gd name="connsiteX5" fmla="*/ 861999 w 4958820"/>
              <a:gd name="connsiteY5" fmla="*/ 3991042 h 4175448"/>
              <a:gd name="connsiteX6" fmla="*/ 76447 w 4958820"/>
              <a:gd name="connsiteY6" fmla="*/ 3313039 h 4175448"/>
              <a:gd name="connsiteX7" fmla="*/ 163050 w 4958820"/>
              <a:gd name="connsiteY7" fmla="*/ 1290513 h 4175448"/>
              <a:gd name="connsiteX8" fmla="*/ 990367 w 4958820"/>
              <a:gd name="connsiteY8" fmla="*/ 590018 h 4175448"/>
              <a:gd name="connsiteX9" fmla="*/ 1008299 w 4958820"/>
              <a:gd name="connsiteY9" fmla="*/ 0 h 4175448"/>
              <a:gd name="connsiteX0" fmla="*/ 1008299 w 4958820"/>
              <a:gd name="connsiteY0" fmla="*/ 0 h 4165242"/>
              <a:gd name="connsiteX1" fmla="*/ 1646266 w 4958820"/>
              <a:gd name="connsiteY1" fmla="*/ 574434 h 4165242"/>
              <a:gd name="connsiteX2" fmla="*/ 4631860 w 4958820"/>
              <a:gd name="connsiteY2" fmla="*/ 934302 h 4165242"/>
              <a:gd name="connsiteX3" fmla="*/ 4727101 w 4958820"/>
              <a:gd name="connsiteY3" fmla="*/ 3409206 h 4165242"/>
              <a:gd name="connsiteX4" fmla="*/ 3579038 w 4958820"/>
              <a:gd name="connsiteY4" fmla="*/ 4131303 h 4165242"/>
              <a:gd name="connsiteX5" fmla="*/ 964723 w 4958820"/>
              <a:gd name="connsiteY5" fmla="*/ 3953024 h 4165242"/>
              <a:gd name="connsiteX6" fmla="*/ 76447 w 4958820"/>
              <a:gd name="connsiteY6" fmla="*/ 3313039 h 4165242"/>
              <a:gd name="connsiteX7" fmla="*/ 163050 w 4958820"/>
              <a:gd name="connsiteY7" fmla="*/ 1290513 h 4165242"/>
              <a:gd name="connsiteX8" fmla="*/ 990367 w 4958820"/>
              <a:gd name="connsiteY8" fmla="*/ 590018 h 4165242"/>
              <a:gd name="connsiteX9" fmla="*/ 1008299 w 4958820"/>
              <a:gd name="connsiteY9" fmla="*/ 0 h 4165242"/>
              <a:gd name="connsiteX0" fmla="*/ 879400 w 4829921"/>
              <a:gd name="connsiteY0" fmla="*/ 0 h 4165244"/>
              <a:gd name="connsiteX1" fmla="*/ 1517367 w 4829921"/>
              <a:gd name="connsiteY1" fmla="*/ 574434 h 4165244"/>
              <a:gd name="connsiteX2" fmla="*/ 4502961 w 4829921"/>
              <a:gd name="connsiteY2" fmla="*/ 934302 h 4165244"/>
              <a:gd name="connsiteX3" fmla="*/ 4598202 w 4829921"/>
              <a:gd name="connsiteY3" fmla="*/ 3409206 h 4165244"/>
              <a:gd name="connsiteX4" fmla="*/ 3450139 w 4829921"/>
              <a:gd name="connsiteY4" fmla="*/ 4131303 h 4165244"/>
              <a:gd name="connsiteX5" fmla="*/ 835824 w 4829921"/>
              <a:gd name="connsiteY5" fmla="*/ 3953024 h 4165244"/>
              <a:gd name="connsiteX6" fmla="*/ 388743 w 4829921"/>
              <a:gd name="connsiteY6" fmla="*/ 3217428 h 4165244"/>
              <a:gd name="connsiteX7" fmla="*/ 34151 w 4829921"/>
              <a:gd name="connsiteY7" fmla="*/ 1290513 h 4165244"/>
              <a:gd name="connsiteX8" fmla="*/ 861468 w 4829921"/>
              <a:gd name="connsiteY8" fmla="*/ 590018 h 4165244"/>
              <a:gd name="connsiteX9" fmla="*/ 879400 w 4829921"/>
              <a:gd name="connsiteY9" fmla="*/ 0 h 4165244"/>
              <a:gd name="connsiteX0" fmla="*/ 879400 w 4829921"/>
              <a:gd name="connsiteY0" fmla="*/ 0 h 4138288"/>
              <a:gd name="connsiteX1" fmla="*/ 1517367 w 4829921"/>
              <a:gd name="connsiteY1" fmla="*/ 574434 h 4138288"/>
              <a:gd name="connsiteX2" fmla="*/ 4502961 w 4829921"/>
              <a:gd name="connsiteY2" fmla="*/ 934302 h 4138288"/>
              <a:gd name="connsiteX3" fmla="*/ 4598202 w 4829921"/>
              <a:gd name="connsiteY3" fmla="*/ 3409206 h 4138288"/>
              <a:gd name="connsiteX4" fmla="*/ 3450139 w 4829921"/>
              <a:gd name="connsiteY4" fmla="*/ 4131303 h 4138288"/>
              <a:gd name="connsiteX5" fmla="*/ 982153 w 4829921"/>
              <a:gd name="connsiteY5" fmla="*/ 3738143 h 4138288"/>
              <a:gd name="connsiteX6" fmla="*/ 388743 w 4829921"/>
              <a:gd name="connsiteY6" fmla="*/ 3217428 h 4138288"/>
              <a:gd name="connsiteX7" fmla="*/ 34151 w 4829921"/>
              <a:gd name="connsiteY7" fmla="*/ 1290513 h 4138288"/>
              <a:gd name="connsiteX8" fmla="*/ 861468 w 4829921"/>
              <a:gd name="connsiteY8" fmla="*/ 590018 h 4138288"/>
              <a:gd name="connsiteX9" fmla="*/ 879400 w 4829921"/>
              <a:gd name="connsiteY9" fmla="*/ 0 h 4138288"/>
              <a:gd name="connsiteX0" fmla="*/ 797965 w 4748486"/>
              <a:gd name="connsiteY0" fmla="*/ 0 h 4138290"/>
              <a:gd name="connsiteX1" fmla="*/ 1435932 w 4748486"/>
              <a:gd name="connsiteY1" fmla="*/ 574434 h 4138290"/>
              <a:gd name="connsiteX2" fmla="*/ 4421526 w 4748486"/>
              <a:gd name="connsiteY2" fmla="*/ 934302 h 4138290"/>
              <a:gd name="connsiteX3" fmla="*/ 4516767 w 4748486"/>
              <a:gd name="connsiteY3" fmla="*/ 3409206 h 4138290"/>
              <a:gd name="connsiteX4" fmla="*/ 3368704 w 4748486"/>
              <a:gd name="connsiteY4" fmla="*/ 4131303 h 4138290"/>
              <a:gd name="connsiteX5" fmla="*/ 900718 w 4748486"/>
              <a:gd name="connsiteY5" fmla="*/ 3738143 h 4138290"/>
              <a:gd name="connsiteX6" fmla="*/ 307308 w 4748486"/>
              <a:gd name="connsiteY6" fmla="*/ 3217428 h 4138290"/>
              <a:gd name="connsiteX7" fmla="*/ 42133 w 4748486"/>
              <a:gd name="connsiteY7" fmla="*/ 1485818 h 4138290"/>
              <a:gd name="connsiteX8" fmla="*/ 780033 w 4748486"/>
              <a:gd name="connsiteY8" fmla="*/ 590018 h 4138290"/>
              <a:gd name="connsiteX9" fmla="*/ 797965 w 4748486"/>
              <a:gd name="connsiteY9" fmla="*/ 0 h 4138290"/>
              <a:gd name="connsiteX0" fmla="*/ 816235 w 4766756"/>
              <a:gd name="connsiteY0" fmla="*/ 0 h 4138288"/>
              <a:gd name="connsiteX1" fmla="*/ 1454202 w 4766756"/>
              <a:gd name="connsiteY1" fmla="*/ 574434 h 4138288"/>
              <a:gd name="connsiteX2" fmla="*/ 4439796 w 4766756"/>
              <a:gd name="connsiteY2" fmla="*/ 934302 h 4138288"/>
              <a:gd name="connsiteX3" fmla="*/ 4535037 w 4766756"/>
              <a:gd name="connsiteY3" fmla="*/ 3409206 h 4138288"/>
              <a:gd name="connsiteX4" fmla="*/ 3386974 w 4766756"/>
              <a:gd name="connsiteY4" fmla="*/ 4131303 h 4138288"/>
              <a:gd name="connsiteX5" fmla="*/ 918988 w 4766756"/>
              <a:gd name="connsiteY5" fmla="*/ 3738143 h 4138288"/>
              <a:gd name="connsiteX6" fmla="*/ 205861 w 4766756"/>
              <a:gd name="connsiteY6" fmla="*/ 2965662 h 4138288"/>
              <a:gd name="connsiteX7" fmla="*/ 60403 w 4766756"/>
              <a:gd name="connsiteY7" fmla="*/ 1485818 h 4138288"/>
              <a:gd name="connsiteX8" fmla="*/ 798303 w 4766756"/>
              <a:gd name="connsiteY8" fmla="*/ 590018 h 4138288"/>
              <a:gd name="connsiteX9" fmla="*/ 816235 w 4766756"/>
              <a:gd name="connsiteY9" fmla="*/ 0 h 4138288"/>
              <a:gd name="connsiteX0" fmla="*/ 816235 w 4622539"/>
              <a:gd name="connsiteY0" fmla="*/ 0 h 4138290"/>
              <a:gd name="connsiteX1" fmla="*/ 1454202 w 4622539"/>
              <a:gd name="connsiteY1" fmla="*/ 574434 h 4138290"/>
              <a:gd name="connsiteX2" fmla="*/ 4015228 w 4622539"/>
              <a:gd name="connsiteY2" fmla="*/ 1032218 h 4138290"/>
              <a:gd name="connsiteX3" fmla="*/ 4535037 w 4622539"/>
              <a:gd name="connsiteY3" fmla="*/ 3409206 h 4138290"/>
              <a:gd name="connsiteX4" fmla="*/ 3386974 w 4622539"/>
              <a:gd name="connsiteY4" fmla="*/ 4131303 h 4138290"/>
              <a:gd name="connsiteX5" fmla="*/ 918988 w 4622539"/>
              <a:gd name="connsiteY5" fmla="*/ 3738143 h 4138290"/>
              <a:gd name="connsiteX6" fmla="*/ 205861 w 4622539"/>
              <a:gd name="connsiteY6" fmla="*/ 2965662 h 4138290"/>
              <a:gd name="connsiteX7" fmla="*/ 60403 w 4622539"/>
              <a:gd name="connsiteY7" fmla="*/ 1485818 h 4138290"/>
              <a:gd name="connsiteX8" fmla="*/ 798303 w 4622539"/>
              <a:gd name="connsiteY8" fmla="*/ 590018 h 4138290"/>
              <a:gd name="connsiteX9" fmla="*/ 816235 w 4622539"/>
              <a:gd name="connsiteY9" fmla="*/ 0 h 4138290"/>
              <a:gd name="connsiteX0" fmla="*/ 816235 w 4622539"/>
              <a:gd name="connsiteY0" fmla="*/ 0 h 4132081"/>
              <a:gd name="connsiteX1" fmla="*/ 1454202 w 4622539"/>
              <a:gd name="connsiteY1" fmla="*/ 574434 h 4132081"/>
              <a:gd name="connsiteX2" fmla="*/ 4015228 w 4622539"/>
              <a:gd name="connsiteY2" fmla="*/ 1032218 h 4132081"/>
              <a:gd name="connsiteX3" fmla="*/ 4535037 w 4622539"/>
              <a:gd name="connsiteY3" fmla="*/ 3409206 h 4132081"/>
              <a:gd name="connsiteX4" fmla="*/ 3152706 w 4622539"/>
              <a:gd name="connsiteY4" fmla="*/ 4124957 h 4132081"/>
              <a:gd name="connsiteX5" fmla="*/ 918988 w 4622539"/>
              <a:gd name="connsiteY5" fmla="*/ 3738143 h 4132081"/>
              <a:gd name="connsiteX6" fmla="*/ 205861 w 4622539"/>
              <a:gd name="connsiteY6" fmla="*/ 2965662 h 4132081"/>
              <a:gd name="connsiteX7" fmla="*/ 60403 w 4622539"/>
              <a:gd name="connsiteY7" fmla="*/ 1485818 h 4132081"/>
              <a:gd name="connsiteX8" fmla="*/ 798303 w 4622539"/>
              <a:gd name="connsiteY8" fmla="*/ 590018 h 4132081"/>
              <a:gd name="connsiteX9" fmla="*/ 816235 w 4622539"/>
              <a:gd name="connsiteY9" fmla="*/ 0 h 4132081"/>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798303 w 4372994"/>
              <a:gd name="connsiteY8" fmla="*/ 59001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898165 w 4372994"/>
              <a:gd name="connsiteY8" fmla="*/ 60625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6235 w 4372994"/>
              <a:gd name="connsiteY0" fmla="*/ 0 h 4138222"/>
              <a:gd name="connsiteX1" fmla="*/ 1454202 w 4372994"/>
              <a:gd name="connsiteY1" fmla="*/ 574434 h 4138222"/>
              <a:gd name="connsiteX2" fmla="*/ 4015228 w 4372994"/>
              <a:gd name="connsiteY2" fmla="*/ 1032218 h 4138222"/>
              <a:gd name="connsiteX3" fmla="*/ 4208394 w 4372994"/>
              <a:gd name="connsiteY3" fmla="*/ 3259401 h 4138222"/>
              <a:gd name="connsiteX4" fmla="*/ 3152706 w 4372994"/>
              <a:gd name="connsiteY4" fmla="*/ 4124957 h 4138222"/>
              <a:gd name="connsiteX5" fmla="*/ 918988 w 4372994"/>
              <a:gd name="connsiteY5" fmla="*/ 3738143 h 4138222"/>
              <a:gd name="connsiteX6" fmla="*/ 205861 w 4372994"/>
              <a:gd name="connsiteY6" fmla="*/ 2965662 h 4138222"/>
              <a:gd name="connsiteX7" fmla="*/ 60403 w 4372994"/>
              <a:gd name="connsiteY7" fmla="*/ 1485818 h 4138222"/>
              <a:gd name="connsiteX8" fmla="*/ 898165 w 4372994"/>
              <a:gd name="connsiteY8" fmla="*/ 606258 h 4138222"/>
              <a:gd name="connsiteX9" fmla="*/ 816235 w 4372994"/>
              <a:gd name="connsiteY9" fmla="*/ 0 h 4138222"/>
              <a:gd name="connsiteX0" fmla="*/ 816235 w 4372994"/>
              <a:gd name="connsiteY0" fmla="*/ 0 h 4138224"/>
              <a:gd name="connsiteX1" fmla="*/ 1454202 w 4372994"/>
              <a:gd name="connsiteY1" fmla="*/ 574434 h 4138224"/>
              <a:gd name="connsiteX2" fmla="*/ 4015228 w 4372994"/>
              <a:gd name="connsiteY2" fmla="*/ 1032218 h 4138224"/>
              <a:gd name="connsiteX3" fmla="*/ 4208394 w 4372994"/>
              <a:gd name="connsiteY3" fmla="*/ 3259401 h 4138224"/>
              <a:gd name="connsiteX4" fmla="*/ 3152706 w 4372994"/>
              <a:gd name="connsiteY4" fmla="*/ 4124957 h 4138224"/>
              <a:gd name="connsiteX5" fmla="*/ 918988 w 4372994"/>
              <a:gd name="connsiteY5" fmla="*/ 3738143 h 4138224"/>
              <a:gd name="connsiteX6" fmla="*/ 205861 w 4372994"/>
              <a:gd name="connsiteY6" fmla="*/ 2965662 h 4138224"/>
              <a:gd name="connsiteX7" fmla="*/ 60403 w 4372994"/>
              <a:gd name="connsiteY7" fmla="*/ 1485818 h 4138224"/>
              <a:gd name="connsiteX8" fmla="*/ 898165 w 4372994"/>
              <a:gd name="connsiteY8" fmla="*/ 606258 h 4138224"/>
              <a:gd name="connsiteX9" fmla="*/ 816235 w 4372994"/>
              <a:gd name="connsiteY9" fmla="*/ 0 h 4138224"/>
              <a:gd name="connsiteX0" fmla="*/ 810336 w 4367095"/>
              <a:gd name="connsiteY0" fmla="*/ 0 h 4138222"/>
              <a:gd name="connsiteX1" fmla="*/ 1448303 w 4367095"/>
              <a:gd name="connsiteY1" fmla="*/ 574434 h 4138222"/>
              <a:gd name="connsiteX2" fmla="*/ 4009329 w 4367095"/>
              <a:gd name="connsiteY2" fmla="*/ 1032218 h 4138222"/>
              <a:gd name="connsiteX3" fmla="*/ 4202495 w 4367095"/>
              <a:gd name="connsiteY3" fmla="*/ 3259401 h 4138222"/>
              <a:gd name="connsiteX4" fmla="*/ 3146807 w 4367095"/>
              <a:gd name="connsiteY4" fmla="*/ 4124957 h 4138222"/>
              <a:gd name="connsiteX5" fmla="*/ 913089 w 4367095"/>
              <a:gd name="connsiteY5" fmla="*/ 3738143 h 4138222"/>
              <a:gd name="connsiteX6" fmla="*/ 199962 w 4367095"/>
              <a:gd name="connsiteY6" fmla="*/ 2965662 h 4138222"/>
              <a:gd name="connsiteX7" fmla="*/ 54504 w 4367095"/>
              <a:gd name="connsiteY7" fmla="*/ 1485818 h 4138222"/>
              <a:gd name="connsiteX8" fmla="*/ 892266 w 4367095"/>
              <a:gd name="connsiteY8" fmla="*/ 606258 h 4138222"/>
              <a:gd name="connsiteX9" fmla="*/ 810336 w 4367095"/>
              <a:gd name="connsiteY9" fmla="*/ 0 h 4138222"/>
              <a:gd name="connsiteX0" fmla="*/ 814639 w 4371398"/>
              <a:gd name="connsiteY0" fmla="*/ 0 h 4138224"/>
              <a:gd name="connsiteX1" fmla="*/ 1452606 w 4371398"/>
              <a:gd name="connsiteY1" fmla="*/ 574434 h 4138224"/>
              <a:gd name="connsiteX2" fmla="*/ 4013632 w 4371398"/>
              <a:gd name="connsiteY2" fmla="*/ 1032218 h 4138224"/>
              <a:gd name="connsiteX3" fmla="*/ 4206798 w 4371398"/>
              <a:gd name="connsiteY3" fmla="*/ 3259401 h 4138224"/>
              <a:gd name="connsiteX4" fmla="*/ 3151110 w 4371398"/>
              <a:gd name="connsiteY4" fmla="*/ 4124957 h 4138224"/>
              <a:gd name="connsiteX5" fmla="*/ 917392 w 4371398"/>
              <a:gd name="connsiteY5" fmla="*/ 3738143 h 4138224"/>
              <a:gd name="connsiteX6" fmla="*/ 184820 w 4371398"/>
              <a:gd name="connsiteY6" fmla="*/ 2971263 h 4138224"/>
              <a:gd name="connsiteX7" fmla="*/ 58807 w 4371398"/>
              <a:gd name="connsiteY7" fmla="*/ 1485818 h 4138224"/>
              <a:gd name="connsiteX8" fmla="*/ 896569 w 4371398"/>
              <a:gd name="connsiteY8" fmla="*/ 606258 h 4138224"/>
              <a:gd name="connsiteX9" fmla="*/ 814639 w 4371398"/>
              <a:gd name="connsiteY9" fmla="*/ 0 h 4138224"/>
              <a:gd name="connsiteX0" fmla="*/ 824982 w 4381741"/>
              <a:gd name="connsiteY0" fmla="*/ 0 h 4138222"/>
              <a:gd name="connsiteX1" fmla="*/ 1462949 w 4381741"/>
              <a:gd name="connsiteY1" fmla="*/ 574434 h 4138222"/>
              <a:gd name="connsiteX2" fmla="*/ 4023975 w 4381741"/>
              <a:gd name="connsiteY2" fmla="*/ 1032218 h 4138222"/>
              <a:gd name="connsiteX3" fmla="*/ 4217141 w 4381741"/>
              <a:gd name="connsiteY3" fmla="*/ 3259401 h 4138222"/>
              <a:gd name="connsiteX4" fmla="*/ 3161453 w 4381741"/>
              <a:gd name="connsiteY4" fmla="*/ 4124957 h 4138222"/>
              <a:gd name="connsiteX5" fmla="*/ 927735 w 4381741"/>
              <a:gd name="connsiteY5" fmla="*/ 3738143 h 4138222"/>
              <a:gd name="connsiteX6" fmla="*/ 195163 w 4381741"/>
              <a:gd name="connsiteY6" fmla="*/ 2971263 h 4138222"/>
              <a:gd name="connsiteX7" fmla="*/ 69150 w 4381741"/>
              <a:gd name="connsiteY7" fmla="*/ 1485818 h 4138222"/>
              <a:gd name="connsiteX8" fmla="*/ 906912 w 4381741"/>
              <a:gd name="connsiteY8" fmla="*/ 606258 h 4138222"/>
              <a:gd name="connsiteX9" fmla="*/ 824982 w 4381741"/>
              <a:gd name="connsiteY9" fmla="*/ 0 h 4138222"/>
              <a:gd name="connsiteX0" fmla="*/ 824982 w 4385632"/>
              <a:gd name="connsiteY0" fmla="*/ 0 h 4138224"/>
              <a:gd name="connsiteX1" fmla="*/ 1462949 w 4385632"/>
              <a:gd name="connsiteY1" fmla="*/ 574434 h 4138224"/>
              <a:gd name="connsiteX2" fmla="*/ 4023975 w 4385632"/>
              <a:gd name="connsiteY2" fmla="*/ 1032218 h 4138224"/>
              <a:gd name="connsiteX3" fmla="*/ 4217141 w 4385632"/>
              <a:gd name="connsiteY3" fmla="*/ 3259401 h 4138224"/>
              <a:gd name="connsiteX4" fmla="*/ 3161453 w 4385632"/>
              <a:gd name="connsiteY4" fmla="*/ 4124957 h 4138224"/>
              <a:gd name="connsiteX5" fmla="*/ 927735 w 4385632"/>
              <a:gd name="connsiteY5" fmla="*/ 3738143 h 4138224"/>
              <a:gd name="connsiteX6" fmla="*/ 195163 w 4385632"/>
              <a:gd name="connsiteY6" fmla="*/ 2971263 h 4138224"/>
              <a:gd name="connsiteX7" fmla="*/ 69150 w 4385632"/>
              <a:gd name="connsiteY7" fmla="*/ 1485818 h 4138224"/>
              <a:gd name="connsiteX8" fmla="*/ 906912 w 4385632"/>
              <a:gd name="connsiteY8" fmla="*/ 606258 h 4138224"/>
              <a:gd name="connsiteX9" fmla="*/ 824982 w 4385632"/>
              <a:gd name="connsiteY9" fmla="*/ 0 h 4138224"/>
              <a:gd name="connsiteX0" fmla="*/ 832223 w 4392873"/>
              <a:gd name="connsiteY0" fmla="*/ 0 h 4138222"/>
              <a:gd name="connsiteX1" fmla="*/ 1470190 w 4392873"/>
              <a:gd name="connsiteY1" fmla="*/ 574434 h 4138222"/>
              <a:gd name="connsiteX2" fmla="*/ 4031216 w 4392873"/>
              <a:gd name="connsiteY2" fmla="*/ 1032218 h 4138222"/>
              <a:gd name="connsiteX3" fmla="*/ 4224382 w 4392873"/>
              <a:gd name="connsiteY3" fmla="*/ 3259401 h 4138222"/>
              <a:gd name="connsiteX4" fmla="*/ 3168694 w 4392873"/>
              <a:gd name="connsiteY4" fmla="*/ 4124957 h 4138222"/>
              <a:gd name="connsiteX5" fmla="*/ 934976 w 4392873"/>
              <a:gd name="connsiteY5" fmla="*/ 3738143 h 4138222"/>
              <a:gd name="connsiteX6" fmla="*/ 179579 w 4392873"/>
              <a:gd name="connsiteY6" fmla="*/ 3046439 h 4138222"/>
              <a:gd name="connsiteX7" fmla="*/ 76391 w 4392873"/>
              <a:gd name="connsiteY7" fmla="*/ 1485818 h 4138222"/>
              <a:gd name="connsiteX8" fmla="*/ 914153 w 4392873"/>
              <a:gd name="connsiteY8" fmla="*/ 606258 h 4138222"/>
              <a:gd name="connsiteX9" fmla="*/ 832223 w 4392873"/>
              <a:gd name="connsiteY9" fmla="*/ 0 h 4138222"/>
              <a:gd name="connsiteX0" fmla="*/ 823971 w 4384621"/>
              <a:gd name="connsiteY0" fmla="*/ 0 h 4138224"/>
              <a:gd name="connsiteX1" fmla="*/ 1461938 w 4384621"/>
              <a:gd name="connsiteY1" fmla="*/ 574434 h 4138224"/>
              <a:gd name="connsiteX2" fmla="*/ 4022964 w 4384621"/>
              <a:gd name="connsiteY2" fmla="*/ 1032218 h 4138224"/>
              <a:gd name="connsiteX3" fmla="*/ 4216130 w 4384621"/>
              <a:gd name="connsiteY3" fmla="*/ 3259401 h 4138224"/>
              <a:gd name="connsiteX4" fmla="*/ 3160442 w 4384621"/>
              <a:gd name="connsiteY4" fmla="*/ 4124957 h 4138224"/>
              <a:gd name="connsiteX5" fmla="*/ 926724 w 4384621"/>
              <a:gd name="connsiteY5" fmla="*/ 3738143 h 4138224"/>
              <a:gd name="connsiteX6" fmla="*/ 171327 w 4384621"/>
              <a:gd name="connsiteY6" fmla="*/ 3046439 h 4138224"/>
              <a:gd name="connsiteX7" fmla="*/ 68139 w 4384621"/>
              <a:gd name="connsiteY7" fmla="*/ 1485818 h 4138224"/>
              <a:gd name="connsiteX8" fmla="*/ 905901 w 4384621"/>
              <a:gd name="connsiteY8" fmla="*/ 606258 h 4138224"/>
              <a:gd name="connsiteX9" fmla="*/ 823971 w 4384621"/>
              <a:gd name="connsiteY9" fmla="*/ 0 h 4138224"/>
              <a:gd name="connsiteX0" fmla="*/ 806189 w 4366839"/>
              <a:gd name="connsiteY0" fmla="*/ 0 h 4138222"/>
              <a:gd name="connsiteX1" fmla="*/ 1444156 w 4366839"/>
              <a:gd name="connsiteY1" fmla="*/ 574434 h 4138222"/>
              <a:gd name="connsiteX2" fmla="*/ 4005182 w 4366839"/>
              <a:gd name="connsiteY2" fmla="*/ 1032218 h 4138222"/>
              <a:gd name="connsiteX3" fmla="*/ 4198348 w 4366839"/>
              <a:gd name="connsiteY3" fmla="*/ 3259401 h 4138222"/>
              <a:gd name="connsiteX4" fmla="*/ 3142660 w 4366839"/>
              <a:gd name="connsiteY4" fmla="*/ 4124957 h 4138222"/>
              <a:gd name="connsiteX5" fmla="*/ 908942 w 4366839"/>
              <a:gd name="connsiteY5" fmla="*/ 3738143 h 4138222"/>
              <a:gd name="connsiteX6" fmla="*/ 153545 w 4366839"/>
              <a:gd name="connsiteY6" fmla="*/ 3046439 h 4138222"/>
              <a:gd name="connsiteX7" fmla="*/ 50357 w 4366839"/>
              <a:gd name="connsiteY7" fmla="*/ 1485818 h 4138222"/>
              <a:gd name="connsiteX8" fmla="*/ 888119 w 4366839"/>
              <a:gd name="connsiteY8" fmla="*/ 606258 h 4138222"/>
              <a:gd name="connsiteX9" fmla="*/ 806189 w 4366839"/>
              <a:gd name="connsiteY9" fmla="*/ 0 h 4138222"/>
              <a:gd name="connsiteX0" fmla="*/ 806189 w 4366839"/>
              <a:gd name="connsiteY0" fmla="*/ 0 h 4138224"/>
              <a:gd name="connsiteX1" fmla="*/ 1444156 w 4366839"/>
              <a:gd name="connsiteY1" fmla="*/ 574434 h 4138224"/>
              <a:gd name="connsiteX2" fmla="*/ 4005182 w 4366839"/>
              <a:gd name="connsiteY2" fmla="*/ 1032218 h 4138224"/>
              <a:gd name="connsiteX3" fmla="*/ 4198348 w 4366839"/>
              <a:gd name="connsiteY3" fmla="*/ 3259401 h 4138224"/>
              <a:gd name="connsiteX4" fmla="*/ 3142660 w 4366839"/>
              <a:gd name="connsiteY4" fmla="*/ 4124957 h 4138224"/>
              <a:gd name="connsiteX5" fmla="*/ 908942 w 4366839"/>
              <a:gd name="connsiteY5" fmla="*/ 3738143 h 4138224"/>
              <a:gd name="connsiteX6" fmla="*/ 153545 w 4366839"/>
              <a:gd name="connsiteY6" fmla="*/ 3046439 h 4138224"/>
              <a:gd name="connsiteX7" fmla="*/ 50357 w 4366839"/>
              <a:gd name="connsiteY7" fmla="*/ 1485818 h 4138224"/>
              <a:gd name="connsiteX8" fmla="*/ 888119 w 4366839"/>
              <a:gd name="connsiteY8" fmla="*/ 606258 h 4138224"/>
              <a:gd name="connsiteX9" fmla="*/ 806189 w 4366839"/>
              <a:gd name="connsiteY9" fmla="*/ 0 h 4138224"/>
              <a:gd name="connsiteX0" fmla="*/ 756726 w 4317376"/>
              <a:gd name="connsiteY0" fmla="*/ 0 h 4138222"/>
              <a:gd name="connsiteX1" fmla="*/ 1394693 w 4317376"/>
              <a:gd name="connsiteY1" fmla="*/ 574434 h 4138222"/>
              <a:gd name="connsiteX2" fmla="*/ 3955719 w 4317376"/>
              <a:gd name="connsiteY2" fmla="*/ 1032218 h 4138222"/>
              <a:gd name="connsiteX3" fmla="*/ 4148885 w 4317376"/>
              <a:gd name="connsiteY3" fmla="*/ 3259401 h 4138222"/>
              <a:gd name="connsiteX4" fmla="*/ 3093197 w 4317376"/>
              <a:gd name="connsiteY4" fmla="*/ 4124957 h 4138222"/>
              <a:gd name="connsiteX5" fmla="*/ 859479 w 4317376"/>
              <a:gd name="connsiteY5" fmla="*/ 3738143 h 4138222"/>
              <a:gd name="connsiteX6" fmla="*/ 104082 w 4317376"/>
              <a:gd name="connsiteY6" fmla="*/ 3046439 h 4138222"/>
              <a:gd name="connsiteX7" fmla="*/ 894 w 4317376"/>
              <a:gd name="connsiteY7" fmla="*/ 1485818 h 4138222"/>
              <a:gd name="connsiteX8" fmla="*/ 838656 w 4317376"/>
              <a:gd name="connsiteY8" fmla="*/ 606258 h 4138222"/>
              <a:gd name="connsiteX9" fmla="*/ 756726 w 4317376"/>
              <a:gd name="connsiteY9" fmla="*/ 0 h 4138222"/>
              <a:gd name="connsiteX0" fmla="*/ 756726 w 4317376"/>
              <a:gd name="connsiteY0" fmla="*/ 0 h 4138224"/>
              <a:gd name="connsiteX1" fmla="*/ 1394693 w 4317376"/>
              <a:gd name="connsiteY1" fmla="*/ 574434 h 4138224"/>
              <a:gd name="connsiteX2" fmla="*/ 3955719 w 4317376"/>
              <a:gd name="connsiteY2" fmla="*/ 1032218 h 4138224"/>
              <a:gd name="connsiteX3" fmla="*/ 4148885 w 4317376"/>
              <a:gd name="connsiteY3" fmla="*/ 3259401 h 4138224"/>
              <a:gd name="connsiteX4" fmla="*/ 3093197 w 4317376"/>
              <a:gd name="connsiteY4" fmla="*/ 4124957 h 4138224"/>
              <a:gd name="connsiteX5" fmla="*/ 859479 w 4317376"/>
              <a:gd name="connsiteY5" fmla="*/ 3738143 h 4138224"/>
              <a:gd name="connsiteX6" fmla="*/ 219159 w 4317376"/>
              <a:gd name="connsiteY6" fmla="*/ 3144044 h 4138224"/>
              <a:gd name="connsiteX7" fmla="*/ 894 w 4317376"/>
              <a:gd name="connsiteY7" fmla="*/ 1485818 h 4138224"/>
              <a:gd name="connsiteX8" fmla="*/ 838656 w 4317376"/>
              <a:gd name="connsiteY8" fmla="*/ 606258 h 4138224"/>
              <a:gd name="connsiteX9" fmla="*/ 756726 w 4317376"/>
              <a:gd name="connsiteY9" fmla="*/ 0 h 4138224"/>
              <a:gd name="connsiteX0" fmla="*/ 756726 w 4317376"/>
              <a:gd name="connsiteY0" fmla="*/ 0 h 4138222"/>
              <a:gd name="connsiteX1" fmla="*/ 1394693 w 4317376"/>
              <a:gd name="connsiteY1" fmla="*/ 574434 h 4138222"/>
              <a:gd name="connsiteX2" fmla="*/ 3955719 w 4317376"/>
              <a:gd name="connsiteY2" fmla="*/ 1032218 h 4138222"/>
              <a:gd name="connsiteX3" fmla="*/ 4148885 w 4317376"/>
              <a:gd name="connsiteY3" fmla="*/ 3259401 h 4138222"/>
              <a:gd name="connsiteX4" fmla="*/ 3093197 w 4317376"/>
              <a:gd name="connsiteY4" fmla="*/ 4124957 h 4138222"/>
              <a:gd name="connsiteX5" fmla="*/ 859479 w 4317376"/>
              <a:gd name="connsiteY5" fmla="*/ 3738143 h 4138222"/>
              <a:gd name="connsiteX6" fmla="*/ 232580 w 4317376"/>
              <a:gd name="connsiteY6" fmla="*/ 3163758 h 4138222"/>
              <a:gd name="connsiteX7" fmla="*/ 894 w 4317376"/>
              <a:gd name="connsiteY7" fmla="*/ 1485818 h 4138222"/>
              <a:gd name="connsiteX8" fmla="*/ 838656 w 4317376"/>
              <a:gd name="connsiteY8" fmla="*/ 606258 h 4138222"/>
              <a:gd name="connsiteX9" fmla="*/ 756726 w 4317376"/>
              <a:gd name="connsiteY9" fmla="*/ 0 h 4138222"/>
              <a:gd name="connsiteX0" fmla="*/ 756726 w 4317376"/>
              <a:gd name="connsiteY0" fmla="*/ 0 h 4138731"/>
              <a:gd name="connsiteX1" fmla="*/ 1394693 w 4317376"/>
              <a:gd name="connsiteY1" fmla="*/ 574434 h 4138731"/>
              <a:gd name="connsiteX2" fmla="*/ 3955719 w 4317376"/>
              <a:gd name="connsiteY2" fmla="*/ 1032218 h 4138731"/>
              <a:gd name="connsiteX3" fmla="*/ 4148885 w 4317376"/>
              <a:gd name="connsiteY3" fmla="*/ 3259401 h 4138731"/>
              <a:gd name="connsiteX4" fmla="*/ 3093197 w 4317376"/>
              <a:gd name="connsiteY4" fmla="*/ 4124957 h 4138731"/>
              <a:gd name="connsiteX5" fmla="*/ 897522 w 4317376"/>
              <a:gd name="connsiteY5" fmla="*/ 3744330 h 4138731"/>
              <a:gd name="connsiteX6" fmla="*/ 232580 w 4317376"/>
              <a:gd name="connsiteY6" fmla="*/ 3163758 h 4138731"/>
              <a:gd name="connsiteX7" fmla="*/ 894 w 4317376"/>
              <a:gd name="connsiteY7" fmla="*/ 1485818 h 4138731"/>
              <a:gd name="connsiteX8" fmla="*/ 838656 w 4317376"/>
              <a:gd name="connsiteY8" fmla="*/ 606258 h 4138731"/>
              <a:gd name="connsiteX9" fmla="*/ 756726 w 4317376"/>
              <a:gd name="connsiteY9" fmla="*/ 0 h 4138731"/>
              <a:gd name="connsiteX0" fmla="*/ 756726 w 4317376"/>
              <a:gd name="connsiteY0" fmla="*/ 0 h 4138731"/>
              <a:gd name="connsiteX1" fmla="*/ 1394693 w 4317376"/>
              <a:gd name="connsiteY1" fmla="*/ 574434 h 4138731"/>
              <a:gd name="connsiteX2" fmla="*/ 3955719 w 4317376"/>
              <a:gd name="connsiteY2" fmla="*/ 1032218 h 4138731"/>
              <a:gd name="connsiteX3" fmla="*/ 4148885 w 4317376"/>
              <a:gd name="connsiteY3" fmla="*/ 3259401 h 4138731"/>
              <a:gd name="connsiteX4" fmla="*/ 3093197 w 4317376"/>
              <a:gd name="connsiteY4" fmla="*/ 4124957 h 4138731"/>
              <a:gd name="connsiteX5" fmla="*/ 897522 w 4317376"/>
              <a:gd name="connsiteY5" fmla="*/ 3744330 h 4138731"/>
              <a:gd name="connsiteX6" fmla="*/ 232580 w 4317376"/>
              <a:gd name="connsiteY6" fmla="*/ 3163758 h 4138731"/>
              <a:gd name="connsiteX7" fmla="*/ 894 w 4317376"/>
              <a:gd name="connsiteY7" fmla="*/ 1485818 h 4138731"/>
              <a:gd name="connsiteX8" fmla="*/ 838656 w 4317376"/>
              <a:gd name="connsiteY8" fmla="*/ 606258 h 4138731"/>
              <a:gd name="connsiteX9" fmla="*/ 756726 w 4317376"/>
              <a:gd name="connsiteY9" fmla="*/ 0 h 4138731"/>
              <a:gd name="connsiteX0" fmla="*/ 763583 w 4324233"/>
              <a:gd name="connsiteY0" fmla="*/ 0 h 4138731"/>
              <a:gd name="connsiteX1" fmla="*/ 1401550 w 4324233"/>
              <a:gd name="connsiteY1" fmla="*/ 574434 h 4138731"/>
              <a:gd name="connsiteX2" fmla="*/ 3962576 w 4324233"/>
              <a:gd name="connsiteY2" fmla="*/ 1032218 h 4138731"/>
              <a:gd name="connsiteX3" fmla="*/ 4155742 w 4324233"/>
              <a:gd name="connsiteY3" fmla="*/ 3259401 h 4138731"/>
              <a:gd name="connsiteX4" fmla="*/ 3100054 w 4324233"/>
              <a:gd name="connsiteY4" fmla="*/ 4124957 h 4138731"/>
              <a:gd name="connsiteX5" fmla="*/ 904379 w 4324233"/>
              <a:gd name="connsiteY5" fmla="*/ 3744330 h 4138731"/>
              <a:gd name="connsiteX6" fmla="*/ 239437 w 4324233"/>
              <a:gd name="connsiteY6" fmla="*/ 3163758 h 4138731"/>
              <a:gd name="connsiteX7" fmla="*/ 881 w 4324233"/>
              <a:gd name="connsiteY7" fmla="*/ 1528534 h 4138731"/>
              <a:gd name="connsiteX8" fmla="*/ 845513 w 4324233"/>
              <a:gd name="connsiteY8" fmla="*/ 606258 h 4138731"/>
              <a:gd name="connsiteX9" fmla="*/ 763583 w 4324233"/>
              <a:gd name="connsiteY9" fmla="*/ 0 h 4138731"/>
              <a:gd name="connsiteX0" fmla="*/ 763583 w 4324233"/>
              <a:gd name="connsiteY0" fmla="*/ 0 h 4138731"/>
              <a:gd name="connsiteX1" fmla="*/ 1401550 w 4324233"/>
              <a:gd name="connsiteY1" fmla="*/ 574434 h 4138731"/>
              <a:gd name="connsiteX2" fmla="*/ 3962576 w 4324233"/>
              <a:gd name="connsiteY2" fmla="*/ 1032218 h 4138731"/>
              <a:gd name="connsiteX3" fmla="*/ 4155742 w 4324233"/>
              <a:gd name="connsiteY3" fmla="*/ 3259401 h 4138731"/>
              <a:gd name="connsiteX4" fmla="*/ 3100054 w 4324233"/>
              <a:gd name="connsiteY4" fmla="*/ 4124957 h 4138731"/>
              <a:gd name="connsiteX5" fmla="*/ 904379 w 4324233"/>
              <a:gd name="connsiteY5" fmla="*/ 3744330 h 4138731"/>
              <a:gd name="connsiteX6" fmla="*/ 239437 w 4324233"/>
              <a:gd name="connsiteY6" fmla="*/ 3163758 h 4138731"/>
              <a:gd name="connsiteX7" fmla="*/ 881 w 4324233"/>
              <a:gd name="connsiteY7" fmla="*/ 1528534 h 4138731"/>
              <a:gd name="connsiteX8" fmla="*/ 845513 w 4324233"/>
              <a:gd name="connsiteY8" fmla="*/ 606258 h 4138731"/>
              <a:gd name="connsiteX9" fmla="*/ 763583 w 4324233"/>
              <a:gd name="connsiteY9" fmla="*/ 0 h 4138731"/>
              <a:gd name="connsiteX0" fmla="*/ 763706 w 4324356"/>
              <a:gd name="connsiteY0" fmla="*/ 0 h 4138731"/>
              <a:gd name="connsiteX1" fmla="*/ 1401673 w 4324356"/>
              <a:gd name="connsiteY1" fmla="*/ 574434 h 4138731"/>
              <a:gd name="connsiteX2" fmla="*/ 3962699 w 4324356"/>
              <a:gd name="connsiteY2" fmla="*/ 1032218 h 4138731"/>
              <a:gd name="connsiteX3" fmla="*/ 4155865 w 4324356"/>
              <a:gd name="connsiteY3" fmla="*/ 3259401 h 4138731"/>
              <a:gd name="connsiteX4" fmla="*/ 3100177 w 4324356"/>
              <a:gd name="connsiteY4" fmla="*/ 4124957 h 4138731"/>
              <a:gd name="connsiteX5" fmla="*/ 904502 w 4324356"/>
              <a:gd name="connsiteY5" fmla="*/ 3744330 h 4138731"/>
              <a:gd name="connsiteX6" fmla="*/ 239560 w 4324356"/>
              <a:gd name="connsiteY6" fmla="*/ 3163758 h 4138731"/>
              <a:gd name="connsiteX7" fmla="*/ 1004 w 4324356"/>
              <a:gd name="connsiteY7" fmla="*/ 1528534 h 4138731"/>
              <a:gd name="connsiteX8" fmla="*/ 845636 w 4324356"/>
              <a:gd name="connsiteY8" fmla="*/ 606258 h 4138731"/>
              <a:gd name="connsiteX9" fmla="*/ 763706 w 4324356"/>
              <a:gd name="connsiteY9" fmla="*/ 0 h 4138731"/>
              <a:gd name="connsiteX0" fmla="*/ 763710 w 4324360"/>
              <a:gd name="connsiteY0" fmla="*/ 0 h 4138731"/>
              <a:gd name="connsiteX1" fmla="*/ 1401677 w 4324360"/>
              <a:gd name="connsiteY1" fmla="*/ 574434 h 4138731"/>
              <a:gd name="connsiteX2" fmla="*/ 3962703 w 4324360"/>
              <a:gd name="connsiteY2" fmla="*/ 1032218 h 4138731"/>
              <a:gd name="connsiteX3" fmla="*/ 4155869 w 4324360"/>
              <a:gd name="connsiteY3" fmla="*/ 3259401 h 4138731"/>
              <a:gd name="connsiteX4" fmla="*/ 3100181 w 4324360"/>
              <a:gd name="connsiteY4" fmla="*/ 4124957 h 4138731"/>
              <a:gd name="connsiteX5" fmla="*/ 904506 w 4324360"/>
              <a:gd name="connsiteY5" fmla="*/ 3744330 h 4138731"/>
              <a:gd name="connsiteX6" fmla="*/ 239564 w 4324360"/>
              <a:gd name="connsiteY6" fmla="*/ 3163758 h 4138731"/>
              <a:gd name="connsiteX7" fmla="*/ 1008 w 4324360"/>
              <a:gd name="connsiteY7" fmla="*/ 1528534 h 4138731"/>
              <a:gd name="connsiteX8" fmla="*/ 845640 w 4324360"/>
              <a:gd name="connsiteY8" fmla="*/ 606258 h 4138731"/>
              <a:gd name="connsiteX9" fmla="*/ 763710 w 4324360"/>
              <a:gd name="connsiteY9" fmla="*/ 0 h 4138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4360" h="4138731">
                <a:moveTo>
                  <a:pt x="763710" y="0"/>
                </a:moveTo>
                <a:cubicBezTo>
                  <a:pt x="835632" y="58905"/>
                  <a:pt x="1258100" y="357725"/>
                  <a:pt x="1401677" y="574434"/>
                </a:cubicBezTo>
                <a:cubicBezTo>
                  <a:pt x="1557398" y="585526"/>
                  <a:pt x="3503671" y="584724"/>
                  <a:pt x="3962703" y="1032218"/>
                </a:cubicBezTo>
                <a:cubicBezTo>
                  <a:pt x="4421735" y="1479712"/>
                  <a:pt x="4393755" y="2068459"/>
                  <a:pt x="4155869" y="3259401"/>
                </a:cubicBezTo>
                <a:cubicBezTo>
                  <a:pt x="4006903" y="3825365"/>
                  <a:pt x="3642075" y="4044135"/>
                  <a:pt x="3100181" y="4124957"/>
                </a:cubicBezTo>
                <a:cubicBezTo>
                  <a:pt x="2558287" y="4205779"/>
                  <a:pt x="1639845" y="3911670"/>
                  <a:pt x="904506" y="3744330"/>
                </a:cubicBezTo>
                <a:cubicBezTo>
                  <a:pt x="600271" y="3642054"/>
                  <a:pt x="464613" y="3557214"/>
                  <a:pt x="239564" y="3163758"/>
                </a:cubicBezTo>
                <a:cubicBezTo>
                  <a:pt x="75461" y="2876879"/>
                  <a:pt x="40807" y="2193725"/>
                  <a:pt x="1008" y="1528534"/>
                </a:cubicBezTo>
                <a:cubicBezTo>
                  <a:pt x="-24451" y="805482"/>
                  <a:pt x="437089" y="647961"/>
                  <a:pt x="845640" y="606258"/>
                </a:cubicBezTo>
                <a:cubicBezTo>
                  <a:pt x="845640" y="606258"/>
                  <a:pt x="854014" y="343114"/>
                  <a:pt x="763710" y="0"/>
                </a:cubicBez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9289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7049A-8BB5-5249-AF5B-83C8C78BD348}"/>
              </a:ext>
            </a:extLst>
          </p:cNvPr>
          <p:cNvSpPr>
            <a:spLocks noGrp="1"/>
          </p:cNvSpPr>
          <p:nvPr>
            <p:ph type="title"/>
          </p:nvPr>
        </p:nvSpPr>
        <p:spPr/>
        <p:txBody>
          <a:bodyPr>
            <a:normAutofit/>
          </a:bodyPr>
          <a:lstStyle/>
          <a:p>
            <a:pPr algn="ctr"/>
            <a:r>
              <a:rPr lang="en-AU" dirty="0"/>
              <a:t>Learning outcomes</a:t>
            </a:r>
          </a:p>
        </p:txBody>
      </p:sp>
      <p:sp>
        <p:nvSpPr>
          <p:cNvPr id="4" name="Text Placeholder 3">
            <a:extLst>
              <a:ext uri="{FF2B5EF4-FFF2-40B4-BE49-F238E27FC236}">
                <a16:creationId xmlns:a16="http://schemas.microsoft.com/office/drawing/2014/main" id="{BD0477E0-91F8-7C40-6A56-E7874A84AE4B}"/>
              </a:ext>
            </a:extLst>
          </p:cNvPr>
          <p:cNvSpPr>
            <a:spLocks noGrp="1"/>
          </p:cNvSpPr>
          <p:nvPr>
            <p:ph type="body" idx="1"/>
          </p:nvPr>
        </p:nvSpPr>
        <p:spPr/>
        <p:txBody>
          <a:bodyPr>
            <a:normAutofit/>
          </a:bodyPr>
          <a:lstStyle/>
          <a:p>
            <a:r>
              <a:rPr lang="en-AU" sz="4400" dirty="0">
                <a:solidFill>
                  <a:schemeClr val="tx2"/>
                </a:solidFill>
              </a:rPr>
              <a:t>Learning Intention:</a:t>
            </a:r>
          </a:p>
        </p:txBody>
      </p:sp>
      <p:sp>
        <p:nvSpPr>
          <p:cNvPr id="3" name="Content Placeholder 2">
            <a:extLst>
              <a:ext uri="{FF2B5EF4-FFF2-40B4-BE49-F238E27FC236}">
                <a16:creationId xmlns:a16="http://schemas.microsoft.com/office/drawing/2014/main" id="{7BB45ACB-2E60-C283-46A2-F4DAE4019CDF}"/>
              </a:ext>
            </a:extLst>
          </p:cNvPr>
          <p:cNvSpPr>
            <a:spLocks noGrp="1"/>
          </p:cNvSpPr>
          <p:nvPr>
            <p:ph sz="half" idx="2"/>
          </p:nvPr>
        </p:nvSpPr>
        <p:spPr/>
        <p:txBody>
          <a:bodyPr>
            <a:normAutofit/>
          </a:bodyPr>
          <a:lstStyle/>
          <a:p>
            <a:r>
              <a:rPr lang="en-AU" sz="4800" b="0" dirty="0"/>
              <a:t>To learn how to embed quotes and interpret their meaning</a:t>
            </a:r>
            <a:r>
              <a:rPr lang="en-AU" dirty="0"/>
              <a:t>.</a:t>
            </a:r>
            <a:endParaRPr lang="en-AU" b="1" dirty="0"/>
          </a:p>
          <a:p>
            <a:pPr marL="0" indent="0">
              <a:buNone/>
            </a:pPr>
            <a:endParaRPr lang="en-AU" b="1" dirty="0"/>
          </a:p>
          <a:p>
            <a:pPr marL="0" indent="0">
              <a:buNone/>
            </a:pPr>
            <a:endParaRPr lang="en-AU" b="1" dirty="0"/>
          </a:p>
        </p:txBody>
      </p:sp>
      <p:sp>
        <p:nvSpPr>
          <p:cNvPr id="5" name="Text Placeholder 4">
            <a:extLst>
              <a:ext uri="{FF2B5EF4-FFF2-40B4-BE49-F238E27FC236}">
                <a16:creationId xmlns:a16="http://schemas.microsoft.com/office/drawing/2014/main" id="{2111C3FF-1DD8-E654-16F7-171EC7EAD34B}"/>
              </a:ext>
            </a:extLst>
          </p:cNvPr>
          <p:cNvSpPr>
            <a:spLocks noGrp="1"/>
          </p:cNvSpPr>
          <p:nvPr>
            <p:ph type="body" sz="quarter" idx="3"/>
          </p:nvPr>
        </p:nvSpPr>
        <p:spPr/>
        <p:txBody>
          <a:bodyPr>
            <a:normAutofit/>
          </a:bodyPr>
          <a:lstStyle/>
          <a:p>
            <a:r>
              <a:rPr lang="en-AU" sz="4400" dirty="0">
                <a:solidFill>
                  <a:schemeClr val="tx2"/>
                </a:solidFill>
              </a:rPr>
              <a:t>I will be successful when:</a:t>
            </a:r>
          </a:p>
        </p:txBody>
      </p:sp>
      <p:sp>
        <p:nvSpPr>
          <p:cNvPr id="6" name="Content Placeholder 5">
            <a:extLst>
              <a:ext uri="{FF2B5EF4-FFF2-40B4-BE49-F238E27FC236}">
                <a16:creationId xmlns:a16="http://schemas.microsoft.com/office/drawing/2014/main" id="{A69D25DF-BA1A-177E-5E2B-5C777FF13C14}"/>
              </a:ext>
            </a:extLst>
          </p:cNvPr>
          <p:cNvSpPr>
            <a:spLocks noGrp="1"/>
          </p:cNvSpPr>
          <p:nvPr>
            <p:ph sz="quarter" idx="4"/>
          </p:nvPr>
        </p:nvSpPr>
        <p:spPr/>
        <p:txBody>
          <a:bodyPr>
            <a:normAutofit/>
          </a:bodyPr>
          <a:lstStyle/>
          <a:p>
            <a:r>
              <a:rPr lang="en-AU" sz="4400" b="0" dirty="0"/>
              <a:t>I have written an explanation that contains an embedded quote. </a:t>
            </a:r>
          </a:p>
        </p:txBody>
      </p:sp>
    </p:spTree>
    <p:extLst>
      <p:ext uri="{BB962C8B-B14F-4D97-AF65-F5344CB8AC3E}">
        <p14:creationId xmlns:p14="http://schemas.microsoft.com/office/powerpoint/2010/main" val="1106801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A96188-384C-4341-9EEB-967A9341C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280331C3-DDF5-48A9-8947-D71EAAFFA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759171" y="-127077"/>
            <a:ext cx="6053827" cy="6948641"/>
          </a:xfrm>
          <a:custGeom>
            <a:avLst/>
            <a:gdLst>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34742 w 11603130"/>
              <a:gd name="connsiteY11" fmla="*/ 5912754 h 6362961"/>
              <a:gd name="connsiteX12" fmla="*/ 8343333 w 11603130"/>
              <a:gd name="connsiteY12" fmla="*/ 6362961 h 6362961"/>
              <a:gd name="connsiteX13" fmla="*/ 8951337 w 11603130"/>
              <a:gd name="connsiteY13" fmla="*/ 5912879 h 6362961"/>
              <a:gd name="connsiteX14" fmla="*/ 9710371 w 11603130"/>
              <a:gd name="connsiteY14" fmla="*/ 5911624 h 6362961"/>
              <a:gd name="connsiteX15" fmla="*/ 9804791 w 11603130"/>
              <a:gd name="connsiteY15" fmla="*/ 5908320 h 6362961"/>
              <a:gd name="connsiteX16" fmla="*/ 9863784 w 11603130"/>
              <a:gd name="connsiteY16" fmla="*/ 5909115 h 6362961"/>
              <a:gd name="connsiteX17" fmla="*/ 10007288 w 11603130"/>
              <a:gd name="connsiteY17" fmla="*/ 5914499 h 6362961"/>
              <a:gd name="connsiteX18" fmla="*/ 10927227 w 11603130"/>
              <a:gd name="connsiteY18" fmla="*/ 5922366 h 6362961"/>
              <a:gd name="connsiteX19" fmla="*/ 11562333 w 11603130"/>
              <a:gd name="connsiteY19" fmla="*/ 5906085 h 6362961"/>
              <a:gd name="connsiteX20" fmla="*/ 11571244 w 11603130"/>
              <a:gd name="connsiteY20" fmla="*/ 2621674 h 6362961"/>
              <a:gd name="connsiteX21" fmla="*/ 11561892 w 11603130"/>
              <a:gd name="connsiteY21" fmla="*/ 176313 h 6362961"/>
              <a:gd name="connsiteX22" fmla="*/ 11289537 w 11603130"/>
              <a:gd name="connsiteY22" fmla="*/ 107615 h 6362961"/>
              <a:gd name="connsiteX23" fmla="*/ 10689999 w 11603130"/>
              <a:gd name="connsiteY23" fmla="*/ 70591 h 6362961"/>
              <a:gd name="connsiteX24" fmla="*/ 7599878 w 11603130"/>
              <a:gd name="connsiteY24" fmla="*/ 7591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5045206 w 11603130"/>
              <a:gd name="connsiteY10" fmla="*/ 5927859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8951337 w 11603130"/>
              <a:gd name="connsiteY12" fmla="*/ 5912879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42722 w 11603130"/>
              <a:gd name="connsiteY12" fmla="*/ 5885506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098386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8972 w 11603130"/>
              <a:gd name="connsiteY5" fmla="*/ 3523848 h 6335587"/>
              <a:gd name="connsiteX6" fmla="*/ 148480 w 11603130"/>
              <a:gd name="connsiteY6" fmla="*/ 5930841 h 6335587"/>
              <a:gd name="connsiteX7" fmla="*/ 2638911 w 11603130"/>
              <a:gd name="connsiteY7" fmla="*/ 5933377 h 6335587"/>
              <a:gd name="connsiteX8" fmla="*/ 4080684 w 11603130"/>
              <a:gd name="connsiteY8" fmla="*/ 5926717 h 6335587"/>
              <a:gd name="connsiteX9" fmla="*/ 5045206 w 11603130"/>
              <a:gd name="connsiteY9" fmla="*/ 5927859 h 6335587"/>
              <a:gd name="connsiteX10" fmla="*/ 5855834 w 11603130"/>
              <a:gd name="connsiteY10" fmla="*/ 6335587 h 6335587"/>
              <a:gd name="connsiteX11" fmla="*/ 6274422 w 11603130"/>
              <a:gd name="connsiteY11" fmla="*/ 5903346 h 6335587"/>
              <a:gd name="connsiteX12" fmla="*/ 9098386 w 11603130"/>
              <a:gd name="connsiteY12" fmla="*/ 5911624 h 6335587"/>
              <a:gd name="connsiteX13" fmla="*/ 10007288 w 11603130"/>
              <a:gd name="connsiteY13" fmla="*/ 5914499 h 6335587"/>
              <a:gd name="connsiteX14" fmla="*/ 10927227 w 11603130"/>
              <a:gd name="connsiteY14" fmla="*/ 5922366 h 6335587"/>
              <a:gd name="connsiteX15" fmla="*/ 11562333 w 11603130"/>
              <a:gd name="connsiteY15" fmla="*/ 5906085 h 6335587"/>
              <a:gd name="connsiteX16" fmla="*/ 11571244 w 11603130"/>
              <a:gd name="connsiteY16" fmla="*/ 2621674 h 6335587"/>
              <a:gd name="connsiteX17" fmla="*/ 11561892 w 11603130"/>
              <a:gd name="connsiteY17" fmla="*/ 176313 h 6335587"/>
              <a:gd name="connsiteX18" fmla="*/ 11289537 w 11603130"/>
              <a:gd name="connsiteY18" fmla="*/ 107615 h 6335587"/>
              <a:gd name="connsiteX19" fmla="*/ 10689999 w 11603130"/>
              <a:gd name="connsiteY19" fmla="*/ 70591 h 6335587"/>
              <a:gd name="connsiteX20" fmla="*/ 7599878 w 11603130"/>
              <a:gd name="connsiteY20" fmla="*/ 75910 h 6335587"/>
              <a:gd name="connsiteX21" fmla="*/ 1892744 w 11603130"/>
              <a:gd name="connsiteY21" fmla="*/ 0 h 6335587"/>
              <a:gd name="connsiteX0" fmla="*/ 1892744 w 12087184"/>
              <a:gd name="connsiteY0" fmla="*/ 0 h 6335587"/>
              <a:gd name="connsiteX1" fmla="*/ 304663 w 12087184"/>
              <a:gd name="connsiteY1" fmla="*/ 10761 h 6335587"/>
              <a:gd name="connsiteX2" fmla="*/ 0 w 12087184"/>
              <a:gd name="connsiteY2" fmla="*/ 47942 h 6335587"/>
              <a:gd name="connsiteX3" fmla="*/ 0 w 12087184"/>
              <a:gd name="connsiteY3" fmla="*/ 909146 h 6335587"/>
              <a:gd name="connsiteX4" fmla="*/ 4597 w 12087184"/>
              <a:gd name="connsiteY4" fmla="*/ 909146 h 6335587"/>
              <a:gd name="connsiteX5" fmla="*/ 88972 w 12087184"/>
              <a:gd name="connsiteY5" fmla="*/ 3523848 h 6335587"/>
              <a:gd name="connsiteX6" fmla="*/ 148480 w 12087184"/>
              <a:gd name="connsiteY6" fmla="*/ 5930841 h 6335587"/>
              <a:gd name="connsiteX7" fmla="*/ 2638911 w 12087184"/>
              <a:gd name="connsiteY7" fmla="*/ 5933377 h 6335587"/>
              <a:gd name="connsiteX8" fmla="*/ 4080684 w 12087184"/>
              <a:gd name="connsiteY8" fmla="*/ 5926717 h 6335587"/>
              <a:gd name="connsiteX9" fmla="*/ 5045206 w 12087184"/>
              <a:gd name="connsiteY9" fmla="*/ 5927859 h 6335587"/>
              <a:gd name="connsiteX10" fmla="*/ 5855834 w 12087184"/>
              <a:gd name="connsiteY10" fmla="*/ 6335587 h 6335587"/>
              <a:gd name="connsiteX11" fmla="*/ 6274422 w 12087184"/>
              <a:gd name="connsiteY11" fmla="*/ 5903346 h 6335587"/>
              <a:gd name="connsiteX12" fmla="*/ 9098386 w 12087184"/>
              <a:gd name="connsiteY12" fmla="*/ 5911624 h 6335587"/>
              <a:gd name="connsiteX13" fmla="*/ 10007288 w 12087184"/>
              <a:gd name="connsiteY13" fmla="*/ 5914499 h 6335587"/>
              <a:gd name="connsiteX14" fmla="*/ 10927227 w 12087184"/>
              <a:gd name="connsiteY14" fmla="*/ 5922366 h 6335587"/>
              <a:gd name="connsiteX15" fmla="*/ 12085310 w 12087184"/>
              <a:gd name="connsiteY15" fmla="*/ 5921320 h 6335587"/>
              <a:gd name="connsiteX16" fmla="*/ 11571244 w 12087184"/>
              <a:gd name="connsiteY16" fmla="*/ 2621674 h 6335587"/>
              <a:gd name="connsiteX17" fmla="*/ 11561892 w 12087184"/>
              <a:gd name="connsiteY17" fmla="*/ 176313 h 6335587"/>
              <a:gd name="connsiteX18" fmla="*/ 11289537 w 12087184"/>
              <a:gd name="connsiteY18" fmla="*/ 107615 h 6335587"/>
              <a:gd name="connsiteX19" fmla="*/ 10689999 w 12087184"/>
              <a:gd name="connsiteY19" fmla="*/ 70591 h 6335587"/>
              <a:gd name="connsiteX20" fmla="*/ 7599878 w 12087184"/>
              <a:gd name="connsiteY20" fmla="*/ 75910 h 6335587"/>
              <a:gd name="connsiteX21" fmla="*/ 1892744 w 12087184"/>
              <a:gd name="connsiteY21" fmla="*/ 0 h 6335587"/>
              <a:gd name="connsiteX0" fmla="*/ 1892744 w 12096545"/>
              <a:gd name="connsiteY0" fmla="*/ 24998 h 6360585"/>
              <a:gd name="connsiteX1" fmla="*/ 304663 w 12096545"/>
              <a:gd name="connsiteY1" fmla="*/ 35759 h 6360585"/>
              <a:gd name="connsiteX2" fmla="*/ 0 w 12096545"/>
              <a:gd name="connsiteY2" fmla="*/ 72940 h 6360585"/>
              <a:gd name="connsiteX3" fmla="*/ 0 w 12096545"/>
              <a:gd name="connsiteY3" fmla="*/ 934144 h 6360585"/>
              <a:gd name="connsiteX4" fmla="*/ 4597 w 12096545"/>
              <a:gd name="connsiteY4" fmla="*/ 934144 h 6360585"/>
              <a:gd name="connsiteX5" fmla="*/ 88972 w 12096545"/>
              <a:gd name="connsiteY5" fmla="*/ 3548846 h 6360585"/>
              <a:gd name="connsiteX6" fmla="*/ 148480 w 12096545"/>
              <a:gd name="connsiteY6" fmla="*/ 5955839 h 6360585"/>
              <a:gd name="connsiteX7" fmla="*/ 2638911 w 12096545"/>
              <a:gd name="connsiteY7" fmla="*/ 5958375 h 6360585"/>
              <a:gd name="connsiteX8" fmla="*/ 4080684 w 12096545"/>
              <a:gd name="connsiteY8" fmla="*/ 5951715 h 6360585"/>
              <a:gd name="connsiteX9" fmla="*/ 5045206 w 12096545"/>
              <a:gd name="connsiteY9" fmla="*/ 5952857 h 6360585"/>
              <a:gd name="connsiteX10" fmla="*/ 5855834 w 12096545"/>
              <a:gd name="connsiteY10" fmla="*/ 6360585 h 6360585"/>
              <a:gd name="connsiteX11" fmla="*/ 6274422 w 12096545"/>
              <a:gd name="connsiteY11" fmla="*/ 5928344 h 6360585"/>
              <a:gd name="connsiteX12" fmla="*/ 9098386 w 12096545"/>
              <a:gd name="connsiteY12" fmla="*/ 5936622 h 6360585"/>
              <a:gd name="connsiteX13" fmla="*/ 10007288 w 12096545"/>
              <a:gd name="connsiteY13" fmla="*/ 5939497 h 6360585"/>
              <a:gd name="connsiteX14" fmla="*/ 10927227 w 12096545"/>
              <a:gd name="connsiteY14" fmla="*/ 5947364 h 6360585"/>
              <a:gd name="connsiteX15" fmla="*/ 12085310 w 12096545"/>
              <a:gd name="connsiteY15" fmla="*/ 5946318 h 6360585"/>
              <a:gd name="connsiteX16" fmla="*/ 12063456 w 12096545"/>
              <a:gd name="connsiteY16" fmla="*/ 2646672 h 6360585"/>
              <a:gd name="connsiteX17" fmla="*/ 11561892 w 12096545"/>
              <a:gd name="connsiteY17" fmla="*/ 201311 h 6360585"/>
              <a:gd name="connsiteX18" fmla="*/ 11289537 w 12096545"/>
              <a:gd name="connsiteY18" fmla="*/ 132613 h 6360585"/>
              <a:gd name="connsiteX19" fmla="*/ 10689999 w 12096545"/>
              <a:gd name="connsiteY19" fmla="*/ 95589 h 6360585"/>
              <a:gd name="connsiteX20" fmla="*/ 7599878 w 12096545"/>
              <a:gd name="connsiteY20" fmla="*/ 100908 h 6360585"/>
              <a:gd name="connsiteX21" fmla="*/ 1892744 w 12096545"/>
              <a:gd name="connsiteY21" fmla="*/ 24998 h 6360585"/>
              <a:gd name="connsiteX0" fmla="*/ 1892744 w 12127183"/>
              <a:gd name="connsiteY0" fmla="*/ 24998 h 6360585"/>
              <a:gd name="connsiteX1" fmla="*/ 304663 w 12127183"/>
              <a:gd name="connsiteY1" fmla="*/ 35759 h 6360585"/>
              <a:gd name="connsiteX2" fmla="*/ 0 w 12127183"/>
              <a:gd name="connsiteY2" fmla="*/ 72940 h 6360585"/>
              <a:gd name="connsiteX3" fmla="*/ 0 w 12127183"/>
              <a:gd name="connsiteY3" fmla="*/ 934144 h 6360585"/>
              <a:gd name="connsiteX4" fmla="*/ 4597 w 12127183"/>
              <a:gd name="connsiteY4" fmla="*/ 934144 h 6360585"/>
              <a:gd name="connsiteX5" fmla="*/ 88972 w 12127183"/>
              <a:gd name="connsiteY5" fmla="*/ 3548846 h 6360585"/>
              <a:gd name="connsiteX6" fmla="*/ 148480 w 12127183"/>
              <a:gd name="connsiteY6" fmla="*/ 5955839 h 6360585"/>
              <a:gd name="connsiteX7" fmla="*/ 2638911 w 12127183"/>
              <a:gd name="connsiteY7" fmla="*/ 5958375 h 6360585"/>
              <a:gd name="connsiteX8" fmla="*/ 4080684 w 12127183"/>
              <a:gd name="connsiteY8" fmla="*/ 5951715 h 6360585"/>
              <a:gd name="connsiteX9" fmla="*/ 5045206 w 12127183"/>
              <a:gd name="connsiteY9" fmla="*/ 5952857 h 6360585"/>
              <a:gd name="connsiteX10" fmla="*/ 5855834 w 12127183"/>
              <a:gd name="connsiteY10" fmla="*/ 6360585 h 6360585"/>
              <a:gd name="connsiteX11" fmla="*/ 6274422 w 12127183"/>
              <a:gd name="connsiteY11" fmla="*/ 5928344 h 6360585"/>
              <a:gd name="connsiteX12" fmla="*/ 9098386 w 12127183"/>
              <a:gd name="connsiteY12" fmla="*/ 5936622 h 6360585"/>
              <a:gd name="connsiteX13" fmla="*/ 10007288 w 12127183"/>
              <a:gd name="connsiteY13" fmla="*/ 5939497 h 6360585"/>
              <a:gd name="connsiteX14" fmla="*/ 10927227 w 12127183"/>
              <a:gd name="connsiteY14" fmla="*/ 5947364 h 6360585"/>
              <a:gd name="connsiteX15" fmla="*/ 12085310 w 12127183"/>
              <a:gd name="connsiteY15" fmla="*/ 5946318 h 6360585"/>
              <a:gd name="connsiteX16" fmla="*/ 12063456 w 12127183"/>
              <a:gd name="connsiteY16" fmla="*/ 2646672 h 6360585"/>
              <a:gd name="connsiteX17" fmla="*/ 12054104 w 12127183"/>
              <a:gd name="connsiteY17" fmla="*/ 201311 h 6360585"/>
              <a:gd name="connsiteX18" fmla="*/ 11289537 w 12127183"/>
              <a:gd name="connsiteY18" fmla="*/ 132613 h 6360585"/>
              <a:gd name="connsiteX19" fmla="*/ 10689999 w 12127183"/>
              <a:gd name="connsiteY19" fmla="*/ 95589 h 6360585"/>
              <a:gd name="connsiteX20" fmla="*/ 7599878 w 12127183"/>
              <a:gd name="connsiteY20" fmla="*/ 100908 h 6360585"/>
              <a:gd name="connsiteX21" fmla="*/ 1892744 w 12127183"/>
              <a:gd name="connsiteY21" fmla="*/ 24998 h 6360585"/>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689999 w 12114255"/>
              <a:gd name="connsiteY19" fmla="*/ 70591 h 6335587"/>
              <a:gd name="connsiteX20" fmla="*/ 7599878 w 12114255"/>
              <a:gd name="connsiteY20" fmla="*/ 75910 h 6335587"/>
              <a:gd name="connsiteX21" fmla="*/ 1892744 w 12114255"/>
              <a:gd name="connsiteY21" fmla="*/ 0 h 6335587"/>
              <a:gd name="connsiteX0" fmla="*/ 1892744 w 12114253"/>
              <a:gd name="connsiteY0" fmla="*/ 0 h 6335587"/>
              <a:gd name="connsiteX1" fmla="*/ 304663 w 12114253"/>
              <a:gd name="connsiteY1" fmla="*/ 10761 h 6335587"/>
              <a:gd name="connsiteX2" fmla="*/ 0 w 12114253"/>
              <a:gd name="connsiteY2" fmla="*/ 47942 h 6335587"/>
              <a:gd name="connsiteX3" fmla="*/ 0 w 12114253"/>
              <a:gd name="connsiteY3" fmla="*/ 909146 h 6335587"/>
              <a:gd name="connsiteX4" fmla="*/ 4597 w 12114253"/>
              <a:gd name="connsiteY4" fmla="*/ 909146 h 6335587"/>
              <a:gd name="connsiteX5" fmla="*/ 88972 w 12114253"/>
              <a:gd name="connsiteY5" fmla="*/ 3523848 h 6335587"/>
              <a:gd name="connsiteX6" fmla="*/ 148480 w 12114253"/>
              <a:gd name="connsiteY6" fmla="*/ 5930841 h 6335587"/>
              <a:gd name="connsiteX7" fmla="*/ 2638911 w 12114253"/>
              <a:gd name="connsiteY7" fmla="*/ 5933377 h 6335587"/>
              <a:gd name="connsiteX8" fmla="*/ 4080684 w 12114253"/>
              <a:gd name="connsiteY8" fmla="*/ 5926717 h 6335587"/>
              <a:gd name="connsiteX9" fmla="*/ 5045206 w 12114253"/>
              <a:gd name="connsiteY9" fmla="*/ 5927859 h 6335587"/>
              <a:gd name="connsiteX10" fmla="*/ 5855834 w 12114253"/>
              <a:gd name="connsiteY10" fmla="*/ 6335587 h 6335587"/>
              <a:gd name="connsiteX11" fmla="*/ 6274422 w 12114253"/>
              <a:gd name="connsiteY11" fmla="*/ 5903346 h 6335587"/>
              <a:gd name="connsiteX12" fmla="*/ 9098386 w 12114253"/>
              <a:gd name="connsiteY12" fmla="*/ 5911624 h 6335587"/>
              <a:gd name="connsiteX13" fmla="*/ 10007288 w 12114253"/>
              <a:gd name="connsiteY13" fmla="*/ 5914499 h 6335587"/>
              <a:gd name="connsiteX14" fmla="*/ 10927227 w 12114253"/>
              <a:gd name="connsiteY14" fmla="*/ 5922366 h 6335587"/>
              <a:gd name="connsiteX15" fmla="*/ 12085310 w 12114253"/>
              <a:gd name="connsiteY15" fmla="*/ 5921320 h 6335587"/>
              <a:gd name="connsiteX16" fmla="*/ 12063456 w 12114253"/>
              <a:gd name="connsiteY16" fmla="*/ 2621674 h 6335587"/>
              <a:gd name="connsiteX17" fmla="*/ 12054104 w 12114253"/>
              <a:gd name="connsiteY17" fmla="*/ 176313 h 6335587"/>
              <a:gd name="connsiteX18" fmla="*/ 11289537 w 12114253"/>
              <a:gd name="connsiteY18" fmla="*/ 107615 h 6335587"/>
              <a:gd name="connsiteX19" fmla="*/ 10259313 w 12114253"/>
              <a:gd name="connsiteY19" fmla="*/ 101059 h 6335587"/>
              <a:gd name="connsiteX20" fmla="*/ 7599878 w 12114253"/>
              <a:gd name="connsiteY20" fmla="*/ 75910 h 6335587"/>
              <a:gd name="connsiteX21" fmla="*/ 1892744 w 12114253"/>
              <a:gd name="connsiteY21" fmla="*/ 0 h 6335587"/>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259313 w 12114255"/>
              <a:gd name="connsiteY19" fmla="*/ 101059 h 6335587"/>
              <a:gd name="connsiteX20" fmla="*/ 7599878 w 12114255"/>
              <a:gd name="connsiteY20" fmla="*/ 75910 h 6335587"/>
              <a:gd name="connsiteX21" fmla="*/ 1892744 w 12114255"/>
              <a:gd name="connsiteY21" fmla="*/ 0 h 6335587"/>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274422 w 12114253"/>
              <a:gd name="connsiteY11" fmla="*/ 5903346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080684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308929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214933 w 12114253"/>
              <a:gd name="connsiteY9" fmla="*/ 5924178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308929 w 12114253"/>
              <a:gd name="connsiteY8" fmla="*/ 5926717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952198 w 12173707"/>
              <a:gd name="connsiteY0" fmla="*/ 0 h 6231137"/>
              <a:gd name="connsiteX1" fmla="*/ 364117 w 12173707"/>
              <a:gd name="connsiteY1" fmla="*/ 10761 h 6231137"/>
              <a:gd name="connsiteX2" fmla="*/ 59454 w 12173707"/>
              <a:gd name="connsiteY2" fmla="*/ 47942 h 6231137"/>
              <a:gd name="connsiteX3" fmla="*/ 59454 w 12173707"/>
              <a:gd name="connsiteY3" fmla="*/ 909146 h 6231137"/>
              <a:gd name="connsiteX4" fmla="*/ 64051 w 12173707"/>
              <a:gd name="connsiteY4" fmla="*/ 909146 h 6231137"/>
              <a:gd name="connsiteX5" fmla="*/ 148426 w 12173707"/>
              <a:gd name="connsiteY5" fmla="*/ 3523848 h 6231137"/>
              <a:gd name="connsiteX6" fmla="*/ 41689 w 12173707"/>
              <a:gd name="connsiteY6" fmla="*/ 5941555 h 6231137"/>
              <a:gd name="connsiteX7" fmla="*/ 2649391 w 12173707"/>
              <a:gd name="connsiteY7" fmla="*/ 5929698 h 6231137"/>
              <a:gd name="connsiteX8" fmla="*/ 4303086 w 12173707"/>
              <a:gd name="connsiteY8" fmla="*/ 5908315 h 6231137"/>
              <a:gd name="connsiteX9" fmla="*/ 5274387 w 12173707"/>
              <a:gd name="connsiteY9" fmla="*/ 5924178 h 6231137"/>
              <a:gd name="connsiteX10" fmla="*/ 5758145 w 12173707"/>
              <a:gd name="connsiteY10" fmla="*/ 6231137 h 6231137"/>
              <a:gd name="connsiteX11" fmla="*/ 6030648 w 12173707"/>
              <a:gd name="connsiteY11" fmla="*/ 5908409 h 6231137"/>
              <a:gd name="connsiteX12" fmla="*/ 9157840 w 12173707"/>
              <a:gd name="connsiteY12" fmla="*/ 5911624 h 6231137"/>
              <a:gd name="connsiteX13" fmla="*/ 10066742 w 12173707"/>
              <a:gd name="connsiteY13" fmla="*/ 5914499 h 6231137"/>
              <a:gd name="connsiteX14" fmla="*/ 10986681 w 12173707"/>
              <a:gd name="connsiteY14" fmla="*/ 5922366 h 6231137"/>
              <a:gd name="connsiteX15" fmla="*/ 12144764 w 12173707"/>
              <a:gd name="connsiteY15" fmla="*/ 5921320 h 6231137"/>
              <a:gd name="connsiteX16" fmla="*/ 12122910 w 12173707"/>
              <a:gd name="connsiteY16" fmla="*/ 2621674 h 6231137"/>
              <a:gd name="connsiteX17" fmla="*/ 12113558 w 12173707"/>
              <a:gd name="connsiteY17" fmla="*/ 176313 h 6231137"/>
              <a:gd name="connsiteX18" fmla="*/ 11348991 w 12173707"/>
              <a:gd name="connsiteY18" fmla="*/ 107615 h 6231137"/>
              <a:gd name="connsiteX19" fmla="*/ 10318767 w 12173707"/>
              <a:gd name="connsiteY19" fmla="*/ 101059 h 6231137"/>
              <a:gd name="connsiteX20" fmla="*/ 7659332 w 12173707"/>
              <a:gd name="connsiteY20" fmla="*/ 75910 h 6231137"/>
              <a:gd name="connsiteX21" fmla="*/ 1952198 w 12173707"/>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9 w 12201124"/>
              <a:gd name="connsiteY5" fmla="*/ 3534559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8 w 12201124"/>
              <a:gd name="connsiteY5" fmla="*/ 4337852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86334 w 12207843"/>
              <a:gd name="connsiteY0" fmla="*/ 0 h 6231137"/>
              <a:gd name="connsiteX1" fmla="*/ 398253 w 12207843"/>
              <a:gd name="connsiteY1" fmla="*/ 10761 h 6231137"/>
              <a:gd name="connsiteX2" fmla="*/ 93590 w 12207843"/>
              <a:gd name="connsiteY2" fmla="*/ 47942 h 6231137"/>
              <a:gd name="connsiteX3" fmla="*/ 93590 w 12207843"/>
              <a:gd name="connsiteY3" fmla="*/ 909146 h 6231137"/>
              <a:gd name="connsiteX4" fmla="*/ 98187 w 12207843"/>
              <a:gd name="connsiteY4" fmla="*/ 909146 h 6231137"/>
              <a:gd name="connsiteX5" fmla="*/ 40067 w 12207843"/>
              <a:gd name="connsiteY5" fmla="*/ 4337852 h 6231137"/>
              <a:gd name="connsiteX6" fmla="*/ 75825 w 12207843"/>
              <a:gd name="connsiteY6" fmla="*/ 5941555 h 6231137"/>
              <a:gd name="connsiteX7" fmla="*/ 2683527 w 12207843"/>
              <a:gd name="connsiteY7" fmla="*/ 5929698 h 6231137"/>
              <a:gd name="connsiteX8" fmla="*/ 4337222 w 12207843"/>
              <a:gd name="connsiteY8" fmla="*/ 5908315 h 6231137"/>
              <a:gd name="connsiteX9" fmla="*/ 5308523 w 12207843"/>
              <a:gd name="connsiteY9" fmla="*/ 5924178 h 6231137"/>
              <a:gd name="connsiteX10" fmla="*/ 5792281 w 12207843"/>
              <a:gd name="connsiteY10" fmla="*/ 6231137 h 6231137"/>
              <a:gd name="connsiteX11" fmla="*/ 6064784 w 12207843"/>
              <a:gd name="connsiteY11" fmla="*/ 5908409 h 6231137"/>
              <a:gd name="connsiteX12" fmla="*/ 9191976 w 12207843"/>
              <a:gd name="connsiteY12" fmla="*/ 5911624 h 6231137"/>
              <a:gd name="connsiteX13" fmla="*/ 10100878 w 12207843"/>
              <a:gd name="connsiteY13" fmla="*/ 5914499 h 6231137"/>
              <a:gd name="connsiteX14" fmla="*/ 11020817 w 12207843"/>
              <a:gd name="connsiteY14" fmla="*/ 5922366 h 6231137"/>
              <a:gd name="connsiteX15" fmla="*/ 12178900 w 12207843"/>
              <a:gd name="connsiteY15" fmla="*/ 5921320 h 6231137"/>
              <a:gd name="connsiteX16" fmla="*/ 12157046 w 12207843"/>
              <a:gd name="connsiteY16" fmla="*/ 2621674 h 6231137"/>
              <a:gd name="connsiteX17" fmla="*/ 12147694 w 12207843"/>
              <a:gd name="connsiteY17" fmla="*/ 176313 h 6231137"/>
              <a:gd name="connsiteX18" fmla="*/ 11383127 w 12207843"/>
              <a:gd name="connsiteY18" fmla="*/ 107615 h 6231137"/>
              <a:gd name="connsiteX19" fmla="*/ 10352903 w 12207843"/>
              <a:gd name="connsiteY19" fmla="*/ 101059 h 6231137"/>
              <a:gd name="connsiteX20" fmla="*/ 7693468 w 12207843"/>
              <a:gd name="connsiteY20" fmla="*/ 75910 h 6231137"/>
              <a:gd name="connsiteX21" fmla="*/ 1986334 w 12207843"/>
              <a:gd name="connsiteY21" fmla="*/ 0 h 6231137"/>
              <a:gd name="connsiteX0" fmla="*/ 1973709 w 12195218"/>
              <a:gd name="connsiteY0" fmla="*/ 0 h 6231137"/>
              <a:gd name="connsiteX1" fmla="*/ 385628 w 12195218"/>
              <a:gd name="connsiteY1" fmla="*/ 10761 h 6231137"/>
              <a:gd name="connsiteX2" fmla="*/ 80965 w 12195218"/>
              <a:gd name="connsiteY2" fmla="*/ 47942 h 6231137"/>
              <a:gd name="connsiteX3" fmla="*/ 80965 w 12195218"/>
              <a:gd name="connsiteY3" fmla="*/ 909146 h 6231137"/>
              <a:gd name="connsiteX4" fmla="*/ 85562 w 12195218"/>
              <a:gd name="connsiteY4" fmla="*/ 909146 h 6231137"/>
              <a:gd name="connsiteX5" fmla="*/ 27442 w 12195218"/>
              <a:gd name="connsiteY5" fmla="*/ 4337852 h 6231137"/>
              <a:gd name="connsiteX6" fmla="*/ 63200 w 12195218"/>
              <a:gd name="connsiteY6" fmla="*/ 5941555 h 6231137"/>
              <a:gd name="connsiteX7" fmla="*/ 2670902 w 12195218"/>
              <a:gd name="connsiteY7" fmla="*/ 5929698 h 6231137"/>
              <a:gd name="connsiteX8" fmla="*/ 4324597 w 12195218"/>
              <a:gd name="connsiteY8" fmla="*/ 5908315 h 6231137"/>
              <a:gd name="connsiteX9" fmla="*/ 5295898 w 12195218"/>
              <a:gd name="connsiteY9" fmla="*/ 5924178 h 6231137"/>
              <a:gd name="connsiteX10" fmla="*/ 5779656 w 12195218"/>
              <a:gd name="connsiteY10" fmla="*/ 6231137 h 6231137"/>
              <a:gd name="connsiteX11" fmla="*/ 6052159 w 12195218"/>
              <a:gd name="connsiteY11" fmla="*/ 5908409 h 6231137"/>
              <a:gd name="connsiteX12" fmla="*/ 9179351 w 12195218"/>
              <a:gd name="connsiteY12" fmla="*/ 5911624 h 6231137"/>
              <a:gd name="connsiteX13" fmla="*/ 10088253 w 12195218"/>
              <a:gd name="connsiteY13" fmla="*/ 5914499 h 6231137"/>
              <a:gd name="connsiteX14" fmla="*/ 11008192 w 12195218"/>
              <a:gd name="connsiteY14" fmla="*/ 5922366 h 6231137"/>
              <a:gd name="connsiteX15" fmla="*/ 12166275 w 12195218"/>
              <a:gd name="connsiteY15" fmla="*/ 5921320 h 6231137"/>
              <a:gd name="connsiteX16" fmla="*/ 12144421 w 12195218"/>
              <a:gd name="connsiteY16" fmla="*/ 2621674 h 6231137"/>
              <a:gd name="connsiteX17" fmla="*/ 12135069 w 12195218"/>
              <a:gd name="connsiteY17" fmla="*/ 176313 h 6231137"/>
              <a:gd name="connsiteX18" fmla="*/ 11370502 w 12195218"/>
              <a:gd name="connsiteY18" fmla="*/ 107615 h 6231137"/>
              <a:gd name="connsiteX19" fmla="*/ 10340278 w 12195218"/>
              <a:gd name="connsiteY19" fmla="*/ 101059 h 6231137"/>
              <a:gd name="connsiteX20" fmla="*/ 7680843 w 12195218"/>
              <a:gd name="connsiteY20" fmla="*/ 75910 h 6231137"/>
              <a:gd name="connsiteX21" fmla="*/ 1973709 w 12195218"/>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92826 w 12202482"/>
              <a:gd name="connsiteY4" fmla="*/ 909146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21578 w 12202482"/>
              <a:gd name="connsiteY4" fmla="*/ 994830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42494 w 12256747"/>
              <a:gd name="connsiteY3" fmla="*/ 909146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4594 w 12256747"/>
              <a:gd name="connsiteY4" fmla="*/ 1176912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54471 w 12275980"/>
              <a:gd name="connsiteY0" fmla="*/ 0 h 6231137"/>
              <a:gd name="connsiteX1" fmla="*/ 466390 w 12275980"/>
              <a:gd name="connsiteY1" fmla="*/ 10761 h 6231137"/>
              <a:gd name="connsiteX2" fmla="*/ 19233 w 12275980"/>
              <a:gd name="connsiteY2" fmla="*/ 26521 h 6231137"/>
              <a:gd name="connsiteX3" fmla="*/ 19232 w 12275980"/>
              <a:gd name="connsiteY3" fmla="*/ 844885 h 6231137"/>
              <a:gd name="connsiteX4" fmla="*/ 76 w 12275980"/>
              <a:gd name="connsiteY4" fmla="*/ 1369703 h 6231137"/>
              <a:gd name="connsiteX5" fmla="*/ 84455 w 12275980"/>
              <a:gd name="connsiteY5" fmla="*/ 4530644 h 6231137"/>
              <a:gd name="connsiteX6" fmla="*/ 143962 w 12275980"/>
              <a:gd name="connsiteY6" fmla="*/ 5941555 h 6231137"/>
              <a:gd name="connsiteX7" fmla="*/ 2751664 w 12275980"/>
              <a:gd name="connsiteY7" fmla="*/ 5929698 h 6231137"/>
              <a:gd name="connsiteX8" fmla="*/ 4405359 w 12275980"/>
              <a:gd name="connsiteY8" fmla="*/ 5908315 h 6231137"/>
              <a:gd name="connsiteX9" fmla="*/ 5376660 w 12275980"/>
              <a:gd name="connsiteY9" fmla="*/ 5924178 h 6231137"/>
              <a:gd name="connsiteX10" fmla="*/ 5860418 w 12275980"/>
              <a:gd name="connsiteY10" fmla="*/ 6231137 h 6231137"/>
              <a:gd name="connsiteX11" fmla="*/ 6132921 w 12275980"/>
              <a:gd name="connsiteY11" fmla="*/ 5908409 h 6231137"/>
              <a:gd name="connsiteX12" fmla="*/ 9260113 w 12275980"/>
              <a:gd name="connsiteY12" fmla="*/ 5911624 h 6231137"/>
              <a:gd name="connsiteX13" fmla="*/ 10169015 w 12275980"/>
              <a:gd name="connsiteY13" fmla="*/ 5914499 h 6231137"/>
              <a:gd name="connsiteX14" fmla="*/ 11088954 w 12275980"/>
              <a:gd name="connsiteY14" fmla="*/ 5922366 h 6231137"/>
              <a:gd name="connsiteX15" fmla="*/ 12247037 w 12275980"/>
              <a:gd name="connsiteY15" fmla="*/ 5921320 h 6231137"/>
              <a:gd name="connsiteX16" fmla="*/ 12225183 w 12275980"/>
              <a:gd name="connsiteY16" fmla="*/ 2621674 h 6231137"/>
              <a:gd name="connsiteX17" fmla="*/ 12215831 w 12275980"/>
              <a:gd name="connsiteY17" fmla="*/ 176313 h 6231137"/>
              <a:gd name="connsiteX18" fmla="*/ 11451264 w 12275980"/>
              <a:gd name="connsiteY18" fmla="*/ 107615 h 6231137"/>
              <a:gd name="connsiteX19" fmla="*/ 10421040 w 12275980"/>
              <a:gd name="connsiteY19" fmla="*/ 101059 h 6231137"/>
              <a:gd name="connsiteX20" fmla="*/ 7761605 w 12275980"/>
              <a:gd name="connsiteY20" fmla="*/ 75910 h 6231137"/>
              <a:gd name="connsiteX21" fmla="*/ 2054471 w 1227598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161182 w 12293200"/>
              <a:gd name="connsiteY6" fmla="*/ 5941555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89932 w 12293200"/>
              <a:gd name="connsiteY6" fmla="*/ 5941557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88138"/>
              <a:gd name="connsiteY0" fmla="*/ 24998 h 6256135"/>
              <a:gd name="connsiteX1" fmla="*/ 483610 w 12288138"/>
              <a:gd name="connsiteY1" fmla="*/ 35759 h 6256135"/>
              <a:gd name="connsiteX2" fmla="*/ 36453 w 12288138"/>
              <a:gd name="connsiteY2" fmla="*/ 51519 h 6256135"/>
              <a:gd name="connsiteX3" fmla="*/ 36452 w 12288138"/>
              <a:gd name="connsiteY3" fmla="*/ 869883 h 6256135"/>
              <a:gd name="connsiteX4" fmla="*/ 17296 w 12288138"/>
              <a:gd name="connsiteY4" fmla="*/ 1394701 h 6256135"/>
              <a:gd name="connsiteX5" fmla="*/ 6679 w 12288138"/>
              <a:gd name="connsiteY5" fmla="*/ 4619906 h 6256135"/>
              <a:gd name="connsiteX6" fmla="*/ 89932 w 12288138"/>
              <a:gd name="connsiteY6" fmla="*/ 5966555 h 6256135"/>
              <a:gd name="connsiteX7" fmla="*/ 2768884 w 12288138"/>
              <a:gd name="connsiteY7" fmla="*/ 5954696 h 6256135"/>
              <a:gd name="connsiteX8" fmla="*/ 4422579 w 12288138"/>
              <a:gd name="connsiteY8" fmla="*/ 5933313 h 6256135"/>
              <a:gd name="connsiteX9" fmla="*/ 5393880 w 12288138"/>
              <a:gd name="connsiteY9" fmla="*/ 5949176 h 6256135"/>
              <a:gd name="connsiteX10" fmla="*/ 5877638 w 12288138"/>
              <a:gd name="connsiteY10" fmla="*/ 6256135 h 6256135"/>
              <a:gd name="connsiteX11" fmla="*/ 6150141 w 12288138"/>
              <a:gd name="connsiteY11" fmla="*/ 5933407 h 6256135"/>
              <a:gd name="connsiteX12" fmla="*/ 9277333 w 12288138"/>
              <a:gd name="connsiteY12" fmla="*/ 5936622 h 6256135"/>
              <a:gd name="connsiteX13" fmla="*/ 10186235 w 12288138"/>
              <a:gd name="connsiteY13" fmla="*/ 5939497 h 6256135"/>
              <a:gd name="connsiteX14" fmla="*/ 11106174 w 12288138"/>
              <a:gd name="connsiteY14" fmla="*/ 5947364 h 6256135"/>
              <a:gd name="connsiteX15" fmla="*/ 12264257 w 12288138"/>
              <a:gd name="connsiteY15" fmla="*/ 5946318 h 6256135"/>
              <a:gd name="connsiteX16" fmla="*/ 12242403 w 12288138"/>
              <a:gd name="connsiteY16" fmla="*/ 2646672 h 6256135"/>
              <a:gd name="connsiteX17" fmla="*/ 12233051 w 12288138"/>
              <a:gd name="connsiteY17" fmla="*/ 201311 h 6256135"/>
              <a:gd name="connsiteX18" fmla="*/ 11729726 w 12288138"/>
              <a:gd name="connsiteY18" fmla="*/ 132612 h 6256135"/>
              <a:gd name="connsiteX19" fmla="*/ 10438260 w 12288138"/>
              <a:gd name="connsiteY19" fmla="*/ 126057 h 6256135"/>
              <a:gd name="connsiteX20" fmla="*/ 7778825 w 12288138"/>
              <a:gd name="connsiteY20" fmla="*/ 100908 h 6256135"/>
              <a:gd name="connsiteX21" fmla="*/ 2071691 w 12288138"/>
              <a:gd name="connsiteY21" fmla="*/ 24998 h 6256135"/>
              <a:gd name="connsiteX0" fmla="*/ 2071691 w 12281699"/>
              <a:gd name="connsiteY0" fmla="*/ 0 h 6231137"/>
              <a:gd name="connsiteX1" fmla="*/ 483610 w 12281699"/>
              <a:gd name="connsiteY1" fmla="*/ 10761 h 6231137"/>
              <a:gd name="connsiteX2" fmla="*/ 36453 w 12281699"/>
              <a:gd name="connsiteY2" fmla="*/ 26521 h 6231137"/>
              <a:gd name="connsiteX3" fmla="*/ 36452 w 12281699"/>
              <a:gd name="connsiteY3" fmla="*/ 844885 h 6231137"/>
              <a:gd name="connsiteX4" fmla="*/ 17296 w 12281699"/>
              <a:gd name="connsiteY4" fmla="*/ 1369703 h 6231137"/>
              <a:gd name="connsiteX5" fmla="*/ 6679 w 12281699"/>
              <a:gd name="connsiteY5" fmla="*/ 4594908 h 6231137"/>
              <a:gd name="connsiteX6" fmla="*/ 89932 w 12281699"/>
              <a:gd name="connsiteY6" fmla="*/ 5941557 h 6231137"/>
              <a:gd name="connsiteX7" fmla="*/ 2768884 w 12281699"/>
              <a:gd name="connsiteY7" fmla="*/ 5929698 h 6231137"/>
              <a:gd name="connsiteX8" fmla="*/ 4422579 w 12281699"/>
              <a:gd name="connsiteY8" fmla="*/ 5908315 h 6231137"/>
              <a:gd name="connsiteX9" fmla="*/ 5393880 w 12281699"/>
              <a:gd name="connsiteY9" fmla="*/ 5924178 h 6231137"/>
              <a:gd name="connsiteX10" fmla="*/ 5877638 w 12281699"/>
              <a:gd name="connsiteY10" fmla="*/ 6231137 h 6231137"/>
              <a:gd name="connsiteX11" fmla="*/ 6150141 w 12281699"/>
              <a:gd name="connsiteY11" fmla="*/ 5908409 h 6231137"/>
              <a:gd name="connsiteX12" fmla="*/ 9277333 w 12281699"/>
              <a:gd name="connsiteY12" fmla="*/ 5911624 h 6231137"/>
              <a:gd name="connsiteX13" fmla="*/ 10186235 w 12281699"/>
              <a:gd name="connsiteY13" fmla="*/ 5914499 h 6231137"/>
              <a:gd name="connsiteX14" fmla="*/ 11106174 w 12281699"/>
              <a:gd name="connsiteY14" fmla="*/ 5922366 h 6231137"/>
              <a:gd name="connsiteX15" fmla="*/ 12264257 w 12281699"/>
              <a:gd name="connsiteY15" fmla="*/ 5921320 h 6231137"/>
              <a:gd name="connsiteX16" fmla="*/ 12242403 w 12281699"/>
              <a:gd name="connsiteY16" fmla="*/ 2621674 h 6231137"/>
              <a:gd name="connsiteX17" fmla="*/ 12233051 w 12281699"/>
              <a:gd name="connsiteY17" fmla="*/ 176313 h 6231137"/>
              <a:gd name="connsiteX18" fmla="*/ 11729726 w 12281699"/>
              <a:gd name="connsiteY18" fmla="*/ 107614 h 6231137"/>
              <a:gd name="connsiteX19" fmla="*/ 10438260 w 12281699"/>
              <a:gd name="connsiteY19" fmla="*/ 101059 h 6231137"/>
              <a:gd name="connsiteX20" fmla="*/ 7778825 w 12281699"/>
              <a:gd name="connsiteY20" fmla="*/ 75910 h 6231137"/>
              <a:gd name="connsiteX21" fmla="*/ 2071691 w 12281699"/>
              <a:gd name="connsiteY21" fmla="*/ 0 h 6231137"/>
              <a:gd name="connsiteX0" fmla="*/ 2071691 w 12281973"/>
              <a:gd name="connsiteY0" fmla="*/ 17107 h 6248244"/>
              <a:gd name="connsiteX1" fmla="*/ 483610 w 12281973"/>
              <a:gd name="connsiteY1" fmla="*/ 27868 h 6248244"/>
              <a:gd name="connsiteX2" fmla="*/ 36453 w 12281973"/>
              <a:gd name="connsiteY2" fmla="*/ 43628 h 6248244"/>
              <a:gd name="connsiteX3" fmla="*/ 36452 w 12281973"/>
              <a:gd name="connsiteY3" fmla="*/ 861992 h 6248244"/>
              <a:gd name="connsiteX4" fmla="*/ 17296 w 12281973"/>
              <a:gd name="connsiteY4" fmla="*/ 1386810 h 6248244"/>
              <a:gd name="connsiteX5" fmla="*/ 6679 w 12281973"/>
              <a:gd name="connsiteY5" fmla="*/ 4612015 h 6248244"/>
              <a:gd name="connsiteX6" fmla="*/ 89932 w 12281973"/>
              <a:gd name="connsiteY6" fmla="*/ 5958664 h 6248244"/>
              <a:gd name="connsiteX7" fmla="*/ 2768884 w 12281973"/>
              <a:gd name="connsiteY7" fmla="*/ 5946805 h 6248244"/>
              <a:gd name="connsiteX8" fmla="*/ 4422579 w 12281973"/>
              <a:gd name="connsiteY8" fmla="*/ 5925422 h 6248244"/>
              <a:gd name="connsiteX9" fmla="*/ 5393880 w 12281973"/>
              <a:gd name="connsiteY9" fmla="*/ 5941285 h 6248244"/>
              <a:gd name="connsiteX10" fmla="*/ 5877638 w 12281973"/>
              <a:gd name="connsiteY10" fmla="*/ 6248244 h 6248244"/>
              <a:gd name="connsiteX11" fmla="*/ 6150141 w 12281973"/>
              <a:gd name="connsiteY11" fmla="*/ 5925516 h 6248244"/>
              <a:gd name="connsiteX12" fmla="*/ 9277333 w 12281973"/>
              <a:gd name="connsiteY12" fmla="*/ 5928731 h 6248244"/>
              <a:gd name="connsiteX13" fmla="*/ 10186235 w 12281973"/>
              <a:gd name="connsiteY13" fmla="*/ 5931606 h 6248244"/>
              <a:gd name="connsiteX14" fmla="*/ 11106174 w 12281973"/>
              <a:gd name="connsiteY14" fmla="*/ 5939473 h 6248244"/>
              <a:gd name="connsiteX15" fmla="*/ 12264257 w 12281973"/>
              <a:gd name="connsiteY15" fmla="*/ 5938427 h 6248244"/>
              <a:gd name="connsiteX16" fmla="*/ 12242403 w 12281973"/>
              <a:gd name="connsiteY16" fmla="*/ 2638781 h 6248244"/>
              <a:gd name="connsiteX17" fmla="*/ 12233051 w 12281973"/>
              <a:gd name="connsiteY17" fmla="*/ 193420 h 6248244"/>
              <a:gd name="connsiteX18" fmla="*/ 11824723 w 12281973"/>
              <a:gd name="connsiteY18" fmla="*/ 146142 h 6248244"/>
              <a:gd name="connsiteX19" fmla="*/ 10438260 w 12281973"/>
              <a:gd name="connsiteY19" fmla="*/ 118166 h 6248244"/>
              <a:gd name="connsiteX20" fmla="*/ 7778825 w 12281973"/>
              <a:gd name="connsiteY20" fmla="*/ 93017 h 6248244"/>
              <a:gd name="connsiteX21" fmla="*/ 2071691 w 12281973"/>
              <a:gd name="connsiteY21" fmla="*/ 17107 h 6248244"/>
              <a:gd name="connsiteX0" fmla="*/ 2071691 w 12281973"/>
              <a:gd name="connsiteY0" fmla="*/ 19214 h 6250351"/>
              <a:gd name="connsiteX1" fmla="*/ 483610 w 12281973"/>
              <a:gd name="connsiteY1" fmla="*/ 29975 h 6250351"/>
              <a:gd name="connsiteX2" fmla="*/ 36453 w 12281973"/>
              <a:gd name="connsiteY2" fmla="*/ 45735 h 6250351"/>
              <a:gd name="connsiteX3" fmla="*/ 36452 w 12281973"/>
              <a:gd name="connsiteY3" fmla="*/ 864099 h 6250351"/>
              <a:gd name="connsiteX4" fmla="*/ 17296 w 12281973"/>
              <a:gd name="connsiteY4" fmla="*/ 1388917 h 6250351"/>
              <a:gd name="connsiteX5" fmla="*/ 6679 w 12281973"/>
              <a:gd name="connsiteY5" fmla="*/ 4614122 h 6250351"/>
              <a:gd name="connsiteX6" fmla="*/ 89932 w 12281973"/>
              <a:gd name="connsiteY6" fmla="*/ 5960771 h 6250351"/>
              <a:gd name="connsiteX7" fmla="*/ 2768884 w 12281973"/>
              <a:gd name="connsiteY7" fmla="*/ 5948912 h 6250351"/>
              <a:gd name="connsiteX8" fmla="*/ 4422579 w 12281973"/>
              <a:gd name="connsiteY8" fmla="*/ 5927529 h 6250351"/>
              <a:gd name="connsiteX9" fmla="*/ 5393880 w 12281973"/>
              <a:gd name="connsiteY9" fmla="*/ 5943392 h 6250351"/>
              <a:gd name="connsiteX10" fmla="*/ 5877638 w 12281973"/>
              <a:gd name="connsiteY10" fmla="*/ 6250351 h 6250351"/>
              <a:gd name="connsiteX11" fmla="*/ 6150141 w 12281973"/>
              <a:gd name="connsiteY11" fmla="*/ 5927623 h 6250351"/>
              <a:gd name="connsiteX12" fmla="*/ 9277333 w 12281973"/>
              <a:gd name="connsiteY12" fmla="*/ 5930838 h 6250351"/>
              <a:gd name="connsiteX13" fmla="*/ 10186235 w 12281973"/>
              <a:gd name="connsiteY13" fmla="*/ 5933713 h 6250351"/>
              <a:gd name="connsiteX14" fmla="*/ 11106174 w 12281973"/>
              <a:gd name="connsiteY14" fmla="*/ 5941580 h 6250351"/>
              <a:gd name="connsiteX15" fmla="*/ 12264257 w 12281973"/>
              <a:gd name="connsiteY15" fmla="*/ 5940534 h 6250351"/>
              <a:gd name="connsiteX16" fmla="*/ 12242403 w 12281973"/>
              <a:gd name="connsiteY16" fmla="*/ 2640888 h 6250351"/>
              <a:gd name="connsiteX17" fmla="*/ 12233051 w 12281973"/>
              <a:gd name="connsiteY17" fmla="*/ 195527 h 6250351"/>
              <a:gd name="connsiteX18" fmla="*/ 11824723 w 12281973"/>
              <a:gd name="connsiteY18" fmla="*/ 148249 h 6250351"/>
              <a:gd name="connsiteX19" fmla="*/ 10295765 w 12281973"/>
              <a:gd name="connsiteY19" fmla="*/ 141693 h 6250351"/>
              <a:gd name="connsiteX20" fmla="*/ 7778825 w 12281973"/>
              <a:gd name="connsiteY20" fmla="*/ 95124 h 6250351"/>
              <a:gd name="connsiteX21" fmla="*/ 2071691 w 12281973"/>
              <a:gd name="connsiteY21" fmla="*/ 19214 h 6250351"/>
              <a:gd name="connsiteX0" fmla="*/ 2071691 w 12322325"/>
              <a:gd name="connsiteY0" fmla="*/ 0 h 6231137"/>
              <a:gd name="connsiteX1" fmla="*/ 483610 w 12322325"/>
              <a:gd name="connsiteY1" fmla="*/ 10761 h 6231137"/>
              <a:gd name="connsiteX2" fmla="*/ 36453 w 12322325"/>
              <a:gd name="connsiteY2" fmla="*/ 26521 h 6231137"/>
              <a:gd name="connsiteX3" fmla="*/ 36452 w 12322325"/>
              <a:gd name="connsiteY3" fmla="*/ 844885 h 6231137"/>
              <a:gd name="connsiteX4" fmla="*/ 17296 w 12322325"/>
              <a:gd name="connsiteY4" fmla="*/ 1369703 h 6231137"/>
              <a:gd name="connsiteX5" fmla="*/ 6679 w 12322325"/>
              <a:gd name="connsiteY5" fmla="*/ 4594908 h 6231137"/>
              <a:gd name="connsiteX6" fmla="*/ 89932 w 12322325"/>
              <a:gd name="connsiteY6" fmla="*/ 5941557 h 6231137"/>
              <a:gd name="connsiteX7" fmla="*/ 2768884 w 12322325"/>
              <a:gd name="connsiteY7" fmla="*/ 5929698 h 6231137"/>
              <a:gd name="connsiteX8" fmla="*/ 4422579 w 12322325"/>
              <a:gd name="connsiteY8" fmla="*/ 5908315 h 6231137"/>
              <a:gd name="connsiteX9" fmla="*/ 5393880 w 12322325"/>
              <a:gd name="connsiteY9" fmla="*/ 5924178 h 6231137"/>
              <a:gd name="connsiteX10" fmla="*/ 5877638 w 12322325"/>
              <a:gd name="connsiteY10" fmla="*/ 6231137 h 6231137"/>
              <a:gd name="connsiteX11" fmla="*/ 6150141 w 12322325"/>
              <a:gd name="connsiteY11" fmla="*/ 5908409 h 6231137"/>
              <a:gd name="connsiteX12" fmla="*/ 9277333 w 12322325"/>
              <a:gd name="connsiteY12" fmla="*/ 5911624 h 6231137"/>
              <a:gd name="connsiteX13" fmla="*/ 10186235 w 12322325"/>
              <a:gd name="connsiteY13" fmla="*/ 5914499 h 6231137"/>
              <a:gd name="connsiteX14" fmla="*/ 11106174 w 12322325"/>
              <a:gd name="connsiteY14" fmla="*/ 5922366 h 6231137"/>
              <a:gd name="connsiteX15" fmla="*/ 12264257 w 12322325"/>
              <a:gd name="connsiteY15" fmla="*/ 5921320 h 6231137"/>
              <a:gd name="connsiteX16" fmla="*/ 12242403 w 12322325"/>
              <a:gd name="connsiteY16" fmla="*/ 2621674 h 6231137"/>
              <a:gd name="connsiteX17" fmla="*/ 12233051 w 12322325"/>
              <a:gd name="connsiteY17" fmla="*/ 176313 h 6231137"/>
              <a:gd name="connsiteX18" fmla="*/ 11824723 w 12322325"/>
              <a:gd name="connsiteY18" fmla="*/ 129035 h 6231137"/>
              <a:gd name="connsiteX19" fmla="*/ 10295765 w 12322325"/>
              <a:gd name="connsiteY19" fmla="*/ 122479 h 6231137"/>
              <a:gd name="connsiteX20" fmla="*/ 7778825 w 12322325"/>
              <a:gd name="connsiteY20" fmla="*/ 75910 h 6231137"/>
              <a:gd name="connsiteX21" fmla="*/ 2071691 w 12322325"/>
              <a:gd name="connsiteY21" fmla="*/ 0 h 6231137"/>
              <a:gd name="connsiteX0" fmla="*/ 2071691 w 12275492"/>
              <a:gd name="connsiteY0" fmla="*/ 0 h 6231137"/>
              <a:gd name="connsiteX1" fmla="*/ 483610 w 12275492"/>
              <a:gd name="connsiteY1" fmla="*/ 10761 h 6231137"/>
              <a:gd name="connsiteX2" fmla="*/ 36453 w 12275492"/>
              <a:gd name="connsiteY2" fmla="*/ 26521 h 6231137"/>
              <a:gd name="connsiteX3" fmla="*/ 36452 w 12275492"/>
              <a:gd name="connsiteY3" fmla="*/ 844885 h 6231137"/>
              <a:gd name="connsiteX4" fmla="*/ 17296 w 12275492"/>
              <a:gd name="connsiteY4" fmla="*/ 1369703 h 6231137"/>
              <a:gd name="connsiteX5" fmla="*/ 6679 w 12275492"/>
              <a:gd name="connsiteY5" fmla="*/ 4594908 h 6231137"/>
              <a:gd name="connsiteX6" fmla="*/ 89932 w 12275492"/>
              <a:gd name="connsiteY6" fmla="*/ 5941557 h 6231137"/>
              <a:gd name="connsiteX7" fmla="*/ 2768884 w 12275492"/>
              <a:gd name="connsiteY7" fmla="*/ 5929698 h 6231137"/>
              <a:gd name="connsiteX8" fmla="*/ 4422579 w 12275492"/>
              <a:gd name="connsiteY8" fmla="*/ 5908315 h 6231137"/>
              <a:gd name="connsiteX9" fmla="*/ 5393880 w 12275492"/>
              <a:gd name="connsiteY9" fmla="*/ 5924178 h 6231137"/>
              <a:gd name="connsiteX10" fmla="*/ 5877638 w 12275492"/>
              <a:gd name="connsiteY10" fmla="*/ 6231137 h 6231137"/>
              <a:gd name="connsiteX11" fmla="*/ 6150141 w 12275492"/>
              <a:gd name="connsiteY11" fmla="*/ 5908409 h 6231137"/>
              <a:gd name="connsiteX12" fmla="*/ 9277333 w 12275492"/>
              <a:gd name="connsiteY12" fmla="*/ 5911624 h 6231137"/>
              <a:gd name="connsiteX13" fmla="*/ 10186235 w 12275492"/>
              <a:gd name="connsiteY13" fmla="*/ 5914499 h 6231137"/>
              <a:gd name="connsiteX14" fmla="*/ 11106174 w 12275492"/>
              <a:gd name="connsiteY14" fmla="*/ 5922366 h 6231137"/>
              <a:gd name="connsiteX15" fmla="*/ 12264257 w 12275492"/>
              <a:gd name="connsiteY15" fmla="*/ 5921320 h 6231137"/>
              <a:gd name="connsiteX16" fmla="*/ 12242403 w 12275492"/>
              <a:gd name="connsiteY16" fmla="*/ 2621674 h 6231137"/>
              <a:gd name="connsiteX17" fmla="*/ 12233051 w 12275492"/>
              <a:gd name="connsiteY17" fmla="*/ 176313 h 6231137"/>
              <a:gd name="connsiteX18" fmla="*/ 11824723 w 12275492"/>
              <a:gd name="connsiteY18" fmla="*/ 129035 h 6231137"/>
              <a:gd name="connsiteX19" fmla="*/ 10295765 w 12275492"/>
              <a:gd name="connsiteY19" fmla="*/ 122479 h 6231137"/>
              <a:gd name="connsiteX20" fmla="*/ 7778825 w 12275492"/>
              <a:gd name="connsiteY20" fmla="*/ 75910 h 6231137"/>
              <a:gd name="connsiteX21" fmla="*/ 2071691 w 12275492"/>
              <a:gd name="connsiteY21" fmla="*/ 0 h 6231137"/>
              <a:gd name="connsiteX0" fmla="*/ 2071691 w 12313887"/>
              <a:gd name="connsiteY0" fmla="*/ 20004 h 6251141"/>
              <a:gd name="connsiteX1" fmla="*/ 483610 w 12313887"/>
              <a:gd name="connsiteY1" fmla="*/ 30765 h 6251141"/>
              <a:gd name="connsiteX2" fmla="*/ 36453 w 12313887"/>
              <a:gd name="connsiteY2" fmla="*/ 46525 h 6251141"/>
              <a:gd name="connsiteX3" fmla="*/ 36452 w 12313887"/>
              <a:gd name="connsiteY3" fmla="*/ 864889 h 6251141"/>
              <a:gd name="connsiteX4" fmla="*/ 17296 w 12313887"/>
              <a:gd name="connsiteY4" fmla="*/ 1389707 h 6251141"/>
              <a:gd name="connsiteX5" fmla="*/ 6679 w 12313887"/>
              <a:gd name="connsiteY5" fmla="*/ 4614912 h 6251141"/>
              <a:gd name="connsiteX6" fmla="*/ 89932 w 12313887"/>
              <a:gd name="connsiteY6" fmla="*/ 5961561 h 6251141"/>
              <a:gd name="connsiteX7" fmla="*/ 2768884 w 12313887"/>
              <a:gd name="connsiteY7" fmla="*/ 5949702 h 6251141"/>
              <a:gd name="connsiteX8" fmla="*/ 4422579 w 12313887"/>
              <a:gd name="connsiteY8" fmla="*/ 5928319 h 6251141"/>
              <a:gd name="connsiteX9" fmla="*/ 5393880 w 12313887"/>
              <a:gd name="connsiteY9" fmla="*/ 5944182 h 6251141"/>
              <a:gd name="connsiteX10" fmla="*/ 5877638 w 12313887"/>
              <a:gd name="connsiteY10" fmla="*/ 6251141 h 6251141"/>
              <a:gd name="connsiteX11" fmla="*/ 6150141 w 12313887"/>
              <a:gd name="connsiteY11" fmla="*/ 5928413 h 6251141"/>
              <a:gd name="connsiteX12" fmla="*/ 9277333 w 12313887"/>
              <a:gd name="connsiteY12" fmla="*/ 5931628 h 6251141"/>
              <a:gd name="connsiteX13" fmla="*/ 10186235 w 12313887"/>
              <a:gd name="connsiteY13" fmla="*/ 5934503 h 6251141"/>
              <a:gd name="connsiteX14" fmla="*/ 11106174 w 12313887"/>
              <a:gd name="connsiteY14" fmla="*/ 5942370 h 6251141"/>
              <a:gd name="connsiteX15" fmla="*/ 12264257 w 12313887"/>
              <a:gd name="connsiteY15" fmla="*/ 5941324 h 6251141"/>
              <a:gd name="connsiteX16" fmla="*/ 12289901 w 12313887"/>
              <a:gd name="connsiteY16" fmla="*/ 2652389 h 6251141"/>
              <a:gd name="connsiteX17" fmla="*/ 12233051 w 12313887"/>
              <a:gd name="connsiteY17" fmla="*/ 196317 h 6251141"/>
              <a:gd name="connsiteX18" fmla="*/ 11824723 w 12313887"/>
              <a:gd name="connsiteY18" fmla="*/ 149039 h 6251141"/>
              <a:gd name="connsiteX19" fmla="*/ 10295765 w 12313887"/>
              <a:gd name="connsiteY19" fmla="*/ 142483 h 6251141"/>
              <a:gd name="connsiteX20" fmla="*/ 7778825 w 12313887"/>
              <a:gd name="connsiteY20" fmla="*/ 95914 h 6251141"/>
              <a:gd name="connsiteX21" fmla="*/ 2071691 w 12313887"/>
              <a:gd name="connsiteY21" fmla="*/ 20004 h 6251141"/>
              <a:gd name="connsiteX0" fmla="*/ 2071691 w 12332516"/>
              <a:gd name="connsiteY0" fmla="*/ 20004 h 6251141"/>
              <a:gd name="connsiteX1" fmla="*/ 483610 w 12332516"/>
              <a:gd name="connsiteY1" fmla="*/ 30765 h 6251141"/>
              <a:gd name="connsiteX2" fmla="*/ 36453 w 12332516"/>
              <a:gd name="connsiteY2" fmla="*/ 46525 h 6251141"/>
              <a:gd name="connsiteX3" fmla="*/ 36452 w 12332516"/>
              <a:gd name="connsiteY3" fmla="*/ 864889 h 6251141"/>
              <a:gd name="connsiteX4" fmla="*/ 17296 w 12332516"/>
              <a:gd name="connsiteY4" fmla="*/ 1389707 h 6251141"/>
              <a:gd name="connsiteX5" fmla="*/ 6679 w 12332516"/>
              <a:gd name="connsiteY5" fmla="*/ 4614912 h 6251141"/>
              <a:gd name="connsiteX6" fmla="*/ 89932 w 12332516"/>
              <a:gd name="connsiteY6" fmla="*/ 5961561 h 6251141"/>
              <a:gd name="connsiteX7" fmla="*/ 2768884 w 12332516"/>
              <a:gd name="connsiteY7" fmla="*/ 5949702 h 6251141"/>
              <a:gd name="connsiteX8" fmla="*/ 4422579 w 12332516"/>
              <a:gd name="connsiteY8" fmla="*/ 5928319 h 6251141"/>
              <a:gd name="connsiteX9" fmla="*/ 5393880 w 12332516"/>
              <a:gd name="connsiteY9" fmla="*/ 5944182 h 6251141"/>
              <a:gd name="connsiteX10" fmla="*/ 5877638 w 12332516"/>
              <a:gd name="connsiteY10" fmla="*/ 6251141 h 6251141"/>
              <a:gd name="connsiteX11" fmla="*/ 6150141 w 12332516"/>
              <a:gd name="connsiteY11" fmla="*/ 5928413 h 6251141"/>
              <a:gd name="connsiteX12" fmla="*/ 9277333 w 12332516"/>
              <a:gd name="connsiteY12" fmla="*/ 5931628 h 6251141"/>
              <a:gd name="connsiteX13" fmla="*/ 10186235 w 12332516"/>
              <a:gd name="connsiteY13" fmla="*/ 5934503 h 6251141"/>
              <a:gd name="connsiteX14" fmla="*/ 11106174 w 12332516"/>
              <a:gd name="connsiteY14" fmla="*/ 5942370 h 6251141"/>
              <a:gd name="connsiteX15" fmla="*/ 12264257 w 12332516"/>
              <a:gd name="connsiteY15" fmla="*/ 5941324 h 6251141"/>
              <a:gd name="connsiteX16" fmla="*/ 12289901 w 12332516"/>
              <a:gd name="connsiteY16" fmla="*/ 2652389 h 6251141"/>
              <a:gd name="connsiteX17" fmla="*/ 12280552 w 12332516"/>
              <a:gd name="connsiteY17" fmla="*/ 196317 h 6251141"/>
              <a:gd name="connsiteX18" fmla="*/ 11824723 w 12332516"/>
              <a:gd name="connsiteY18" fmla="*/ 149039 h 6251141"/>
              <a:gd name="connsiteX19" fmla="*/ 10295765 w 12332516"/>
              <a:gd name="connsiteY19" fmla="*/ 142483 h 6251141"/>
              <a:gd name="connsiteX20" fmla="*/ 7778825 w 12332516"/>
              <a:gd name="connsiteY20" fmla="*/ 95914 h 6251141"/>
              <a:gd name="connsiteX21" fmla="*/ 2071691 w 12332516"/>
              <a:gd name="connsiteY21" fmla="*/ 20004 h 6251141"/>
              <a:gd name="connsiteX0" fmla="*/ 2071691 w 12322347"/>
              <a:gd name="connsiteY0" fmla="*/ 0 h 6231137"/>
              <a:gd name="connsiteX1" fmla="*/ 483610 w 12322347"/>
              <a:gd name="connsiteY1" fmla="*/ 10761 h 6231137"/>
              <a:gd name="connsiteX2" fmla="*/ 36453 w 12322347"/>
              <a:gd name="connsiteY2" fmla="*/ 2652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483610 w 12322347"/>
              <a:gd name="connsiteY1" fmla="*/ 10761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578608 w 12322347"/>
              <a:gd name="connsiteY1" fmla="*/ 42448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261685 w 12322347"/>
              <a:gd name="connsiteY0" fmla="*/ 10365 h 6188689"/>
              <a:gd name="connsiteX1" fmla="*/ 578608 w 12322347"/>
              <a:gd name="connsiteY1" fmla="*/ 0 h 6188689"/>
              <a:gd name="connsiteX2" fmla="*/ 36453 w 12322347"/>
              <a:gd name="connsiteY2" fmla="*/ 26323 h 6188689"/>
              <a:gd name="connsiteX3" fmla="*/ 36452 w 12322347"/>
              <a:gd name="connsiteY3" fmla="*/ 802437 h 6188689"/>
              <a:gd name="connsiteX4" fmla="*/ 17296 w 12322347"/>
              <a:gd name="connsiteY4" fmla="*/ 1327255 h 6188689"/>
              <a:gd name="connsiteX5" fmla="*/ 6679 w 12322347"/>
              <a:gd name="connsiteY5" fmla="*/ 4552460 h 6188689"/>
              <a:gd name="connsiteX6" fmla="*/ 89932 w 12322347"/>
              <a:gd name="connsiteY6" fmla="*/ 5899109 h 6188689"/>
              <a:gd name="connsiteX7" fmla="*/ 2768884 w 12322347"/>
              <a:gd name="connsiteY7" fmla="*/ 5887250 h 6188689"/>
              <a:gd name="connsiteX8" fmla="*/ 4422579 w 12322347"/>
              <a:gd name="connsiteY8" fmla="*/ 5865867 h 6188689"/>
              <a:gd name="connsiteX9" fmla="*/ 5393880 w 12322347"/>
              <a:gd name="connsiteY9" fmla="*/ 5881730 h 6188689"/>
              <a:gd name="connsiteX10" fmla="*/ 5877638 w 12322347"/>
              <a:gd name="connsiteY10" fmla="*/ 6188689 h 6188689"/>
              <a:gd name="connsiteX11" fmla="*/ 6150141 w 12322347"/>
              <a:gd name="connsiteY11" fmla="*/ 5865961 h 6188689"/>
              <a:gd name="connsiteX12" fmla="*/ 9277333 w 12322347"/>
              <a:gd name="connsiteY12" fmla="*/ 5869176 h 6188689"/>
              <a:gd name="connsiteX13" fmla="*/ 10186235 w 12322347"/>
              <a:gd name="connsiteY13" fmla="*/ 5872051 h 6188689"/>
              <a:gd name="connsiteX14" fmla="*/ 11106174 w 12322347"/>
              <a:gd name="connsiteY14" fmla="*/ 5879918 h 6188689"/>
              <a:gd name="connsiteX15" fmla="*/ 12264257 w 12322347"/>
              <a:gd name="connsiteY15" fmla="*/ 5878872 h 6188689"/>
              <a:gd name="connsiteX16" fmla="*/ 12289901 w 12322347"/>
              <a:gd name="connsiteY16" fmla="*/ 2589937 h 6188689"/>
              <a:gd name="connsiteX17" fmla="*/ 12280552 w 12322347"/>
              <a:gd name="connsiteY17" fmla="*/ 133865 h 6188689"/>
              <a:gd name="connsiteX18" fmla="*/ 11824723 w 12322347"/>
              <a:gd name="connsiteY18" fmla="*/ 86587 h 6188689"/>
              <a:gd name="connsiteX19" fmla="*/ 10295765 w 12322347"/>
              <a:gd name="connsiteY19" fmla="*/ 80031 h 6188689"/>
              <a:gd name="connsiteX20" fmla="*/ 7778825 w 12322347"/>
              <a:gd name="connsiteY20" fmla="*/ 33462 h 6188689"/>
              <a:gd name="connsiteX21" fmla="*/ 2261685 w 12322347"/>
              <a:gd name="connsiteY21" fmla="*/ 10365 h 6188689"/>
              <a:gd name="connsiteX0" fmla="*/ 2261685 w 12322347"/>
              <a:gd name="connsiteY0" fmla="*/ 0 h 6178324"/>
              <a:gd name="connsiteX1" fmla="*/ 816102 w 12322347"/>
              <a:gd name="connsiteY1" fmla="*/ 10760 h 6178324"/>
              <a:gd name="connsiteX2" fmla="*/ 36453 w 12322347"/>
              <a:gd name="connsiteY2" fmla="*/ 15958 h 6178324"/>
              <a:gd name="connsiteX3" fmla="*/ 36452 w 12322347"/>
              <a:gd name="connsiteY3" fmla="*/ 792072 h 6178324"/>
              <a:gd name="connsiteX4" fmla="*/ 17296 w 12322347"/>
              <a:gd name="connsiteY4" fmla="*/ 1316890 h 6178324"/>
              <a:gd name="connsiteX5" fmla="*/ 6679 w 12322347"/>
              <a:gd name="connsiteY5" fmla="*/ 4542095 h 6178324"/>
              <a:gd name="connsiteX6" fmla="*/ 89932 w 12322347"/>
              <a:gd name="connsiteY6" fmla="*/ 5888744 h 6178324"/>
              <a:gd name="connsiteX7" fmla="*/ 2768884 w 12322347"/>
              <a:gd name="connsiteY7" fmla="*/ 5876885 h 6178324"/>
              <a:gd name="connsiteX8" fmla="*/ 4422579 w 12322347"/>
              <a:gd name="connsiteY8" fmla="*/ 5855502 h 6178324"/>
              <a:gd name="connsiteX9" fmla="*/ 5393880 w 12322347"/>
              <a:gd name="connsiteY9" fmla="*/ 5871365 h 6178324"/>
              <a:gd name="connsiteX10" fmla="*/ 5877638 w 12322347"/>
              <a:gd name="connsiteY10" fmla="*/ 6178324 h 6178324"/>
              <a:gd name="connsiteX11" fmla="*/ 6150141 w 12322347"/>
              <a:gd name="connsiteY11" fmla="*/ 5855596 h 6178324"/>
              <a:gd name="connsiteX12" fmla="*/ 9277333 w 12322347"/>
              <a:gd name="connsiteY12" fmla="*/ 5858811 h 6178324"/>
              <a:gd name="connsiteX13" fmla="*/ 10186235 w 12322347"/>
              <a:gd name="connsiteY13" fmla="*/ 5861686 h 6178324"/>
              <a:gd name="connsiteX14" fmla="*/ 11106174 w 12322347"/>
              <a:gd name="connsiteY14" fmla="*/ 5869553 h 6178324"/>
              <a:gd name="connsiteX15" fmla="*/ 12264257 w 12322347"/>
              <a:gd name="connsiteY15" fmla="*/ 5868507 h 6178324"/>
              <a:gd name="connsiteX16" fmla="*/ 12289901 w 12322347"/>
              <a:gd name="connsiteY16" fmla="*/ 2579572 h 6178324"/>
              <a:gd name="connsiteX17" fmla="*/ 12280552 w 12322347"/>
              <a:gd name="connsiteY17" fmla="*/ 123500 h 6178324"/>
              <a:gd name="connsiteX18" fmla="*/ 11824723 w 12322347"/>
              <a:gd name="connsiteY18" fmla="*/ 76222 h 6178324"/>
              <a:gd name="connsiteX19" fmla="*/ 10295765 w 12322347"/>
              <a:gd name="connsiteY19" fmla="*/ 69666 h 6178324"/>
              <a:gd name="connsiteX20" fmla="*/ 7778825 w 12322347"/>
              <a:gd name="connsiteY20" fmla="*/ 23097 h 6178324"/>
              <a:gd name="connsiteX21" fmla="*/ 2261685 w 12322347"/>
              <a:gd name="connsiteY21" fmla="*/ 0 h 617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322347" h="6178324">
                <a:moveTo>
                  <a:pt x="2261685" y="0"/>
                </a:moveTo>
                <a:lnTo>
                  <a:pt x="816102" y="10760"/>
                </a:lnTo>
                <a:lnTo>
                  <a:pt x="36453" y="15958"/>
                </a:lnTo>
                <a:cubicBezTo>
                  <a:pt x="36453" y="288746"/>
                  <a:pt x="36452" y="519284"/>
                  <a:pt x="36452" y="792072"/>
                </a:cubicBezTo>
                <a:cubicBezTo>
                  <a:pt x="37984" y="902748"/>
                  <a:pt x="15764" y="1206214"/>
                  <a:pt x="17296" y="1316890"/>
                </a:cubicBezTo>
                <a:cubicBezTo>
                  <a:pt x="32125" y="1752674"/>
                  <a:pt x="-17301" y="3705146"/>
                  <a:pt x="6679" y="4542095"/>
                </a:cubicBezTo>
                <a:cubicBezTo>
                  <a:pt x="46570" y="5225386"/>
                  <a:pt x="-51265" y="5916324"/>
                  <a:pt x="89932" y="5888744"/>
                </a:cubicBezTo>
                <a:cubicBezTo>
                  <a:pt x="879263" y="5903089"/>
                  <a:pt x="1955065" y="5877266"/>
                  <a:pt x="2768884" y="5876885"/>
                </a:cubicBezTo>
                <a:lnTo>
                  <a:pt x="4422579" y="5855502"/>
                </a:lnTo>
                <a:lnTo>
                  <a:pt x="5393880" y="5871365"/>
                </a:lnTo>
                <a:cubicBezTo>
                  <a:pt x="5664089" y="6007274"/>
                  <a:pt x="5704024" y="6065354"/>
                  <a:pt x="5877638" y="6178324"/>
                </a:cubicBezTo>
                <a:cubicBezTo>
                  <a:pt x="5954187" y="6102215"/>
                  <a:pt x="6049125" y="5996227"/>
                  <a:pt x="6150141" y="5855596"/>
                </a:cubicBezTo>
                <a:cubicBezTo>
                  <a:pt x="6237130" y="5852856"/>
                  <a:pt x="8916121" y="5865726"/>
                  <a:pt x="9277333" y="5858811"/>
                </a:cubicBezTo>
                <a:lnTo>
                  <a:pt x="10186235" y="5861686"/>
                </a:lnTo>
                <a:lnTo>
                  <a:pt x="11106174" y="5869553"/>
                </a:lnTo>
                <a:cubicBezTo>
                  <a:pt x="11463837" y="5859889"/>
                  <a:pt x="12237326" y="5912260"/>
                  <a:pt x="12264257" y="5868507"/>
                </a:cubicBezTo>
                <a:cubicBezTo>
                  <a:pt x="12302700" y="5662987"/>
                  <a:pt x="12276557" y="4364873"/>
                  <a:pt x="12289901" y="2579572"/>
                </a:cubicBezTo>
                <a:cubicBezTo>
                  <a:pt x="12338262" y="1498304"/>
                  <a:pt x="12330432" y="544926"/>
                  <a:pt x="12280552" y="123500"/>
                </a:cubicBezTo>
                <a:cubicBezTo>
                  <a:pt x="12274271" y="70433"/>
                  <a:pt x="12155521" y="85194"/>
                  <a:pt x="11824723" y="76222"/>
                </a:cubicBezTo>
                <a:cubicBezTo>
                  <a:pt x="11493925" y="67250"/>
                  <a:pt x="10495817" y="85585"/>
                  <a:pt x="10295765" y="69666"/>
                </a:cubicBezTo>
                <a:lnTo>
                  <a:pt x="7778825" y="23097"/>
                </a:lnTo>
                <a:lnTo>
                  <a:pt x="2261685" y="0"/>
                </a:lnTo>
                <a:close/>
              </a:path>
            </a:pathLst>
          </a:custGeom>
          <a:solidFill>
            <a:schemeClr val="bg1"/>
          </a:solidFill>
          <a:ln w="19050"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848527" y="604801"/>
            <a:ext cx="5556425" cy="1531089"/>
          </a:xfrm>
        </p:spPr>
        <p:txBody>
          <a:bodyPr>
            <a:normAutofit/>
          </a:bodyPr>
          <a:lstStyle/>
          <a:p>
            <a:pPr algn="ctr"/>
            <a:r>
              <a:rPr lang="en-AU" dirty="0"/>
              <a:t>Embedding Quotes</a:t>
            </a:r>
            <a:endParaRPr lang="en-US" dirty="0"/>
          </a:p>
        </p:txBody>
      </p:sp>
      <p:sp>
        <p:nvSpPr>
          <p:cNvPr id="3" name="Content Placeholder 2"/>
          <p:cNvSpPr>
            <a:spLocks noGrp="1"/>
          </p:cNvSpPr>
          <p:nvPr>
            <p:ph idx="1"/>
          </p:nvPr>
        </p:nvSpPr>
        <p:spPr>
          <a:xfrm>
            <a:off x="1025057" y="2311400"/>
            <a:ext cx="5218487" cy="3652212"/>
          </a:xfrm>
        </p:spPr>
        <p:txBody>
          <a:bodyPr>
            <a:normAutofit lnSpcReduction="10000"/>
          </a:bodyPr>
          <a:lstStyle/>
          <a:p>
            <a:pPr algn="ctr"/>
            <a:r>
              <a:rPr lang="en-AU" sz="4400" b="1" dirty="0"/>
              <a:t>Embed</a:t>
            </a:r>
            <a:r>
              <a:rPr lang="en-AU" sz="4400" dirty="0"/>
              <a:t>: </a:t>
            </a:r>
          </a:p>
          <a:p>
            <a:pPr algn="ctr"/>
            <a:r>
              <a:rPr lang="en-AU" sz="4400" b="0" dirty="0"/>
              <a:t>to</a:t>
            </a:r>
            <a:r>
              <a:rPr lang="en-AU" sz="4400" dirty="0"/>
              <a:t> </a:t>
            </a:r>
            <a:r>
              <a:rPr lang="en-AU" sz="4400" b="0" dirty="0"/>
              <a:t>place something or be placed solidly;</a:t>
            </a:r>
          </a:p>
          <a:p>
            <a:pPr algn="ctr"/>
            <a:r>
              <a:rPr lang="en-AU" sz="4400" b="0" dirty="0"/>
              <a:t> to fix something or become fixed in a surrounding mass.</a:t>
            </a:r>
          </a:p>
          <a:p>
            <a:pPr algn="ct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b="11778"/>
          <a:stretch/>
        </p:blipFill>
        <p:spPr>
          <a:xfrm>
            <a:off x="7533555" y="2099359"/>
            <a:ext cx="4110419" cy="2659282"/>
          </a:xfrm>
          <a:prstGeom prst="rect">
            <a:avLst/>
          </a:prstGeom>
        </p:spPr>
      </p:pic>
      <p:sp>
        <p:nvSpPr>
          <p:cNvPr id="13" name="Freeform: Shape 12">
            <a:extLst>
              <a:ext uri="{FF2B5EF4-FFF2-40B4-BE49-F238E27FC236}">
                <a16:creationId xmlns:a16="http://schemas.microsoft.com/office/drawing/2014/main" id="{C535A640-1948-4AFD-A0B7-19AFDA955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806735" y="-157114"/>
            <a:ext cx="6053827" cy="6948641"/>
          </a:xfrm>
          <a:custGeom>
            <a:avLst/>
            <a:gdLst>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34742 w 11603130"/>
              <a:gd name="connsiteY11" fmla="*/ 5912754 h 6362961"/>
              <a:gd name="connsiteX12" fmla="*/ 8343333 w 11603130"/>
              <a:gd name="connsiteY12" fmla="*/ 6362961 h 6362961"/>
              <a:gd name="connsiteX13" fmla="*/ 8951337 w 11603130"/>
              <a:gd name="connsiteY13" fmla="*/ 5912879 h 6362961"/>
              <a:gd name="connsiteX14" fmla="*/ 9710371 w 11603130"/>
              <a:gd name="connsiteY14" fmla="*/ 5911624 h 6362961"/>
              <a:gd name="connsiteX15" fmla="*/ 9804791 w 11603130"/>
              <a:gd name="connsiteY15" fmla="*/ 5908320 h 6362961"/>
              <a:gd name="connsiteX16" fmla="*/ 9863784 w 11603130"/>
              <a:gd name="connsiteY16" fmla="*/ 5909115 h 6362961"/>
              <a:gd name="connsiteX17" fmla="*/ 10007288 w 11603130"/>
              <a:gd name="connsiteY17" fmla="*/ 5914499 h 6362961"/>
              <a:gd name="connsiteX18" fmla="*/ 10927227 w 11603130"/>
              <a:gd name="connsiteY18" fmla="*/ 5922366 h 6362961"/>
              <a:gd name="connsiteX19" fmla="*/ 11562333 w 11603130"/>
              <a:gd name="connsiteY19" fmla="*/ 5906085 h 6362961"/>
              <a:gd name="connsiteX20" fmla="*/ 11571244 w 11603130"/>
              <a:gd name="connsiteY20" fmla="*/ 2621674 h 6362961"/>
              <a:gd name="connsiteX21" fmla="*/ 11561892 w 11603130"/>
              <a:gd name="connsiteY21" fmla="*/ 176313 h 6362961"/>
              <a:gd name="connsiteX22" fmla="*/ 11289537 w 11603130"/>
              <a:gd name="connsiteY22" fmla="*/ 107615 h 6362961"/>
              <a:gd name="connsiteX23" fmla="*/ 10689999 w 11603130"/>
              <a:gd name="connsiteY23" fmla="*/ 70591 h 6362961"/>
              <a:gd name="connsiteX24" fmla="*/ 7599878 w 11603130"/>
              <a:gd name="connsiteY24" fmla="*/ 7591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168400 w 11603130"/>
              <a:gd name="connsiteY10" fmla="*/ 5914173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8143603 w 11603130"/>
              <a:gd name="connsiteY9" fmla="*/ 5913030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5623915 w 11603130"/>
              <a:gd name="connsiteY8" fmla="*/ 5947064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6347077 w 11603130"/>
              <a:gd name="connsiteY9" fmla="*/ 5954091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8444794 w 11603130"/>
              <a:gd name="connsiteY10" fmla="*/ 5914172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62961"/>
              <a:gd name="connsiteX1" fmla="*/ 304663 w 11603130"/>
              <a:gd name="connsiteY1" fmla="*/ 10761 h 6362961"/>
              <a:gd name="connsiteX2" fmla="*/ 0 w 11603130"/>
              <a:gd name="connsiteY2" fmla="*/ 47942 h 6362961"/>
              <a:gd name="connsiteX3" fmla="*/ 0 w 11603130"/>
              <a:gd name="connsiteY3" fmla="*/ 909146 h 6362961"/>
              <a:gd name="connsiteX4" fmla="*/ 4597 w 11603130"/>
              <a:gd name="connsiteY4" fmla="*/ 909146 h 6362961"/>
              <a:gd name="connsiteX5" fmla="*/ 8568 w 11603130"/>
              <a:gd name="connsiteY5" fmla="*/ 1088908 h 6362961"/>
              <a:gd name="connsiteX6" fmla="*/ 88972 w 11603130"/>
              <a:gd name="connsiteY6" fmla="*/ 3523848 h 6362961"/>
              <a:gd name="connsiteX7" fmla="*/ 148480 w 11603130"/>
              <a:gd name="connsiteY7" fmla="*/ 5930841 h 6362961"/>
              <a:gd name="connsiteX8" fmla="*/ 2638911 w 11603130"/>
              <a:gd name="connsiteY8" fmla="*/ 5933377 h 6362961"/>
              <a:gd name="connsiteX9" fmla="*/ 4080684 w 11603130"/>
              <a:gd name="connsiteY9" fmla="*/ 5926717 h 6362961"/>
              <a:gd name="connsiteX10" fmla="*/ 5045206 w 11603130"/>
              <a:gd name="connsiteY10" fmla="*/ 5927859 h 6362961"/>
              <a:gd name="connsiteX11" fmla="*/ 8343333 w 11603130"/>
              <a:gd name="connsiteY11" fmla="*/ 6362961 h 6362961"/>
              <a:gd name="connsiteX12" fmla="*/ 8951337 w 11603130"/>
              <a:gd name="connsiteY12" fmla="*/ 5912879 h 6362961"/>
              <a:gd name="connsiteX13" fmla="*/ 9710371 w 11603130"/>
              <a:gd name="connsiteY13" fmla="*/ 5911624 h 6362961"/>
              <a:gd name="connsiteX14" fmla="*/ 9804791 w 11603130"/>
              <a:gd name="connsiteY14" fmla="*/ 5908320 h 6362961"/>
              <a:gd name="connsiteX15" fmla="*/ 9863784 w 11603130"/>
              <a:gd name="connsiteY15" fmla="*/ 5909115 h 6362961"/>
              <a:gd name="connsiteX16" fmla="*/ 10007288 w 11603130"/>
              <a:gd name="connsiteY16" fmla="*/ 5914499 h 6362961"/>
              <a:gd name="connsiteX17" fmla="*/ 10927227 w 11603130"/>
              <a:gd name="connsiteY17" fmla="*/ 5922366 h 6362961"/>
              <a:gd name="connsiteX18" fmla="*/ 11562333 w 11603130"/>
              <a:gd name="connsiteY18" fmla="*/ 5906085 h 6362961"/>
              <a:gd name="connsiteX19" fmla="*/ 11571244 w 11603130"/>
              <a:gd name="connsiteY19" fmla="*/ 2621674 h 6362961"/>
              <a:gd name="connsiteX20" fmla="*/ 11561892 w 11603130"/>
              <a:gd name="connsiteY20" fmla="*/ 176313 h 6362961"/>
              <a:gd name="connsiteX21" fmla="*/ 11289537 w 11603130"/>
              <a:gd name="connsiteY21" fmla="*/ 107615 h 6362961"/>
              <a:gd name="connsiteX22" fmla="*/ 10689999 w 11603130"/>
              <a:gd name="connsiteY22" fmla="*/ 70591 h 6362961"/>
              <a:gd name="connsiteX23" fmla="*/ 7599878 w 11603130"/>
              <a:gd name="connsiteY23" fmla="*/ 75910 h 6362961"/>
              <a:gd name="connsiteX24" fmla="*/ 1892744 w 11603130"/>
              <a:gd name="connsiteY24" fmla="*/ 0 h 6362961"/>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8951337 w 11603130"/>
              <a:gd name="connsiteY12" fmla="*/ 5912879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42722 w 11603130"/>
              <a:gd name="connsiteY12" fmla="*/ 5885506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9863784 w 11603130"/>
              <a:gd name="connsiteY15" fmla="*/ 5909115 h 6335587"/>
              <a:gd name="connsiteX16" fmla="*/ 10007288 w 11603130"/>
              <a:gd name="connsiteY16" fmla="*/ 5914499 h 6335587"/>
              <a:gd name="connsiteX17" fmla="*/ 10927227 w 11603130"/>
              <a:gd name="connsiteY17" fmla="*/ 5922366 h 6335587"/>
              <a:gd name="connsiteX18" fmla="*/ 11562333 w 11603130"/>
              <a:gd name="connsiteY18" fmla="*/ 5906085 h 6335587"/>
              <a:gd name="connsiteX19" fmla="*/ 11571244 w 11603130"/>
              <a:gd name="connsiteY19" fmla="*/ 2621674 h 6335587"/>
              <a:gd name="connsiteX20" fmla="*/ 11561892 w 11603130"/>
              <a:gd name="connsiteY20" fmla="*/ 176313 h 6335587"/>
              <a:gd name="connsiteX21" fmla="*/ 11289537 w 11603130"/>
              <a:gd name="connsiteY21" fmla="*/ 107615 h 6335587"/>
              <a:gd name="connsiteX22" fmla="*/ 10689999 w 11603130"/>
              <a:gd name="connsiteY22" fmla="*/ 70591 h 6335587"/>
              <a:gd name="connsiteX23" fmla="*/ 7599878 w 11603130"/>
              <a:gd name="connsiteY23" fmla="*/ 75910 h 6335587"/>
              <a:gd name="connsiteX24" fmla="*/ 1892744 w 11603130"/>
              <a:gd name="connsiteY24"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408556 w 11603130"/>
              <a:gd name="connsiteY12" fmla="*/ 5899194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9804791 w 11603130"/>
              <a:gd name="connsiteY14" fmla="*/ 5908320 h 6335587"/>
              <a:gd name="connsiteX15" fmla="*/ 10007288 w 11603130"/>
              <a:gd name="connsiteY15" fmla="*/ 5914499 h 6335587"/>
              <a:gd name="connsiteX16" fmla="*/ 10927227 w 11603130"/>
              <a:gd name="connsiteY16" fmla="*/ 5922366 h 6335587"/>
              <a:gd name="connsiteX17" fmla="*/ 11562333 w 11603130"/>
              <a:gd name="connsiteY17" fmla="*/ 5906085 h 6335587"/>
              <a:gd name="connsiteX18" fmla="*/ 11571244 w 11603130"/>
              <a:gd name="connsiteY18" fmla="*/ 2621674 h 6335587"/>
              <a:gd name="connsiteX19" fmla="*/ 11561892 w 11603130"/>
              <a:gd name="connsiteY19" fmla="*/ 176313 h 6335587"/>
              <a:gd name="connsiteX20" fmla="*/ 11289537 w 11603130"/>
              <a:gd name="connsiteY20" fmla="*/ 107615 h 6335587"/>
              <a:gd name="connsiteX21" fmla="*/ 10689999 w 11603130"/>
              <a:gd name="connsiteY21" fmla="*/ 70591 h 6335587"/>
              <a:gd name="connsiteX22" fmla="*/ 7599878 w 11603130"/>
              <a:gd name="connsiteY22" fmla="*/ 75910 h 6335587"/>
              <a:gd name="connsiteX23" fmla="*/ 1892744 w 11603130"/>
              <a:gd name="connsiteY23"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710371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568 w 11603130"/>
              <a:gd name="connsiteY5" fmla="*/ 1088908 h 6335587"/>
              <a:gd name="connsiteX6" fmla="*/ 88972 w 11603130"/>
              <a:gd name="connsiteY6" fmla="*/ 3523848 h 6335587"/>
              <a:gd name="connsiteX7" fmla="*/ 148480 w 11603130"/>
              <a:gd name="connsiteY7" fmla="*/ 5930841 h 6335587"/>
              <a:gd name="connsiteX8" fmla="*/ 2638911 w 11603130"/>
              <a:gd name="connsiteY8" fmla="*/ 5933377 h 6335587"/>
              <a:gd name="connsiteX9" fmla="*/ 4080684 w 11603130"/>
              <a:gd name="connsiteY9" fmla="*/ 5926717 h 6335587"/>
              <a:gd name="connsiteX10" fmla="*/ 5045206 w 11603130"/>
              <a:gd name="connsiteY10" fmla="*/ 5927859 h 6335587"/>
              <a:gd name="connsiteX11" fmla="*/ 5855834 w 11603130"/>
              <a:gd name="connsiteY11" fmla="*/ 6335587 h 6335587"/>
              <a:gd name="connsiteX12" fmla="*/ 6274422 w 11603130"/>
              <a:gd name="connsiteY12" fmla="*/ 5903346 h 6335587"/>
              <a:gd name="connsiteX13" fmla="*/ 9098386 w 11603130"/>
              <a:gd name="connsiteY13" fmla="*/ 5911624 h 6335587"/>
              <a:gd name="connsiteX14" fmla="*/ 10007288 w 11603130"/>
              <a:gd name="connsiteY14" fmla="*/ 5914499 h 6335587"/>
              <a:gd name="connsiteX15" fmla="*/ 10927227 w 11603130"/>
              <a:gd name="connsiteY15" fmla="*/ 5922366 h 6335587"/>
              <a:gd name="connsiteX16" fmla="*/ 11562333 w 11603130"/>
              <a:gd name="connsiteY16" fmla="*/ 5906085 h 6335587"/>
              <a:gd name="connsiteX17" fmla="*/ 11571244 w 11603130"/>
              <a:gd name="connsiteY17" fmla="*/ 2621674 h 6335587"/>
              <a:gd name="connsiteX18" fmla="*/ 11561892 w 11603130"/>
              <a:gd name="connsiteY18" fmla="*/ 176313 h 6335587"/>
              <a:gd name="connsiteX19" fmla="*/ 11289537 w 11603130"/>
              <a:gd name="connsiteY19" fmla="*/ 107615 h 6335587"/>
              <a:gd name="connsiteX20" fmla="*/ 10689999 w 11603130"/>
              <a:gd name="connsiteY20" fmla="*/ 70591 h 6335587"/>
              <a:gd name="connsiteX21" fmla="*/ 7599878 w 11603130"/>
              <a:gd name="connsiteY21" fmla="*/ 75910 h 6335587"/>
              <a:gd name="connsiteX22" fmla="*/ 1892744 w 11603130"/>
              <a:gd name="connsiteY22" fmla="*/ 0 h 6335587"/>
              <a:gd name="connsiteX0" fmla="*/ 1892744 w 11603130"/>
              <a:gd name="connsiteY0" fmla="*/ 0 h 6335587"/>
              <a:gd name="connsiteX1" fmla="*/ 304663 w 11603130"/>
              <a:gd name="connsiteY1" fmla="*/ 10761 h 6335587"/>
              <a:gd name="connsiteX2" fmla="*/ 0 w 11603130"/>
              <a:gd name="connsiteY2" fmla="*/ 47942 h 6335587"/>
              <a:gd name="connsiteX3" fmla="*/ 0 w 11603130"/>
              <a:gd name="connsiteY3" fmla="*/ 909146 h 6335587"/>
              <a:gd name="connsiteX4" fmla="*/ 4597 w 11603130"/>
              <a:gd name="connsiteY4" fmla="*/ 909146 h 6335587"/>
              <a:gd name="connsiteX5" fmla="*/ 88972 w 11603130"/>
              <a:gd name="connsiteY5" fmla="*/ 3523848 h 6335587"/>
              <a:gd name="connsiteX6" fmla="*/ 148480 w 11603130"/>
              <a:gd name="connsiteY6" fmla="*/ 5930841 h 6335587"/>
              <a:gd name="connsiteX7" fmla="*/ 2638911 w 11603130"/>
              <a:gd name="connsiteY7" fmla="*/ 5933377 h 6335587"/>
              <a:gd name="connsiteX8" fmla="*/ 4080684 w 11603130"/>
              <a:gd name="connsiteY8" fmla="*/ 5926717 h 6335587"/>
              <a:gd name="connsiteX9" fmla="*/ 5045206 w 11603130"/>
              <a:gd name="connsiteY9" fmla="*/ 5927859 h 6335587"/>
              <a:gd name="connsiteX10" fmla="*/ 5855834 w 11603130"/>
              <a:gd name="connsiteY10" fmla="*/ 6335587 h 6335587"/>
              <a:gd name="connsiteX11" fmla="*/ 6274422 w 11603130"/>
              <a:gd name="connsiteY11" fmla="*/ 5903346 h 6335587"/>
              <a:gd name="connsiteX12" fmla="*/ 9098386 w 11603130"/>
              <a:gd name="connsiteY12" fmla="*/ 5911624 h 6335587"/>
              <a:gd name="connsiteX13" fmla="*/ 10007288 w 11603130"/>
              <a:gd name="connsiteY13" fmla="*/ 5914499 h 6335587"/>
              <a:gd name="connsiteX14" fmla="*/ 10927227 w 11603130"/>
              <a:gd name="connsiteY14" fmla="*/ 5922366 h 6335587"/>
              <a:gd name="connsiteX15" fmla="*/ 11562333 w 11603130"/>
              <a:gd name="connsiteY15" fmla="*/ 5906085 h 6335587"/>
              <a:gd name="connsiteX16" fmla="*/ 11571244 w 11603130"/>
              <a:gd name="connsiteY16" fmla="*/ 2621674 h 6335587"/>
              <a:gd name="connsiteX17" fmla="*/ 11561892 w 11603130"/>
              <a:gd name="connsiteY17" fmla="*/ 176313 h 6335587"/>
              <a:gd name="connsiteX18" fmla="*/ 11289537 w 11603130"/>
              <a:gd name="connsiteY18" fmla="*/ 107615 h 6335587"/>
              <a:gd name="connsiteX19" fmla="*/ 10689999 w 11603130"/>
              <a:gd name="connsiteY19" fmla="*/ 70591 h 6335587"/>
              <a:gd name="connsiteX20" fmla="*/ 7599878 w 11603130"/>
              <a:gd name="connsiteY20" fmla="*/ 75910 h 6335587"/>
              <a:gd name="connsiteX21" fmla="*/ 1892744 w 11603130"/>
              <a:gd name="connsiteY21" fmla="*/ 0 h 6335587"/>
              <a:gd name="connsiteX0" fmla="*/ 1892744 w 12087184"/>
              <a:gd name="connsiteY0" fmla="*/ 0 h 6335587"/>
              <a:gd name="connsiteX1" fmla="*/ 304663 w 12087184"/>
              <a:gd name="connsiteY1" fmla="*/ 10761 h 6335587"/>
              <a:gd name="connsiteX2" fmla="*/ 0 w 12087184"/>
              <a:gd name="connsiteY2" fmla="*/ 47942 h 6335587"/>
              <a:gd name="connsiteX3" fmla="*/ 0 w 12087184"/>
              <a:gd name="connsiteY3" fmla="*/ 909146 h 6335587"/>
              <a:gd name="connsiteX4" fmla="*/ 4597 w 12087184"/>
              <a:gd name="connsiteY4" fmla="*/ 909146 h 6335587"/>
              <a:gd name="connsiteX5" fmla="*/ 88972 w 12087184"/>
              <a:gd name="connsiteY5" fmla="*/ 3523848 h 6335587"/>
              <a:gd name="connsiteX6" fmla="*/ 148480 w 12087184"/>
              <a:gd name="connsiteY6" fmla="*/ 5930841 h 6335587"/>
              <a:gd name="connsiteX7" fmla="*/ 2638911 w 12087184"/>
              <a:gd name="connsiteY7" fmla="*/ 5933377 h 6335587"/>
              <a:gd name="connsiteX8" fmla="*/ 4080684 w 12087184"/>
              <a:gd name="connsiteY8" fmla="*/ 5926717 h 6335587"/>
              <a:gd name="connsiteX9" fmla="*/ 5045206 w 12087184"/>
              <a:gd name="connsiteY9" fmla="*/ 5927859 h 6335587"/>
              <a:gd name="connsiteX10" fmla="*/ 5855834 w 12087184"/>
              <a:gd name="connsiteY10" fmla="*/ 6335587 h 6335587"/>
              <a:gd name="connsiteX11" fmla="*/ 6274422 w 12087184"/>
              <a:gd name="connsiteY11" fmla="*/ 5903346 h 6335587"/>
              <a:gd name="connsiteX12" fmla="*/ 9098386 w 12087184"/>
              <a:gd name="connsiteY12" fmla="*/ 5911624 h 6335587"/>
              <a:gd name="connsiteX13" fmla="*/ 10007288 w 12087184"/>
              <a:gd name="connsiteY13" fmla="*/ 5914499 h 6335587"/>
              <a:gd name="connsiteX14" fmla="*/ 10927227 w 12087184"/>
              <a:gd name="connsiteY14" fmla="*/ 5922366 h 6335587"/>
              <a:gd name="connsiteX15" fmla="*/ 12085310 w 12087184"/>
              <a:gd name="connsiteY15" fmla="*/ 5921320 h 6335587"/>
              <a:gd name="connsiteX16" fmla="*/ 11571244 w 12087184"/>
              <a:gd name="connsiteY16" fmla="*/ 2621674 h 6335587"/>
              <a:gd name="connsiteX17" fmla="*/ 11561892 w 12087184"/>
              <a:gd name="connsiteY17" fmla="*/ 176313 h 6335587"/>
              <a:gd name="connsiteX18" fmla="*/ 11289537 w 12087184"/>
              <a:gd name="connsiteY18" fmla="*/ 107615 h 6335587"/>
              <a:gd name="connsiteX19" fmla="*/ 10689999 w 12087184"/>
              <a:gd name="connsiteY19" fmla="*/ 70591 h 6335587"/>
              <a:gd name="connsiteX20" fmla="*/ 7599878 w 12087184"/>
              <a:gd name="connsiteY20" fmla="*/ 75910 h 6335587"/>
              <a:gd name="connsiteX21" fmla="*/ 1892744 w 12087184"/>
              <a:gd name="connsiteY21" fmla="*/ 0 h 6335587"/>
              <a:gd name="connsiteX0" fmla="*/ 1892744 w 12096545"/>
              <a:gd name="connsiteY0" fmla="*/ 24998 h 6360585"/>
              <a:gd name="connsiteX1" fmla="*/ 304663 w 12096545"/>
              <a:gd name="connsiteY1" fmla="*/ 35759 h 6360585"/>
              <a:gd name="connsiteX2" fmla="*/ 0 w 12096545"/>
              <a:gd name="connsiteY2" fmla="*/ 72940 h 6360585"/>
              <a:gd name="connsiteX3" fmla="*/ 0 w 12096545"/>
              <a:gd name="connsiteY3" fmla="*/ 934144 h 6360585"/>
              <a:gd name="connsiteX4" fmla="*/ 4597 w 12096545"/>
              <a:gd name="connsiteY4" fmla="*/ 934144 h 6360585"/>
              <a:gd name="connsiteX5" fmla="*/ 88972 w 12096545"/>
              <a:gd name="connsiteY5" fmla="*/ 3548846 h 6360585"/>
              <a:gd name="connsiteX6" fmla="*/ 148480 w 12096545"/>
              <a:gd name="connsiteY6" fmla="*/ 5955839 h 6360585"/>
              <a:gd name="connsiteX7" fmla="*/ 2638911 w 12096545"/>
              <a:gd name="connsiteY7" fmla="*/ 5958375 h 6360585"/>
              <a:gd name="connsiteX8" fmla="*/ 4080684 w 12096545"/>
              <a:gd name="connsiteY8" fmla="*/ 5951715 h 6360585"/>
              <a:gd name="connsiteX9" fmla="*/ 5045206 w 12096545"/>
              <a:gd name="connsiteY9" fmla="*/ 5952857 h 6360585"/>
              <a:gd name="connsiteX10" fmla="*/ 5855834 w 12096545"/>
              <a:gd name="connsiteY10" fmla="*/ 6360585 h 6360585"/>
              <a:gd name="connsiteX11" fmla="*/ 6274422 w 12096545"/>
              <a:gd name="connsiteY11" fmla="*/ 5928344 h 6360585"/>
              <a:gd name="connsiteX12" fmla="*/ 9098386 w 12096545"/>
              <a:gd name="connsiteY12" fmla="*/ 5936622 h 6360585"/>
              <a:gd name="connsiteX13" fmla="*/ 10007288 w 12096545"/>
              <a:gd name="connsiteY13" fmla="*/ 5939497 h 6360585"/>
              <a:gd name="connsiteX14" fmla="*/ 10927227 w 12096545"/>
              <a:gd name="connsiteY14" fmla="*/ 5947364 h 6360585"/>
              <a:gd name="connsiteX15" fmla="*/ 12085310 w 12096545"/>
              <a:gd name="connsiteY15" fmla="*/ 5946318 h 6360585"/>
              <a:gd name="connsiteX16" fmla="*/ 12063456 w 12096545"/>
              <a:gd name="connsiteY16" fmla="*/ 2646672 h 6360585"/>
              <a:gd name="connsiteX17" fmla="*/ 11561892 w 12096545"/>
              <a:gd name="connsiteY17" fmla="*/ 201311 h 6360585"/>
              <a:gd name="connsiteX18" fmla="*/ 11289537 w 12096545"/>
              <a:gd name="connsiteY18" fmla="*/ 132613 h 6360585"/>
              <a:gd name="connsiteX19" fmla="*/ 10689999 w 12096545"/>
              <a:gd name="connsiteY19" fmla="*/ 95589 h 6360585"/>
              <a:gd name="connsiteX20" fmla="*/ 7599878 w 12096545"/>
              <a:gd name="connsiteY20" fmla="*/ 100908 h 6360585"/>
              <a:gd name="connsiteX21" fmla="*/ 1892744 w 12096545"/>
              <a:gd name="connsiteY21" fmla="*/ 24998 h 6360585"/>
              <a:gd name="connsiteX0" fmla="*/ 1892744 w 12127183"/>
              <a:gd name="connsiteY0" fmla="*/ 24998 h 6360585"/>
              <a:gd name="connsiteX1" fmla="*/ 304663 w 12127183"/>
              <a:gd name="connsiteY1" fmla="*/ 35759 h 6360585"/>
              <a:gd name="connsiteX2" fmla="*/ 0 w 12127183"/>
              <a:gd name="connsiteY2" fmla="*/ 72940 h 6360585"/>
              <a:gd name="connsiteX3" fmla="*/ 0 w 12127183"/>
              <a:gd name="connsiteY3" fmla="*/ 934144 h 6360585"/>
              <a:gd name="connsiteX4" fmla="*/ 4597 w 12127183"/>
              <a:gd name="connsiteY4" fmla="*/ 934144 h 6360585"/>
              <a:gd name="connsiteX5" fmla="*/ 88972 w 12127183"/>
              <a:gd name="connsiteY5" fmla="*/ 3548846 h 6360585"/>
              <a:gd name="connsiteX6" fmla="*/ 148480 w 12127183"/>
              <a:gd name="connsiteY6" fmla="*/ 5955839 h 6360585"/>
              <a:gd name="connsiteX7" fmla="*/ 2638911 w 12127183"/>
              <a:gd name="connsiteY7" fmla="*/ 5958375 h 6360585"/>
              <a:gd name="connsiteX8" fmla="*/ 4080684 w 12127183"/>
              <a:gd name="connsiteY8" fmla="*/ 5951715 h 6360585"/>
              <a:gd name="connsiteX9" fmla="*/ 5045206 w 12127183"/>
              <a:gd name="connsiteY9" fmla="*/ 5952857 h 6360585"/>
              <a:gd name="connsiteX10" fmla="*/ 5855834 w 12127183"/>
              <a:gd name="connsiteY10" fmla="*/ 6360585 h 6360585"/>
              <a:gd name="connsiteX11" fmla="*/ 6274422 w 12127183"/>
              <a:gd name="connsiteY11" fmla="*/ 5928344 h 6360585"/>
              <a:gd name="connsiteX12" fmla="*/ 9098386 w 12127183"/>
              <a:gd name="connsiteY12" fmla="*/ 5936622 h 6360585"/>
              <a:gd name="connsiteX13" fmla="*/ 10007288 w 12127183"/>
              <a:gd name="connsiteY13" fmla="*/ 5939497 h 6360585"/>
              <a:gd name="connsiteX14" fmla="*/ 10927227 w 12127183"/>
              <a:gd name="connsiteY14" fmla="*/ 5947364 h 6360585"/>
              <a:gd name="connsiteX15" fmla="*/ 12085310 w 12127183"/>
              <a:gd name="connsiteY15" fmla="*/ 5946318 h 6360585"/>
              <a:gd name="connsiteX16" fmla="*/ 12063456 w 12127183"/>
              <a:gd name="connsiteY16" fmla="*/ 2646672 h 6360585"/>
              <a:gd name="connsiteX17" fmla="*/ 12054104 w 12127183"/>
              <a:gd name="connsiteY17" fmla="*/ 201311 h 6360585"/>
              <a:gd name="connsiteX18" fmla="*/ 11289537 w 12127183"/>
              <a:gd name="connsiteY18" fmla="*/ 132613 h 6360585"/>
              <a:gd name="connsiteX19" fmla="*/ 10689999 w 12127183"/>
              <a:gd name="connsiteY19" fmla="*/ 95589 h 6360585"/>
              <a:gd name="connsiteX20" fmla="*/ 7599878 w 12127183"/>
              <a:gd name="connsiteY20" fmla="*/ 100908 h 6360585"/>
              <a:gd name="connsiteX21" fmla="*/ 1892744 w 12127183"/>
              <a:gd name="connsiteY21" fmla="*/ 24998 h 6360585"/>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689999 w 12114255"/>
              <a:gd name="connsiteY19" fmla="*/ 70591 h 6335587"/>
              <a:gd name="connsiteX20" fmla="*/ 7599878 w 12114255"/>
              <a:gd name="connsiteY20" fmla="*/ 75910 h 6335587"/>
              <a:gd name="connsiteX21" fmla="*/ 1892744 w 12114255"/>
              <a:gd name="connsiteY21" fmla="*/ 0 h 6335587"/>
              <a:gd name="connsiteX0" fmla="*/ 1892744 w 12114253"/>
              <a:gd name="connsiteY0" fmla="*/ 0 h 6335587"/>
              <a:gd name="connsiteX1" fmla="*/ 304663 w 12114253"/>
              <a:gd name="connsiteY1" fmla="*/ 10761 h 6335587"/>
              <a:gd name="connsiteX2" fmla="*/ 0 w 12114253"/>
              <a:gd name="connsiteY2" fmla="*/ 47942 h 6335587"/>
              <a:gd name="connsiteX3" fmla="*/ 0 w 12114253"/>
              <a:gd name="connsiteY3" fmla="*/ 909146 h 6335587"/>
              <a:gd name="connsiteX4" fmla="*/ 4597 w 12114253"/>
              <a:gd name="connsiteY4" fmla="*/ 909146 h 6335587"/>
              <a:gd name="connsiteX5" fmla="*/ 88972 w 12114253"/>
              <a:gd name="connsiteY5" fmla="*/ 3523848 h 6335587"/>
              <a:gd name="connsiteX6" fmla="*/ 148480 w 12114253"/>
              <a:gd name="connsiteY6" fmla="*/ 5930841 h 6335587"/>
              <a:gd name="connsiteX7" fmla="*/ 2638911 w 12114253"/>
              <a:gd name="connsiteY7" fmla="*/ 5933377 h 6335587"/>
              <a:gd name="connsiteX8" fmla="*/ 4080684 w 12114253"/>
              <a:gd name="connsiteY8" fmla="*/ 5926717 h 6335587"/>
              <a:gd name="connsiteX9" fmla="*/ 5045206 w 12114253"/>
              <a:gd name="connsiteY9" fmla="*/ 5927859 h 6335587"/>
              <a:gd name="connsiteX10" fmla="*/ 5855834 w 12114253"/>
              <a:gd name="connsiteY10" fmla="*/ 6335587 h 6335587"/>
              <a:gd name="connsiteX11" fmla="*/ 6274422 w 12114253"/>
              <a:gd name="connsiteY11" fmla="*/ 5903346 h 6335587"/>
              <a:gd name="connsiteX12" fmla="*/ 9098386 w 12114253"/>
              <a:gd name="connsiteY12" fmla="*/ 5911624 h 6335587"/>
              <a:gd name="connsiteX13" fmla="*/ 10007288 w 12114253"/>
              <a:gd name="connsiteY13" fmla="*/ 5914499 h 6335587"/>
              <a:gd name="connsiteX14" fmla="*/ 10927227 w 12114253"/>
              <a:gd name="connsiteY14" fmla="*/ 5922366 h 6335587"/>
              <a:gd name="connsiteX15" fmla="*/ 12085310 w 12114253"/>
              <a:gd name="connsiteY15" fmla="*/ 5921320 h 6335587"/>
              <a:gd name="connsiteX16" fmla="*/ 12063456 w 12114253"/>
              <a:gd name="connsiteY16" fmla="*/ 2621674 h 6335587"/>
              <a:gd name="connsiteX17" fmla="*/ 12054104 w 12114253"/>
              <a:gd name="connsiteY17" fmla="*/ 176313 h 6335587"/>
              <a:gd name="connsiteX18" fmla="*/ 11289537 w 12114253"/>
              <a:gd name="connsiteY18" fmla="*/ 107615 h 6335587"/>
              <a:gd name="connsiteX19" fmla="*/ 10259313 w 12114253"/>
              <a:gd name="connsiteY19" fmla="*/ 101059 h 6335587"/>
              <a:gd name="connsiteX20" fmla="*/ 7599878 w 12114253"/>
              <a:gd name="connsiteY20" fmla="*/ 75910 h 6335587"/>
              <a:gd name="connsiteX21" fmla="*/ 1892744 w 12114253"/>
              <a:gd name="connsiteY21" fmla="*/ 0 h 6335587"/>
              <a:gd name="connsiteX0" fmla="*/ 1892744 w 12114255"/>
              <a:gd name="connsiteY0" fmla="*/ 0 h 6335587"/>
              <a:gd name="connsiteX1" fmla="*/ 304663 w 12114255"/>
              <a:gd name="connsiteY1" fmla="*/ 10761 h 6335587"/>
              <a:gd name="connsiteX2" fmla="*/ 0 w 12114255"/>
              <a:gd name="connsiteY2" fmla="*/ 47942 h 6335587"/>
              <a:gd name="connsiteX3" fmla="*/ 0 w 12114255"/>
              <a:gd name="connsiteY3" fmla="*/ 909146 h 6335587"/>
              <a:gd name="connsiteX4" fmla="*/ 4597 w 12114255"/>
              <a:gd name="connsiteY4" fmla="*/ 909146 h 6335587"/>
              <a:gd name="connsiteX5" fmla="*/ 88972 w 12114255"/>
              <a:gd name="connsiteY5" fmla="*/ 3523848 h 6335587"/>
              <a:gd name="connsiteX6" fmla="*/ 148480 w 12114255"/>
              <a:gd name="connsiteY6" fmla="*/ 5930841 h 6335587"/>
              <a:gd name="connsiteX7" fmla="*/ 2638911 w 12114255"/>
              <a:gd name="connsiteY7" fmla="*/ 5933377 h 6335587"/>
              <a:gd name="connsiteX8" fmla="*/ 4080684 w 12114255"/>
              <a:gd name="connsiteY8" fmla="*/ 5926717 h 6335587"/>
              <a:gd name="connsiteX9" fmla="*/ 5045206 w 12114255"/>
              <a:gd name="connsiteY9" fmla="*/ 5927859 h 6335587"/>
              <a:gd name="connsiteX10" fmla="*/ 5855834 w 12114255"/>
              <a:gd name="connsiteY10" fmla="*/ 6335587 h 6335587"/>
              <a:gd name="connsiteX11" fmla="*/ 6274422 w 12114255"/>
              <a:gd name="connsiteY11" fmla="*/ 5903346 h 6335587"/>
              <a:gd name="connsiteX12" fmla="*/ 9098386 w 12114255"/>
              <a:gd name="connsiteY12" fmla="*/ 5911624 h 6335587"/>
              <a:gd name="connsiteX13" fmla="*/ 10007288 w 12114255"/>
              <a:gd name="connsiteY13" fmla="*/ 5914499 h 6335587"/>
              <a:gd name="connsiteX14" fmla="*/ 10927227 w 12114255"/>
              <a:gd name="connsiteY14" fmla="*/ 5922366 h 6335587"/>
              <a:gd name="connsiteX15" fmla="*/ 12085310 w 12114255"/>
              <a:gd name="connsiteY15" fmla="*/ 5921320 h 6335587"/>
              <a:gd name="connsiteX16" fmla="*/ 12063456 w 12114255"/>
              <a:gd name="connsiteY16" fmla="*/ 2621674 h 6335587"/>
              <a:gd name="connsiteX17" fmla="*/ 12054104 w 12114255"/>
              <a:gd name="connsiteY17" fmla="*/ 176313 h 6335587"/>
              <a:gd name="connsiteX18" fmla="*/ 11289537 w 12114255"/>
              <a:gd name="connsiteY18" fmla="*/ 107615 h 6335587"/>
              <a:gd name="connsiteX19" fmla="*/ 10259313 w 12114255"/>
              <a:gd name="connsiteY19" fmla="*/ 101059 h 6335587"/>
              <a:gd name="connsiteX20" fmla="*/ 7599878 w 12114255"/>
              <a:gd name="connsiteY20" fmla="*/ 75910 h 6335587"/>
              <a:gd name="connsiteX21" fmla="*/ 1892744 w 12114255"/>
              <a:gd name="connsiteY21" fmla="*/ 0 h 6335587"/>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274422 w 12114253"/>
              <a:gd name="connsiteY11" fmla="*/ 5903346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080684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080684 w 12114253"/>
              <a:gd name="connsiteY8" fmla="*/ 5926717 h 6330524"/>
              <a:gd name="connsiteX9" fmla="*/ 5045206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5"/>
              <a:gd name="connsiteY0" fmla="*/ 0 h 6330524"/>
              <a:gd name="connsiteX1" fmla="*/ 304663 w 12114255"/>
              <a:gd name="connsiteY1" fmla="*/ 10761 h 6330524"/>
              <a:gd name="connsiteX2" fmla="*/ 0 w 12114255"/>
              <a:gd name="connsiteY2" fmla="*/ 47942 h 6330524"/>
              <a:gd name="connsiteX3" fmla="*/ 0 w 12114255"/>
              <a:gd name="connsiteY3" fmla="*/ 909146 h 6330524"/>
              <a:gd name="connsiteX4" fmla="*/ 4597 w 12114255"/>
              <a:gd name="connsiteY4" fmla="*/ 909146 h 6330524"/>
              <a:gd name="connsiteX5" fmla="*/ 88972 w 12114255"/>
              <a:gd name="connsiteY5" fmla="*/ 3523848 h 6330524"/>
              <a:gd name="connsiteX6" fmla="*/ 148480 w 12114255"/>
              <a:gd name="connsiteY6" fmla="*/ 5930841 h 6330524"/>
              <a:gd name="connsiteX7" fmla="*/ 2638911 w 12114255"/>
              <a:gd name="connsiteY7" fmla="*/ 5933377 h 6330524"/>
              <a:gd name="connsiteX8" fmla="*/ 4308929 w 12114255"/>
              <a:gd name="connsiteY8" fmla="*/ 5926717 h 6330524"/>
              <a:gd name="connsiteX9" fmla="*/ 5045206 w 12114255"/>
              <a:gd name="connsiteY9" fmla="*/ 5927859 h 6330524"/>
              <a:gd name="connsiteX10" fmla="*/ 5731339 w 12114255"/>
              <a:gd name="connsiteY10" fmla="*/ 6330524 h 6330524"/>
              <a:gd name="connsiteX11" fmla="*/ 6077302 w 12114255"/>
              <a:gd name="connsiteY11" fmla="*/ 5908409 h 6330524"/>
              <a:gd name="connsiteX12" fmla="*/ 9098386 w 12114255"/>
              <a:gd name="connsiteY12" fmla="*/ 5911624 h 6330524"/>
              <a:gd name="connsiteX13" fmla="*/ 10007288 w 12114255"/>
              <a:gd name="connsiteY13" fmla="*/ 5914499 h 6330524"/>
              <a:gd name="connsiteX14" fmla="*/ 10927227 w 12114255"/>
              <a:gd name="connsiteY14" fmla="*/ 5922366 h 6330524"/>
              <a:gd name="connsiteX15" fmla="*/ 12085310 w 12114255"/>
              <a:gd name="connsiteY15" fmla="*/ 5921320 h 6330524"/>
              <a:gd name="connsiteX16" fmla="*/ 12063456 w 12114255"/>
              <a:gd name="connsiteY16" fmla="*/ 2621674 h 6330524"/>
              <a:gd name="connsiteX17" fmla="*/ 12054104 w 12114255"/>
              <a:gd name="connsiteY17" fmla="*/ 176313 h 6330524"/>
              <a:gd name="connsiteX18" fmla="*/ 11289537 w 12114255"/>
              <a:gd name="connsiteY18" fmla="*/ 107615 h 6330524"/>
              <a:gd name="connsiteX19" fmla="*/ 10259313 w 12114255"/>
              <a:gd name="connsiteY19" fmla="*/ 101059 h 6330524"/>
              <a:gd name="connsiteX20" fmla="*/ 7599878 w 12114255"/>
              <a:gd name="connsiteY20" fmla="*/ 75910 h 6330524"/>
              <a:gd name="connsiteX21" fmla="*/ 1892744 w 12114255"/>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6077302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141474 w 12114253"/>
              <a:gd name="connsiteY9" fmla="*/ 5927859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330524"/>
              <a:gd name="connsiteX1" fmla="*/ 304663 w 12114253"/>
              <a:gd name="connsiteY1" fmla="*/ 10761 h 6330524"/>
              <a:gd name="connsiteX2" fmla="*/ 0 w 12114253"/>
              <a:gd name="connsiteY2" fmla="*/ 47942 h 6330524"/>
              <a:gd name="connsiteX3" fmla="*/ 0 w 12114253"/>
              <a:gd name="connsiteY3" fmla="*/ 909146 h 6330524"/>
              <a:gd name="connsiteX4" fmla="*/ 4597 w 12114253"/>
              <a:gd name="connsiteY4" fmla="*/ 909146 h 6330524"/>
              <a:gd name="connsiteX5" fmla="*/ 88972 w 12114253"/>
              <a:gd name="connsiteY5" fmla="*/ 3523848 h 6330524"/>
              <a:gd name="connsiteX6" fmla="*/ 148480 w 12114253"/>
              <a:gd name="connsiteY6" fmla="*/ 5930841 h 6330524"/>
              <a:gd name="connsiteX7" fmla="*/ 2638911 w 12114253"/>
              <a:gd name="connsiteY7" fmla="*/ 5933377 h 6330524"/>
              <a:gd name="connsiteX8" fmla="*/ 4308929 w 12114253"/>
              <a:gd name="connsiteY8" fmla="*/ 5926717 h 6330524"/>
              <a:gd name="connsiteX9" fmla="*/ 5214933 w 12114253"/>
              <a:gd name="connsiteY9" fmla="*/ 5924178 h 6330524"/>
              <a:gd name="connsiteX10" fmla="*/ 5731339 w 12114253"/>
              <a:gd name="connsiteY10" fmla="*/ 6330524 h 6330524"/>
              <a:gd name="connsiteX11" fmla="*/ 5971194 w 12114253"/>
              <a:gd name="connsiteY11" fmla="*/ 5908409 h 6330524"/>
              <a:gd name="connsiteX12" fmla="*/ 9098386 w 12114253"/>
              <a:gd name="connsiteY12" fmla="*/ 5911624 h 6330524"/>
              <a:gd name="connsiteX13" fmla="*/ 10007288 w 12114253"/>
              <a:gd name="connsiteY13" fmla="*/ 5914499 h 6330524"/>
              <a:gd name="connsiteX14" fmla="*/ 10927227 w 12114253"/>
              <a:gd name="connsiteY14" fmla="*/ 5922366 h 6330524"/>
              <a:gd name="connsiteX15" fmla="*/ 12085310 w 12114253"/>
              <a:gd name="connsiteY15" fmla="*/ 5921320 h 6330524"/>
              <a:gd name="connsiteX16" fmla="*/ 12063456 w 12114253"/>
              <a:gd name="connsiteY16" fmla="*/ 2621674 h 6330524"/>
              <a:gd name="connsiteX17" fmla="*/ 12054104 w 12114253"/>
              <a:gd name="connsiteY17" fmla="*/ 176313 h 6330524"/>
              <a:gd name="connsiteX18" fmla="*/ 11289537 w 12114253"/>
              <a:gd name="connsiteY18" fmla="*/ 107615 h 6330524"/>
              <a:gd name="connsiteX19" fmla="*/ 10259313 w 12114253"/>
              <a:gd name="connsiteY19" fmla="*/ 101059 h 6330524"/>
              <a:gd name="connsiteX20" fmla="*/ 7599878 w 12114253"/>
              <a:gd name="connsiteY20" fmla="*/ 75910 h 6330524"/>
              <a:gd name="connsiteX21" fmla="*/ 1892744 w 12114253"/>
              <a:gd name="connsiteY21" fmla="*/ 0 h 6330524"/>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49542"/>
              <a:gd name="connsiteX1" fmla="*/ 304663 w 12114253"/>
              <a:gd name="connsiteY1" fmla="*/ 10761 h 6249542"/>
              <a:gd name="connsiteX2" fmla="*/ 0 w 12114253"/>
              <a:gd name="connsiteY2" fmla="*/ 47942 h 6249542"/>
              <a:gd name="connsiteX3" fmla="*/ 0 w 12114253"/>
              <a:gd name="connsiteY3" fmla="*/ 909146 h 6249542"/>
              <a:gd name="connsiteX4" fmla="*/ 4597 w 12114253"/>
              <a:gd name="connsiteY4" fmla="*/ 909146 h 6249542"/>
              <a:gd name="connsiteX5" fmla="*/ 88972 w 12114253"/>
              <a:gd name="connsiteY5" fmla="*/ 3523848 h 6249542"/>
              <a:gd name="connsiteX6" fmla="*/ 148480 w 12114253"/>
              <a:gd name="connsiteY6" fmla="*/ 5930841 h 6249542"/>
              <a:gd name="connsiteX7" fmla="*/ 2638911 w 12114253"/>
              <a:gd name="connsiteY7" fmla="*/ 5933377 h 6249542"/>
              <a:gd name="connsiteX8" fmla="*/ 4308929 w 12114253"/>
              <a:gd name="connsiteY8" fmla="*/ 5926717 h 6249542"/>
              <a:gd name="connsiteX9" fmla="*/ 5214933 w 12114253"/>
              <a:gd name="connsiteY9" fmla="*/ 5924178 h 6249542"/>
              <a:gd name="connsiteX10" fmla="*/ 5706853 w 12114253"/>
              <a:gd name="connsiteY10" fmla="*/ 6249542 h 6249542"/>
              <a:gd name="connsiteX11" fmla="*/ 5971194 w 12114253"/>
              <a:gd name="connsiteY11" fmla="*/ 5908409 h 6249542"/>
              <a:gd name="connsiteX12" fmla="*/ 9098386 w 12114253"/>
              <a:gd name="connsiteY12" fmla="*/ 5911624 h 6249542"/>
              <a:gd name="connsiteX13" fmla="*/ 10007288 w 12114253"/>
              <a:gd name="connsiteY13" fmla="*/ 5914499 h 6249542"/>
              <a:gd name="connsiteX14" fmla="*/ 10927227 w 12114253"/>
              <a:gd name="connsiteY14" fmla="*/ 5922366 h 6249542"/>
              <a:gd name="connsiteX15" fmla="*/ 12085310 w 12114253"/>
              <a:gd name="connsiteY15" fmla="*/ 5921320 h 6249542"/>
              <a:gd name="connsiteX16" fmla="*/ 12063456 w 12114253"/>
              <a:gd name="connsiteY16" fmla="*/ 2621674 h 6249542"/>
              <a:gd name="connsiteX17" fmla="*/ 12054104 w 12114253"/>
              <a:gd name="connsiteY17" fmla="*/ 176313 h 6249542"/>
              <a:gd name="connsiteX18" fmla="*/ 11289537 w 12114253"/>
              <a:gd name="connsiteY18" fmla="*/ 107615 h 6249542"/>
              <a:gd name="connsiteX19" fmla="*/ 10259313 w 12114253"/>
              <a:gd name="connsiteY19" fmla="*/ 101059 h 6249542"/>
              <a:gd name="connsiteX20" fmla="*/ 7599878 w 12114253"/>
              <a:gd name="connsiteY20" fmla="*/ 75910 h 6249542"/>
              <a:gd name="connsiteX21" fmla="*/ 1892744 w 12114253"/>
              <a:gd name="connsiteY21" fmla="*/ 0 h 6249542"/>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308929 w 12114253"/>
              <a:gd name="connsiteY8" fmla="*/ 5926717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638911 w 12114253"/>
              <a:gd name="connsiteY7" fmla="*/ 5933377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892744 w 12114253"/>
              <a:gd name="connsiteY0" fmla="*/ 0 h 6231137"/>
              <a:gd name="connsiteX1" fmla="*/ 304663 w 12114253"/>
              <a:gd name="connsiteY1" fmla="*/ 10761 h 6231137"/>
              <a:gd name="connsiteX2" fmla="*/ 0 w 12114253"/>
              <a:gd name="connsiteY2" fmla="*/ 47942 h 6231137"/>
              <a:gd name="connsiteX3" fmla="*/ 0 w 12114253"/>
              <a:gd name="connsiteY3" fmla="*/ 909146 h 6231137"/>
              <a:gd name="connsiteX4" fmla="*/ 4597 w 12114253"/>
              <a:gd name="connsiteY4" fmla="*/ 909146 h 6231137"/>
              <a:gd name="connsiteX5" fmla="*/ 88972 w 12114253"/>
              <a:gd name="connsiteY5" fmla="*/ 3523848 h 6231137"/>
              <a:gd name="connsiteX6" fmla="*/ 148480 w 12114253"/>
              <a:gd name="connsiteY6" fmla="*/ 5930841 h 6231137"/>
              <a:gd name="connsiteX7" fmla="*/ 2589937 w 12114253"/>
              <a:gd name="connsiteY7" fmla="*/ 5929698 h 6231137"/>
              <a:gd name="connsiteX8" fmla="*/ 4243632 w 12114253"/>
              <a:gd name="connsiteY8" fmla="*/ 5908315 h 6231137"/>
              <a:gd name="connsiteX9" fmla="*/ 5214933 w 12114253"/>
              <a:gd name="connsiteY9" fmla="*/ 5924178 h 6231137"/>
              <a:gd name="connsiteX10" fmla="*/ 5698691 w 12114253"/>
              <a:gd name="connsiteY10" fmla="*/ 6231137 h 6231137"/>
              <a:gd name="connsiteX11" fmla="*/ 5971194 w 12114253"/>
              <a:gd name="connsiteY11" fmla="*/ 5908409 h 6231137"/>
              <a:gd name="connsiteX12" fmla="*/ 9098386 w 12114253"/>
              <a:gd name="connsiteY12" fmla="*/ 5911624 h 6231137"/>
              <a:gd name="connsiteX13" fmla="*/ 10007288 w 12114253"/>
              <a:gd name="connsiteY13" fmla="*/ 5914499 h 6231137"/>
              <a:gd name="connsiteX14" fmla="*/ 10927227 w 12114253"/>
              <a:gd name="connsiteY14" fmla="*/ 5922366 h 6231137"/>
              <a:gd name="connsiteX15" fmla="*/ 12085310 w 12114253"/>
              <a:gd name="connsiteY15" fmla="*/ 5921320 h 6231137"/>
              <a:gd name="connsiteX16" fmla="*/ 12063456 w 12114253"/>
              <a:gd name="connsiteY16" fmla="*/ 2621674 h 6231137"/>
              <a:gd name="connsiteX17" fmla="*/ 12054104 w 12114253"/>
              <a:gd name="connsiteY17" fmla="*/ 176313 h 6231137"/>
              <a:gd name="connsiteX18" fmla="*/ 11289537 w 12114253"/>
              <a:gd name="connsiteY18" fmla="*/ 107615 h 6231137"/>
              <a:gd name="connsiteX19" fmla="*/ 10259313 w 12114253"/>
              <a:gd name="connsiteY19" fmla="*/ 101059 h 6231137"/>
              <a:gd name="connsiteX20" fmla="*/ 7599878 w 12114253"/>
              <a:gd name="connsiteY20" fmla="*/ 75910 h 6231137"/>
              <a:gd name="connsiteX21" fmla="*/ 1892744 w 12114253"/>
              <a:gd name="connsiteY21" fmla="*/ 0 h 6231137"/>
              <a:gd name="connsiteX0" fmla="*/ 1952198 w 12173707"/>
              <a:gd name="connsiteY0" fmla="*/ 0 h 6231137"/>
              <a:gd name="connsiteX1" fmla="*/ 364117 w 12173707"/>
              <a:gd name="connsiteY1" fmla="*/ 10761 h 6231137"/>
              <a:gd name="connsiteX2" fmla="*/ 59454 w 12173707"/>
              <a:gd name="connsiteY2" fmla="*/ 47942 h 6231137"/>
              <a:gd name="connsiteX3" fmla="*/ 59454 w 12173707"/>
              <a:gd name="connsiteY3" fmla="*/ 909146 h 6231137"/>
              <a:gd name="connsiteX4" fmla="*/ 64051 w 12173707"/>
              <a:gd name="connsiteY4" fmla="*/ 909146 h 6231137"/>
              <a:gd name="connsiteX5" fmla="*/ 148426 w 12173707"/>
              <a:gd name="connsiteY5" fmla="*/ 3523848 h 6231137"/>
              <a:gd name="connsiteX6" fmla="*/ 41689 w 12173707"/>
              <a:gd name="connsiteY6" fmla="*/ 5941555 h 6231137"/>
              <a:gd name="connsiteX7" fmla="*/ 2649391 w 12173707"/>
              <a:gd name="connsiteY7" fmla="*/ 5929698 h 6231137"/>
              <a:gd name="connsiteX8" fmla="*/ 4303086 w 12173707"/>
              <a:gd name="connsiteY8" fmla="*/ 5908315 h 6231137"/>
              <a:gd name="connsiteX9" fmla="*/ 5274387 w 12173707"/>
              <a:gd name="connsiteY9" fmla="*/ 5924178 h 6231137"/>
              <a:gd name="connsiteX10" fmla="*/ 5758145 w 12173707"/>
              <a:gd name="connsiteY10" fmla="*/ 6231137 h 6231137"/>
              <a:gd name="connsiteX11" fmla="*/ 6030648 w 12173707"/>
              <a:gd name="connsiteY11" fmla="*/ 5908409 h 6231137"/>
              <a:gd name="connsiteX12" fmla="*/ 9157840 w 12173707"/>
              <a:gd name="connsiteY12" fmla="*/ 5911624 h 6231137"/>
              <a:gd name="connsiteX13" fmla="*/ 10066742 w 12173707"/>
              <a:gd name="connsiteY13" fmla="*/ 5914499 h 6231137"/>
              <a:gd name="connsiteX14" fmla="*/ 10986681 w 12173707"/>
              <a:gd name="connsiteY14" fmla="*/ 5922366 h 6231137"/>
              <a:gd name="connsiteX15" fmla="*/ 12144764 w 12173707"/>
              <a:gd name="connsiteY15" fmla="*/ 5921320 h 6231137"/>
              <a:gd name="connsiteX16" fmla="*/ 12122910 w 12173707"/>
              <a:gd name="connsiteY16" fmla="*/ 2621674 h 6231137"/>
              <a:gd name="connsiteX17" fmla="*/ 12113558 w 12173707"/>
              <a:gd name="connsiteY17" fmla="*/ 176313 h 6231137"/>
              <a:gd name="connsiteX18" fmla="*/ 11348991 w 12173707"/>
              <a:gd name="connsiteY18" fmla="*/ 107615 h 6231137"/>
              <a:gd name="connsiteX19" fmla="*/ 10318767 w 12173707"/>
              <a:gd name="connsiteY19" fmla="*/ 101059 h 6231137"/>
              <a:gd name="connsiteX20" fmla="*/ 7659332 w 12173707"/>
              <a:gd name="connsiteY20" fmla="*/ 75910 h 6231137"/>
              <a:gd name="connsiteX21" fmla="*/ 1952198 w 12173707"/>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9 w 12201124"/>
              <a:gd name="connsiteY5" fmla="*/ 3534559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79615 w 12201124"/>
              <a:gd name="connsiteY0" fmla="*/ 0 h 6231137"/>
              <a:gd name="connsiteX1" fmla="*/ 391534 w 12201124"/>
              <a:gd name="connsiteY1" fmla="*/ 10761 h 6231137"/>
              <a:gd name="connsiteX2" fmla="*/ 86871 w 12201124"/>
              <a:gd name="connsiteY2" fmla="*/ 47942 h 6231137"/>
              <a:gd name="connsiteX3" fmla="*/ 86871 w 12201124"/>
              <a:gd name="connsiteY3" fmla="*/ 909146 h 6231137"/>
              <a:gd name="connsiteX4" fmla="*/ 91468 w 12201124"/>
              <a:gd name="connsiteY4" fmla="*/ 909146 h 6231137"/>
              <a:gd name="connsiteX5" fmla="*/ 33348 w 12201124"/>
              <a:gd name="connsiteY5" fmla="*/ 4337852 h 6231137"/>
              <a:gd name="connsiteX6" fmla="*/ 69106 w 12201124"/>
              <a:gd name="connsiteY6" fmla="*/ 5941555 h 6231137"/>
              <a:gd name="connsiteX7" fmla="*/ 2676808 w 12201124"/>
              <a:gd name="connsiteY7" fmla="*/ 5929698 h 6231137"/>
              <a:gd name="connsiteX8" fmla="*/ 4330503 w 12201124"/>
              <a:gd name="connsiteY8" fmla="*/ 5908315 h 6231137"/>
              <a:gd name="connsiteX9" fmla="*/ 5301804 w 12201124"/>
              <a:gd name="connsiteY9" fmla="*/ 5924178 h 6231137"/>
              <a:gd name="connsiteX10" fmla="*/ 5785562 w 12201124"/>
              <a:gd name="connsiteY10" fmla="*/ 6231137 h 6231137"/>
              <a:gd name="connsiteX11" fmla="*/ 6058065 w 12201124"/>
              <a:gd name="connsiteY11" fmla="*/ 5908409 h 6231137"/>
              <a:gd name="connsiteX12" fmla="*/ 9185257 w 12201124"/>
              <a:gd name="connsiteY12" fmla="*/ 5911624 h 6231137"/>
              <a:gd name="connsiteX13" fmla="*/ 10094159 w 12201124"/>
              <a:gd name="connsiteY13" fmla="*/ 5914499 h 6231137"/>
              <a:gd name="connsiteX14" fmla="*/ 11014098 w 12201124"/>
              <a:gd name="connsiteY14" fmla="*/ 5922366 h 6231137"/>
              <a:gd name="connsiteX15" fmla="*/ 12172181 w 12201124"/>
              <a:gd name="connsiteY15" fmla="*/ 5921320 h 6231137"/>
              <a:gd name="connsiteX16" fmla="*/ 12150327 w 12201124"/>
              <a:gd name="connsiteY16" fmla="*/ 2621674 h 6231137"/>
              <a:gd name="connsiteX17" fmla="*/ 12140975 w 12201124"/>
              <a:gd name="connsiteY17" fmla="*/ 176313 h 6231137"/>
              <a:gd name="connsiteX18" fmla="*/ 11376408 w 12201124"/>
              <a:gd name="connsiteY18" fmla="*/ 107615 h 6231137"/>
              <a:gd name="connsiteX19" fmla="*/ 10346184 w 12201124"/>
              <a:gd name="connsiteY19" fmla="*/ 101059 h 6231137"/>
              <a:gd name="connsiteX20" fmla="*/ 7686749 w 12201124"/>
              <a:gd name="connsiteY20" fmla="*/ 75910 h 6231137"/>
              <a:gd name="connsiteX21" fmla="*/ 1979615 w 12201124"/>
              <a:gd name="connsiteY21" fmla="*/ 0 h 6231137"/>
              <a:gd name="connsiteX0" fmla="*/ 1986334 w 12207843"/>
              <a:gd name="connsiteY0" fmla="*/ 0 h 6231137"/>
              <a:gd name="connsiteX1" fmla="*/ 398253 w 12207843"/>
              <a:gd name="connsiteY1" fmla="*/ 10761 h 6231137"/>
              <a:gd name="connsiteX2" fmla="*/ 93590 w 12207843"/>
              <a:gd name="connsiteY2" fmla="*/ 47942 h 6231137"/>
              <a:gd name="connsiteX3" fmla="*/ 93590 w 12207843"/>
              <a:gd name="connsiteY3" fmla="*/ 909146 h 6231137"/>
              <a:gd name="connsiteX4" fmla="*/ 98187 w 12207843"/>
              <a:gd name="connsiteY4" fmla="*/ 909146 h 6231137"/>
              <a:gd name="connsiteX5" fmla="*/ 40067 w 12207843"/>
              <a:gd name="connsiteY5" fmla="*/ 4337852 h 6231137"/>
              <a:gd name="connsiteX6" fmla="*/ 75825 w 12207843"/>
              <a:gd name="connsiteY6" fmla="*/ 5941555 h 6231137"/>
              <a:gd name="connsiteX7" fmla="*/ 2683527 w 12207843"/>
              <a:gd name="connsiteY7" fmla="*/ 5929698 h 6231137"/>
              <a:gd name="connsiteX8" fmla="*/ 4337222 w 12207843"/>
              <a:gd name="connsiteY8" fmla="*/ 5908315 h 6231137"/>
              <a:gd name="connsiteX9" fmla="*/ 5308523 w 12207843"/>
              <a:gd name="connsiteY9" fmla="*/ 5924178 h 6231137"/>
              <a:gd name="connsiteX10" fmla="*/ 5792281 w 12207843"/>
              <a:gd name="connsiteY10" fmla="*/ 6231137 h 6231137"/>
              <a:gd name="connsiteX11" fmla="*/ 6064784 w 12207843"/>
              <a:gd name="connsiteY11" fmla="*/ 5908409 h 6231137"/>
              <a:gd name="connsiteX12" fmla="*/ 9191976 w 12207843"/>
              <a:gd name="connsiteY12" fmla="*/ 5911624 h 6231137"/>
              <a:gd name="connsiteX13" fmla="*/ 10100878 w 12207843"/>
              <a:gd name="connsiteY13" fmla="*/ 5914499 h 6231137"/>
              <a:gd name="connsiteX14" fmla="*/ 11020817 w 12207843"/>
              <a:gd name="connsiteY14" fmla="*/ 5922366 h 6231137"/>
              <a:gd name="connsiteX15" fmla="*/ 12178900 w 12207843"/>
              <a:gd name="connsiteY15" fmla="*/ 5921320 h 6231137"/>
              <a:gd name="connsiteX16" fmla="*/ 12157046 w 12207843"/>
              <a:gd name="connsiteY16" fmla="*/ 2621674 h 6231137"/>
              <a:gd name="connsiteX17" fmla="*/ 12147694 w 12207843"/>
              <a:gd name="connsiteY17" fmla="*/ 176313 h 6231137"/>
              <a:gd name="connsiteX18" fmla="*/ 11383127 w 12207843"/>
              <a:gd name="connsiteY18" fmla="*/ 107615 h 6231137"/>
              <a:gd name="connsiteX19" fmla="*/ 10352903 w 12207843"/>
              <a:gd name="connsiteY19" fmla="*/ 101059 h 6231137"/>
              <a:gd name="connsiteX20" fmla="*/ 7693468 w 12207843"/>
              <a:gd name="connsiteY20" fmla="*/ 75910 h 6231137"/>
              <a:gd name="connsiteX21" fmla="*/ 1986334 w 12207843"/>
              <a:gd name="connsiteY21" fmla="*/ 0 h 6231137"/>
              <a:gd name="connsiteX0" fmla="*/ 1973709 w 12195218"/>
              <a:gd name="connsiteY0" fmla="*/ 0 h 6231137"/>
              <a:gd name="connsiteX1" fmla="*/ 385628 w 12195218"/>
              <a:gd name="connsiteY1" fmla="*/ 10761 h 6231137"/>
              <a:gd name="connsiteX2" fmla="*/ 80965 w 12195218"/>
              <a:gd name="connsiteY2" fmla="*/ 47942 h 6231137"/>
              <a:gd name="connsiteX3" fmla="*/ 80965 w 12195218"/>
              <a:gd name="connsiteY3" fmla="*/ 909146 h 6231137"/>
              <a:gd name="connsiteX4" fmla="*/ 85562 w 12195218"/>
              <a:gd name="connsiteY4" fmla="*/ 909146 h 6231137"/>
              <a:gd name="connsiteX5" fmla="*/ 27442 w 12195218"/>
              <a:gd name="connsiteY5" fmla="*/ 4337852 h 6231137"/>
              <a:gd name="connsiteX6" fmla="*/ 63200 w 12195218"/>
              <a:gd name="connsiteY6" fmla="*/ 5941555 h 6231137"/>
              <a:gd name="connsiteX7" fmla="*/ 2670902 w 12195218"/>
              <a:gd name="connsiteY7" fmla="*/ 5929698 h 6231137"/>
              <a:gd name="connsiteX8" fmla="*/ 4324597 w 12195218"/>
              <a:gd name="connsiteY8" fmla="*/ 5908315 h 6231137"/>
              <a:gd name="connsiteX9" fmla="*/ 5295898 w 12195218"/>
              <a:gd name="connsiteY9" fmla="*/ 5924178 h 6231137"/>
              <a:gd name="connsiteX10" fmla="*/ 5779656 w 12195218"/>
              <a:gd name="connsiteY10" fmla="*/ 6231137 h 6231137"/>
              <a:gd name="connsiteX11" fmla="*/ 6052159 w 12195218"/>
              <a:gd name="connsiteY11" fmla="*/ 5908409 h 6231137"/>
              <a:gd name="connsiteX12" fmla="*/ 9179351 w 12195218"/>
              <a:gd name="connsiteY12" fmla="*/ 5911624 h 6231137"/>
              <a:gd name="connsiteX13" fmla="*/ 10088253 w 12195218"/>
              <a:gd name="connsiteY13" fmla="*/ 5914499 h 6231137"/>
              <a:gd name="connsiteX14" fmla="*/ 11008192 w 12195218"/>
              <a:gd name="connsiteY14" fmla="*/ 5922366 h 6231137"/>
              <a:gd name="connsiteX15" fmla="*/ 12166275 w 12195218"/>
              <a:gd name="connsiteY15" fmla="*/ 5921320 h 6231137"/>
              <a:gd name="connsiteX16" fmla="*/ 12144421 w 12195218"/>
              <a:gd name="connsiteY16" fmla="*/ 2621674 h 6231137"/>
              <a:gd name="connsiteX17" fmla="*/ 12135069 w 12195218"/>
              <a:gd name="connsiteY17" fmla="*/ 176313 h 6231137"/>
              <a:gd name="connsiteX18" fmla="*/ 11370502 w 12195218"/>
              <a:gd name="connsiteY18" fmla="*/ 107615 h 6231137"/>
              <a:gd name="connsiteX19" fmla="*/ 10340278 w 12195218"/>
              <a:gd name="connsiteY19" fmla="*/ 101059 h 6231137"/>
              <a:gd name="connsiteX20" fmla="*/ 7680843 w 12195218"/>
              <a:gd name="connsiteY20" fmla="*/ 75910 h 6231137"/>
              <a:gd name="connsiteX21" fmla="*/ 1973709 w 12195218"/>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92826 w 12202482"/>
              <a:gd name="connsiteY4" fmla="*/ 909146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1980973 w 12202482"/>
              <a:gd name="connsiteY0" fmla="*/ 0 h 6231137"/>
              <a:gd name="connsiteX1" fmla="*/ 392892 w 12202482"/>
              <a:gd name="connsiteY1" fmla="*/ 10761 h 6231137"/>
              <a:gd name="connsiteX2" fmla="*/ 88229 w 12202482"/>
              <a:gd name="connsiteY2" fmla="*/ 47942 h 6231137"/>
              <a:gd name="connsiteX3" fmla="*/ 88229 w 12202482"/>
              <a:gd name="connsiteY3" fmla="*/ 909146 h 6231137"/>
              <a:gd name="connsiteX4" fmla="*/ 21578 w 12202482"/>
              <a:gd name="connsiteY4" fmla="*/ 994830 h 6231137"/>
              <a:gd name="connsiteX5" fmla="*/ 10957 w 12202482"/>
              <a:gd name="connsiteY5" fmla="*/ 4530644 h 6231137"/>
              <a:gd name="connsiteX6" fmla="*/ 70464 w 12202482"/>
              <a:gd name="connsiteY6" fmla="*/ 5941555 h 6231137"/>
              <a:gd name="connsiteX7" fmla="*/ 2678166 w 12202482"/>
              <a:gd name="connsiteY7" fmla="*/ 5929698 h 6231137"/>
              <a:gd name="connsiteX8" fmla="*/ 4331861 w 12202482"/>
              <a:gd name="connsiteY8" fmla="*/ 5908315 h 6231137"/>
              <a:gd name="connsiteX9" fmla="*/ 5303162 w 12202482"/>
              <a:gd name="connsiteY9" fmla="*/ 5924178 h 6231137"/>
              <a:gd name="connsiteX10" fmla="*/ 5786920 w 12202482"/>
              <a:gd name="connsiteY10" fmla="*/ 6231137 h 6231137"/>
              <a:gd name="connsiteX11" fmla="*/ 6059423 w 12202482"/>
              <a:gd name="connsiteY11" fmla="*/ 5908409 h 6231137"/>
              <a:gd name="connsiteX12" fmla="*/ 9186615 w 12202482"/>
              <a:gd name="connsiteY12" fmla="*/ 5911624 h 6231137"/>
              <a:gd name="connsiteX13" fmla="*/ 10095517 w 12202482"/>
              <a:gd name="connsiteY13" fmla="*/ 5914499 h 6231137"/>
              <a:gd name="connsiteX14" fmla="*/ 11015456 w 12202482"/>
              <a:gd name="connsiteY14" fmla="*/ 5922366 h 6231137"/>
              <a:gd name="connsiteX15" fmla="*/ 12173539 w 12202482"/>
              <a:gd name="connsiteY15" fmla="*/ 5921320 h 6231137"/>
              <a:gd name="connsiteX16" fmla="*/ 12151685 w 12202482"/>
              <a:gd name="connsiteY16" fmla="*/ 2621674 h 6231137"/>
              <a:gd name="connsiteX17" fmla="*/ 12142333 w 12202482"/>
              <a:gd name="connsiteY17" fmla="*/ 176313 h 6231137"/>
              <a:gd name="connsiteX18" fmla="*/ 11377766 w 12202482"/>
              <a:gd name="connsiteY18" fmla="*/ 107615 h 6231137"/>
              <a:gd name="connsiteX19" fmla="*/ 10347542 w 12202482"/>
              <a:gd name="connsiteY19" fmla="*/ 101059 h 6231137"/>
              <a:gd name="connsiteX20" fmla="*/ 7688107 w 12202482"/>
              <a:gd name="connsiteY20" fmla="*/ 75910 h 6231137"/>
              <a:gd name="connsiteX21" fmla="*/ 1980973 w 12202482"/>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42494 w 12256747"/>
              <a:gd name="connsiteY3" fmla="*/ 909146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75843 w 12256747"/>
              <a:gd name="connsiteY4" fmla="*/ 994830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35238 w 12256747"/>
              <a:gd name="connsiteY0" fmla="*/ 0 h 6231137"/>
              <a:gd name="connsiteX1" fmla="*/ 447157 w 12256747"/>
              <a:gd name="connsiteY1" fmla="*/ 10761 h 6231137"/>
              <a:gd name="connsiteX2" fmla="*/ 0 w 12256747"/>
              <a:gd name="connsiteY2" fmla="*/ 26521 h 6231137"/>
              <a:gd name="connsiteX3" fmla="*/ -1 w 12256747"/>
              <a:gd name="connsiteY3" fmla="*/ 844885 h 6231137"/>
              <a:gd name="connsiteX4" fmla="*/ 4594 w 12256747"/>
              <a:gd name="connsiteY4" fmla="*/ 1176912 h 6231137"/>
              <a:gd name="connsiteX5" fmla="*/ 65222 w 12256747"/>
              <a:gd name="connsiteY5" fmla="*/ 4530644 h 6231137"/>
              <a:gd name="connsiteX6" fmla="*/ 124729 w 12256747"/>
              <a:gd name="connsiteY6" fmla="*/ 5941555 h 6231137"/>
              <a:gd name="connsiteX7" fmla="*/ 2732431 w 12256747"/>
              <a:gd name="connsiteY7" fmla="*/ 5929698 h 6231137"/>
              <a:gd name="connsiteX8" fmla="*/ 4386126 w 12256747"/>
              <a:gd name="connsiteY8" fmla="*/ 5908315 h 6231137"/>
              <a:gd name="connsiteX9" fmla="*/ 5357427 w 12256747"/>
              <a:gd name="connsiteY9" fmla="*/ 5924178 h 6231137"/>
              <a:gd name="connsiteX10" fmla="*/ 5841185 w 12256747"/>
              <a:gd name="connsiteY10" fmla="*/ 6231137 h 6231137"/>
              <a:gd name="connsiteX11" fmla="*/ 6113688 w 12256747"/>
              <a:gd name="connsiteY11" fmla="*/ 5908409 h 6231137"/>
              <a:gd name="connsiteX12" fmla="*/ 9240880 w 12256747"/>
              <a:gd name="connsiteY12" fmla="*/ 5911624 h 6231137"/>
              <a:gd name="connsiteX13" fmla="*/ 10149782 w 12256747"/>
              <a:gd name="connsiteY13" fmla="*/ 5914499 h 6231137"/>
              <a:gd name="connsiteX14" fmla="*/ 11069721 w 12256747"/>
              <a:gd name="connsiteY14" fmla="*/ 5922366 h 6231137"/>
              <a:gd name="connsiteX15" fmla="*/ 12227804 w 12256747"/>
              <a:gd name="connsiteY15" fmla="*/ 5921320 h 6231137"/>
              <a:gd name="connsiteX16" fmla="*/ 12205950 w 12256747"/>
              <a:gd name="connsiteY16" fmla="*/ 2621674 h 6231137"/>
              <a:gd name="connsiteX17" fmla="*/ 12196598 w 12256747"/>
              <a:gd name="connsiteY17" fmla="*/ 176313 h 6231137"/>
              <a:gd name="connsiteX18" fmla="*/ 11432031 w 12256747"/>
              <a:gd name="connsiteY18" fmla="*/ 107615 h 6231137"/>
              <a:gd name="connsiteX19" fmla="*/ 10401807 w 12256747"/>
              <a:gd name="connsiteY19" fmla="*/ 101059 h 6231137"/>
              <a:gd name="connsiteX20" fmla="*/ 7742372 w 12256747"/>
              <a:gd name="connsiteY20" fmla="*/ 75910 h 6231137"/>
              <a:gd name="connsiteX21" fmla="*/ 2035238 w 12256747"/>
              <a:gd name="connsiteY21" fmla="*/ 0 h 6231137"/>
              <a:gd name="connsiteX0" fmla="*/ 2054471 w 12275980"/>
              <a:gd name="connsiteY0" fmla="*/ 0 h 6231137"/>
              <a:gd name="connsiteX1" fmla="*/ 466390 w 12275980"/>
              <a:gd name="connsiteY1" fmla="*/ 10761 h 6231137"/>
              <a:gd name="connsiteX2" fmla="*/ 19233 w 12275980"/>
              <a:gd name="connsiteY2" fmla="*/ 26521 h 6231137"/>
              <a:gd name="connsiteX3" fmla="*/ 19232 w 12275980"/>
              <a:gd name="connsiteY3" fmla="*/ 844885 h 6231137"/>
              <a:gd name="connsiteX4" fmla="*/ 76 w 12275980"/>
              <a:gd name="connsiteY4" fmla="*/ 1369703 h 6231137"/>
              <a:gd name="connsiteX5" fmla="*/ 84455 w 12275980"/>
              <a:gd name="connsiteY5" fmla="*/ 4530644 h 6231137"/>
              <a:gd name="connsiteX6" fmla="*/ 143962 w 12275980"/>
              <a:gd name="connsiteY6" fmla="*/ 5941555 h 6231137"/>
              <a:gd name="connsiteX7" fmla="*/ 2751664 w 12275980"/>
              <a:gd name="connsiteY7" fmla="*/ 5929698 h 6231137"/>
              <a:gd name="connsiteX8" fmla="*/ 4405359 w 12275980"/>
              <a:gd name="connsiteY8" fmla="*/ 5908315 h 6231137"/>
              <a:gd name="connsiteX9" fmla="*/ 5376660 w 12275980"/>
              <a:gd name="connsiteY9" fmla="*/ 5924178 h 6231137"/>
              <a:gd name="connsiteX10" fmla="*/ 5860418 w 12275980"/>
              <a:gd name="connsiteY10" fmla="*/ 6231137 h 6231137"/>
              <a:gd name="connsiteX11" fmla="*/ 6132921 w 12275980"/>
              <a:gd name="connsiteY11" fmla="*/ 5908409 h 6231137"/>
              <a:gd name="connsiteX12" fmla="*/ 9260113 w 12275980"/>
              <a:gd name="connsiteY12" fmla="*/ 5911624 h 6231137"/>
              <a:gd name="connsiteX13" fmla="*/ 10169015 w 12275980"/>
              <a:gd name="connsiteY13" fmla="*/ 5914499 h 6231137"/>
              <a:gd name="connsiteX14" fmla="*/ 11088954 w 12275980"/>
              <a:gd name="connsiteY14" fmla="*/ 5922366 h 6231137"/>
              <a:gd name="connsiteX15" fmla="*/ 12247037 w 12275980"/>
              <a:gd name="connsiteY15" fmla="*/ 5921320 h 6231137"/>
              <a:gd name="connsiteX16" fmla="*/ 12225183 w 12275980"/>
              <a:gd name="connsiteY16" fmla="*/ 2621674 h 6231137"/>
              <a:gd name="connsiteX17" fmla="*/ 12215831 w 12275980"/>
              <a:gd name="connsiteY17" fmla="*/ 176313 h 6231137"/>
              <a:gd name="connsiteX18" fmla="*/ 11451264 w 12275980"/>
              <a:gd name="connsiteY18" fmla="*/ 107615 h 6231137"/>
              <a:gd name="connsiteX19" fmla="*/ 10421040 w 12275980"/>
              <a:gd name="connsiteY19" fmla="*/ 101059 h 6231137"/>
              <a:gd name="connsiteX20" fmla="*/ 7761605 w 12275980"/>
              <a:gd name="connsiteY20" fmla="*/ 75910 h 6231137"/>
              <a:gd name="connsiteX21" fmla="*/ 2054471 w 1227598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161182 w 12293200"/>
              <a:gd name="connsiteY6" fmla="*/ 5941555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93200"/>
              <a:gd name="connsiteY0" fmla="*/ 0 h 6231137"/>
              <a:gd name="connsiteX1" fmla="*/ 483610 w 12293200"/>
              <a:gd name="connsiteY1" fmla="*/ 10761 h 6231137"/>
              <a:gd name="connsiteX2" fmla="*/ 36453 w 12293200"/>
              <a:gd name="connsiteY2" fmla="*/ 26521 h 6231137"/>
              <a:gd name="connsiteX3" fmla="*/ 36452 w 12293200"/>
              <a:gd name="connsiteY3" fmla="*/ 844885 h 6231137"/>
              <a:gd name="connsiteX4" fmla="*/ 17296 w 12293200"/>
              <a:gd name="connsiteY4" fmla="*/ 1369703 h 6231137"/>
              <a:gd name="connsiteX5" fmla="*/ 6679 w 12293200"/>
              <a:gd name="connsiteY5" fmla="*/ 4594908 h 6231137"/>
              <a:gd name="connsiteX6" fmla="*/ 89932 w 12293200"/>
              <a:gd name="connsiteY6" fmla="*/ 5941557 h 6231137"/>
              <a:gd name="connsiteX7" fmla="*/ 2768884 w 12293200"/>
              <a:gd name="connsiteY7" fmla="*/ 5929698 h 6231137"/>
              <a:gd name="connsiteX8" fmla="*/ 4422579 w 12293200"/>
              <a:gd name="connsiteY8" fmla="*/ 5908315 h 6231137"/>
              <a:gd name="connsiteX9" fmla="*/ 5393880 w 12293200"/>
              <a:gd name="connsiteY9" fmla="*/ 5924178 h 6231137"/>
              <a:gd name="connsiteX10" fmla="*/ 5877638 w 12293200"/>
              <a:gd name="connsiteY10" fmla="*/ 6231137 h 6231137"/>
              <a:gd name="connsiteX11" fmla="*/ 6150141 w 12293200"/>
              <a:gd name="connsiteY11" fmla="*/ 5908409 h 6231137"/>
              <a:gd name="connsiteX12" fmla="*/ 9277333 w 12293200"/>
              <a:gd name="connsiteY12" fmla="*/ 5911624 h 6231137"/>
              <a:gd name="connsiteX13" fmla="*/ 10186235 w 12293200"/>
              <a:gd name="connsiteY13" fmla="*/ 5914499 h 6231137"/>
              <a:gd name="connsiteX14" fmla="*/ 11106174 w 12293200"/>
              <a:gd name="connsiteY14" fmla="*/ 5922366 h 6231137"/>
              <a:gd name="connsiteX15" fmla="*/ 12264257 w 12293200"/>
              <a:gd name="connsiteY15" fmla="*/ 5921320 h 6231137"/>
              <a:gd name="connsiteX16" fmla="*/ 12242403 w 12293200"/>
              <a:gd name="connsiteY16" fmla="*/ 2621674 h 6231137"/>
              <a:gd name="connsiteX17" fmla="*/ 12233051 w 12293200"/>
              <a:gd name="connsiteY17" fmla="*/ 176313 h 6231137"/>
              <a:gd name="connsiteX18" fmla="*/ 11468484 w 12293200"/>
              <a:gd name="connsiteY18" fmla="*/ 107615 h 6231137"/>
              <a:gd name="connsiteX19" fmla="*/ 10438260 w 12293200"/>
              <a:gd name="connsiteY19" fmla="*/ 101059 h 6231137"/>
              <a:gd name="connsiteX20" fmla="*/ 7778825 w 12293200"/>
              <a:gd name="connsiteY20" fmla="*/ 75910 h 6231137"/>
              <a:gd name="connsiteX21" fmla="*/ 2071691 w 12293200"/>
              <a:gd name="connsiteY21" fmla="*/ 0 h 6231137"/>
              <a:gd name="connsiteX0" fmla="*/ 2071691 w 12288138"/>
              <a:gd name="connsiteY0" fmla="*/ 24998 h 6256135"/>
              <a:gd name="connsiteX1" fmla="*/ 483610 w 12288138"/>
              <a:gd name="connsiteY1" fmla="*/ 35759 h 6256135"/>
              <a:gd name="connsiteX2" fmla="*/ 36453 w 12288138"/>
              <a:gd name="connsiteY2" fmla="*/ 51519 h 6256135"/>
              <a:gd name="connsiteX3" fmla="*/ 36452 w 12288138"/>
              <a:gd name="connsiteY3" fmla="*/ 869883 h 6256135"/>
              <a:gd name="connsiteX4" fmla="*/ 17296 w 12288138"/>
              <a:gd name="connsiteY4" fmla="*/ 1394701 h 6256135"/>
              <a:gd name="connsiteX5" fmla="*/ 6679 w 12288138"/>
              <a:gd name="connsiteY5" fmla="*/ 4619906 h 6256135"/>
              <a:gd name="connsiteX6" fmla="*/ 89932 w 12288138"/>
              <a:gd name="connsiteY6" fmla="*/ 5966555 h 6256135"/>
              <a:gd name="connsiteX7" fmla="*/ 2768884 w 12288138"/>
              <a:gd name="connsiteY7" fmla="*/ 5954696 h 6256135"/>
              <a:gd name="connsiteX8" fmla="*/ 4422579 w 12288138"/>
              <a:gd name="connsiteY8" fmla="*/ 5933313 h 6256135"/>
              <a:gd name="connsiteX9" fmla="*/ 5393880 w 12288138"/>
              <a:gd name="connsiteY9" fmla="*/ 5949176 h 6256135"/>
              <a:gd name="connsiteX10" fmla="*/ 5877638 w 12288138"/>
              <a:gd name="connsiteY10" fmla="*/ 6256135 h 6256135"/>
              <a:gd name="connsiteX11" fmla="*/ 6150141 w 12288138"/>
              <a:gd name="connsiteY11" fmla="*/ 5933407 h 6256135"/>
              <a:gd name="connsiteX12" fmla="*/ 9277333 w 12288138"/>
              <a:gd name="connsiteY12" fmla="*/ 5936622 h 6256135"/>
              <a:gd name="connsiteX13" fmla="*/ 10186235 w 12288138"/>
              <a:gd name="connsiteY13" fmla="*/ 5939497 h 6256135"/>
              <a:gd name="connsiteX14" fmla="*/ 11106174 w 12288138"/>
              <a:gd name="connsiteY14" fmla="*/ 5947364 h 6256135"/>
              <a:gd name="connsiteX15" fmla="*/ 12264257 w 12288138"/>
              <a:gd name="connsiteY15" fmla="*/ 5946318 h 6256135"/>
              <a:gd name="connsiteX16" fmla="*/ 12242403 w 12288138"/>
              <a:gd name="connsiteY16" fmla="*/ 2646672 h 6256135"/>
              <a:gd name="connsiteX17" fmla="*/ 12233051 w 12288138"/>
              <a:gd name="connsiteY17" fmla="*/ 201311 h 6256135"/>
              <a:gd name="connsiteX18" fmla="*/ 11729726 w 12288138"/>
              <a:gd name="connsiteY18" fmla="*/ 132612 h 6256135"/>
              <a:gd name="connsiteX19" fmla="*/ 10438260 w 12288138"/>
              <a:gd name="connsiteY19" fmla="*/ 126057 h 6256135"/>
              <a:gd name="connsiteX20" fmla="*/ 7778825 w 12288138"/>
              <a:gd name="connsiteY20" fmla="*/ 100908 h 6256135"/>
              <a:gd name="connsiteX21" fmla="*/ 2071691 w 12288138"/>
              <a:gd name="connsiteY21" fmla="*/ 24998 h 6256135"/>
              <a:gd name="connsiteX0" fmla="*/ 2071691 w 12281699"/>
              <a:gd name="connsiteY0" fmla="*/ 0 h 6231137"/>
              <a:gd name="connsiteX1" fmla="*/ 483610 w 12281699"/>
              <a:gd name="connsiteY1" fmla="*/ 10761 h 6231137"/>
              <a:gd name="connsiteX2" fmla="*/ 36453 w 12281699"/>
              <a:gd name="connsiteY2" fmla="*/ 26521 h 6231137"/>
              <a:gd name="connsiteX3" fmla="*/ 36452 w 12281699"/>
              <a:gd name="connsiteY3" fmla="*/ 844885 h 6231137"/>
              <a:gd name="connsiteX4" fmla="*/ 17296 w 12281699"/>
              <a:gd name="connsiteY4" fmla="*/ 1369703 h 6231137"/>
              <a:gd name="connsiteX5" fmla="*/ 6679 w 12281699"/>
              <a:gd name="connsiteY5" fmla="*/ 4594908 h 6231137"/>
              <a:gd name="connsiteX6" fmla="*/ 89932 w 12281699"/>
              <a:gd name="connsiteY6" fmla="*/ 5941557 h 6231137"/>
              <a:gd name="connsiteX7" fmla="*/ 2768884 w 12281699"/>
              <a:gd name="connsiteY7" fmla="*/ 5929698 h 6231137"/>
              <a:gd name="connsiteX8" fmla="*/ 4422579 w 12281699"/>
              <a:gd name="connsiteY8" fmla="*/ 5908315 h 6231137"/>
              <a:gd name="connsiteX9" fmla="*/ 5393880 w 12281699"/>
              <a:gd name="connsiteY9" fmla="*/ 5924178 h 6231137"/>
              <a:gd name="connsiteX10" fmla="*/ 5877638 w 12281699"/>
              <a:gd name="connsiteY10" fmla="*/ 6231137 h 6231137"/>
              <a:gd name="connsiteX11" fmla="*/ 6150141 w 12281699"/>
              <a:gd name="connsiteY11" fmla="*/ 5908409 h 6231137"/>
              <a:gd name="connsiteX12" fmla="*/ 9277333 w 12281699"/>
              <a:gd name="connsiteY12" fmla="*/ 5911624 h 6231137"/>
              <a:gd name="connsiteX13" fmla="*/ 10186235 w 12281699"/>
              <a:gd name="connsiteY13" fmla="*/ 5914499 h 6231137"/>
              <a:gd name="connsiteX14" fmla="*/ 11106174 w 12281699"/>
              <a:gd name="connsiteY14" fmla="*/ 5922366 h 6231137"/>
              <a:gd name="connsiteX15" fmla="*/ 12264257 w 12281699"/>
              <a:gd name="connsiteY15" fmla="*/ 5921320 h 6231137"/>
              <a:gd name="connsiteX16" fmla="*/ 12242403 w 12281699"/>
              <a:gd name="connsiteY16" fmla="*/ 2621674 h 6231137"/>
              <a:gd name="connsiteX17" fmla="*/ 12233051 w 12281699"/>
              <a:gd name="connsiteY17" fmla="*/ 176313 h 6231137"/>
              <a:gd name="connsiteX18" fmla="*/ 11729726 w 12281699"/>
              <a:gd name="connsiteY18" fmla="*/ 107614 h 6231137"/>
              <a:gd name="connsiteX19" fmla="*/ 10438260 w 12281699"/>
              <a:gd name="connsiteY19" fmla="*/ 101059 h 6231137"/>
              <a:gd name="connsiteX20" fmla="*/ 7778825 w 12281699"/>
              <a:gd name="connsiteY20" fmla="*/ 75910 h 6231137"/>
              <a:gd name="connsiteX21" fmla="*/ 2071691 w 12281699"/>
              <a:gd name="connsiteY21" fmla="*/ 0 h 6231137"/>
              <a:gd name="connsiteX0" fmla="*/ 2071691 w 12281973"/>
              <a:gd name="connsiteY0" fmla="*/ 17107 h 6248244"/>
              <a:gd name="connsiteX1" fmla="*/ 483610 w 12281973"/>
              <a:gd name="connsiteY1" fmla="*/ 27868 h 6248244"/>
              <a:gd name="connsiteX2" fmla="*/ 36453 w 12281973"/>
              <a:gd name="connsiteY2" fmla="*/ 43628 h 6248244"/>
              <a:gd name="connsiteX3" fmla="*/ 36452 w 12281973"/>
              <a:gd name="connsiteY3" fmla="*/ 861992 h 6248244"/>
              <a:gd name="connsiteX4" fmla="*/ 17296 w 12281973"/>
              <a:gd name="connsiteY4" fmla="*/ 1386810 h 6248244"/>
              <a:gd name="connsiteX5" fmla="*/ 6679 w 12281973"/>
              <a:gd name="connsiteY5" fmla="*/ 4612015 h 6248244"/>
              <a:gd name="connsiteX6" fmla="*/ 89932 w 12281973"/>
              <a:gd name="connsiteY6" fmla="*/ 5958664 h 6248244"/>
              <a:gd name="connsiteX7" fmla="*/ 2768884 w 12281973"/>
              <a:gd name="connsiteY7" fmla="*/ 5946805 h 6248244"/>
              <a:gd name="connsiteX8" fmla="*/ 4422579 w 12281973"/>
              <a:gd name="connsiteY8" fmla="*/ 5925422 h 6248244"/>
              <a:gd name="connsiteX9" fmla="*/ 5393880 w 12281973"/>
              <a:gd name="connsiteY9" fmla="*/ 5941285 h 6248244"/>
              <a:gd name="connsiteX10" fmla="*/ 5877638 w 12281973"/>
              <a:gd name="connsiteY10" fmla="*/ 6248244 h 6248244"/>
              <a:gd name="connsiteX11" fmla="*/ 6150141 w 12281973"/>
              <a:gd name="connsiteY11" fmla="*/ 5925516 h 6248244"/>
              <a:gd name="connsiteX12" fmla="*/ 9277333 w 12281973"/>
              <a:gd name="connsiteY12" fmla="*/ 5928731 h 6248244"/>
              <a:gd name="connsiteX13" fmla="*/ 10186235 w 12281973"/>
              <a:gd name="connsiteY13" fmla="*/ 5931606 h 6248244"/>
              <a:gd name="connsiteX14" fmla="*/ 11106174 w 12281973"/>
              <a:gd name="connsiteY14" fmla="*/ 5939473 h 6248244"/>
              <a:gd name="connsiteX15" fmla="*/ 12264257 w 12281973"/>
              <a:gd name="connsiteY15" fmla="*/ 5938427 h 6248244"/>
              <a:gd name="connsiteX16" fmla="*/ 12242403 w 12281973"/>
              <a:gd name="connsiteY16" fmla="*/ 2638781 h 6248244"/>
              <a:gd name="connsiteX17" fmla="*/ 12233051 w 12281973"/>
              <a:gd name="connsiteY17" fmla="*/ 193420 h 6248244"/>
              <a:gd name="connsiteX18" fmla="*/ 11824723 w 12281973"/>
              <a:gd name="connsiteY18" fmla="*/ 146142 h 6248244"/>
              <a:gd name="connsiteX19" fmla="*/ 10438260 w 12281973"/>
              <a:gd name="connsiteY19" fmla="*/ 118166 h 6248244"/>
              <a:gd name="connsiteX20" fmla="*/ 7778825 w 12281973"/>
              <a:gd name="connsiteY20" fmla="*/ 93017 h 6248244"/>
              <a:gd name="connsiteX21" fmla="*/ 2071691 w 12281973"/>
              <a:gd name="connsiteY21" fmla="*/ 17107 h 6248244"/>
              <a:gd name="connsiteX0" fmla="*/ 2071691 w 12281973"/>
              <a:gd name="connsiteY0" fmla="*/ 19214 h 6250351"/>
              <a:gd name="connsiteX1" fmla="*/ 483610 w 12281973"/>
              <a:gd name="connsiteY1" fmla="*/ 29975 h 6250351"/>
              <a:gd name="connsiteX2" fmla="*/ 36453 w 12281973"/>
              <a:gd name="connsiteY2" fmla="*/ 45735 h 6250351"/>
              <a:gd name="connsiteX3" fmla="*/ 36452 w 12281973"/>
              <a:gd name="connsiteY3" fmla="*/ 864099 h 6250351"/>
              <a:gd name="connsiteX4" fmla="*/ 17296 w 12281973"/>
              <a:gd name="connsiteY4" fmla="*/ 1388917 h 6250351"/>
              <a:gd name="connsiteX5" fmla="*/ 6679 w 12281973"/>
              <a:gd name="connsiteY5" fmla="*/ 4614122 h 6250351"/>
              <a:gd name="connsiteX6" fmla="*/ 89932 w 12281973"/>
              <a:gd name="connsiteY6" fmla="*/ 5960771 h 6250351"/>
              <a:gd name="connsiteX7" fmla="*/ 2768884 w 12281973"/>
              <a:gd name="connsiteY7" fmla="*/ 5948912 h 6250351"/>
              <a:gd name="connsiteX8" fmla="*/ 4422579 w 12281973"/>
              <a:gd name="connsiteY8" fmla="*/ 5927529 h 6250351"/>
              <a:gd name="connsiteX9" fmla="*/ 5393880 w 12281973"/>
              <a:gd name="connsiteY9" fmla="*/ 5943392 h 6250351"/>
              <a:gd name="connsiteX10" fmla="*/ 5877638 w 12281973"/>
              <a:gd name="connsiteY10" fmla="*/ 6250351 h 6250351"/>
              <a:gd name="connsiteX11" fmla="*/ 6150141 w 12281973"/>
              <a:gd name="connsiteY11" fmla="*/ 5927623 h 6250351"/>
              <a:gd name="connsiteX12" fmla="*/ 9277333 w 12281973"/>
              <a:gd name="connsiteY12" fmla="*/ 5930838 h 6250351"/>
              <a:gd name="connsiteX13" fmla="*/ 10186235 w 12281973"/>
              <a:gd name="connsiteY13" fmla="*/ 5933713 h 6250351"/>
              <a:gd name="connsiteX14" fmla="*/ 11106174 w 12281973"/>
              <a:gd name="connsiteY14" fmla="*/ 5941580 h 6250351"/>
              <a:gd name="connsiteX15" fmla="*/ 12264257 w 12281973"/>
              <a:gd name="connsiteY15" fmla="*/ 5940534 h 6250351"/>
              <a:gd name="connsiteX16" fmla="*/ 12242403 w 12281973"/>
              <a:gd name="connsiteY16" fmla="*/ 2640888 h 6250351"/>
              <a:gd name="connsiteX17" fmla="*/ 12233051 w 12281973"/>
              <a:gd name="connsiteY17" fmla="*/ 195527 h 6250351"/>
              <a:gd name="connsiteX18" fmla="*/ 11824723 w 12281973"/>
              <a:gd name="connsiteY18" fmla="*/ 148249 h 6250351"/>
              <a:gd name="connsiteX19" fmla="*/ 10295765 w 12281973"/>
              <a:gd name="connsiteY19" fmla="*/ 141693 h 6250351"/>
              <a:gd name="connsiteX20" fmla="*/ 7778825 w 12281973"/>
              <a:gd name="connsiteY20" fmla="*/ 95124 h 6250351"/>
              <a:gd name="connsiteX21" fmla="*/ 2071691 w 12281973"/>
              <a:gd name="connsiteY21" fmla="*/ 19214 h 6250351"/>
              <a:gd name="connsiteX0" fmla="*/ 2071691 w 12322325"/>
              <a:gd name="connsiteY0" fmla="*/ 0 h 6231137"/>
              <a:gd name="connsiteX1" fmla="*/ 483610 w 12322325"/>
              <a:gd name="connsiteY1" fmla="*/ 10761 h 6231137"/>
              <a:gd name="connsiteX2" fmla="*/ 36453 w 12322325"/>
              <a:gd name="connsiteY2" fmla="*/ 26521 h 6231137"/>
              <a:gd name="connsiteX3" fmla="*/ 36452 w 12322325"/>
              <a:gd name="connsiteY3" fmla="*/ 844885 h 6231137"/>
              <a:gd name="connsiteX4" fmla="*/ 17296 w 12322325"/>
              <a:gd name="connsiteY4" fmla="*/ 1369703 h 6231137"/>
              <a:gd name="connsiteX5" fmla="*/ 6679 w 12322325"/>
              <a:gd name="connsiteY5" fmla="*/ 4594908 h 6231137"/>
              <a:gd name="connsiteX6" fmla="*/ 89932 w 12322325"/>
              <a:gd name="connsiteY6" fmla="*/ 5941557 h 6231137"/>
              <a:gd name="connsiteX7" fmla="*/ 2768884 w 12322325"/>
              <a:gd name="connsiteY7" fmla="*/ 5929698 h 6231137"/>
              <a:gd name="connsiteX8" fmla="*/ 4422579 w 12322325"/>
              <a:gd name="connsiteY8" fmla="*/ 5908315 h 6231137"/>
              <a:gd name="connsiteX9" fmla="*/ 5393880 w 12322325"/>
              <a:gd name="connsiteY9" fmla="*/ 5924178 h 6231137"/>
              <a:gd name="connsiteX10" fmla="*/ 5877638 w 12322325"/>
              <a:gd name="connsiteY10" fmla="*/ 6231137 h 6231137"/>
              <a:gd name="connsiteX11" fmla="*/ 6150141 w 12322325"/>
              <a:gd name="connsiteY11" fmla="*/ 5908409 h 6231137"/>
              <a:gd name="connsiteX12" fmla="*/ 9277333 w 12322325"/>
              <a:gd name="connsiteY12" fmla="*/ 5911624 h 6231137"/>
              <a:gd name="connsiteX13" fmla="*/ 10186235 w 12322325"/>
              <a:gd name="connsiteY13" fmla="*/ 5914499 h 6231137"/>
              <a:gd name="connsiteX14" fmla="*/ 11106174 w 12322325"/>
              <a:gd name="connsiteY14" fmla="*/ 5922366 h 6231137"/>
              <a:gd name="connsiteX15" fmla="*/ 12264257 w 12322325"/>
              <a:gd name="connsiteY15" fmla="*/ 5921320 h 6231137"/>
              <a:gd name="connsiteX16" fmla="*/ 12242403 w 12322325"/>
              <a:gd name="connsiteY16" fmla="*/ 2621674 h 6231137"/>
              <a:gd name="connsiteX17" fmla="*/ 12233051 w 12322325"/>
              <a:gd name="connsiteY17" fmla="*/ 176313 h 6231137"/>
              <a:gd name="connsiteX18" fmla="*/ 11824723 w 12322325"/>
              <a:gd name="connsiteY18" fmla="*/ 129035 h 6231137"/>
              <a:gd name="connsiteX19" fmla="*/ 10295765 w 12322325"/>
              <a:gd name="connsiteY19" fmla="*/ 122479 h 6231137"/>
              <a:gd name="connsiteX20" fmla="*/ 7778825 w 12322325"/>
              <a:gd name="connsiteY20" fmla="*/ 75910 h 6231137"/>
              <a:gd name="connsiteX21" fmla="*/ 2071691 w 12322325"/>
              <a:gd name="connsiteY21" fmla="*/ 0 h 6231137"/>
              <a:gd name="connsiteX0" fmla="*/ 2071691 w 12275492"/>
              <a:gd name="connsiteY0" fmla="*/ 0 h 6231137"/>
              <a:gd name="connsiteX1" fmla="*/ 483610 w 12275492"/>
              <a:gd name="connsiteY1" fmla="*/ 10761 h 6231137"/>
              <a:gd name="connsiteX2" fmla="*/ 36453 w 12275492"/>
              <a:gd name="connsiteY2" fmla="*/ 26521 h 6231137"/>
              <a:gd name="connsiteX3" fmla="*/ 36452 w 12275492"/>
              <a:gd name="connsiteY3" fmla="*/ 844885 h 6231137"/>
              <a:gd name="connsiteX4" fmla="*/ 17296 w 12275492"/>
              <a:gd name="connsiteY4" fmla="*/ 1369703 h 6231137"/>
              <a:gd name="connsiteX5" fmla="*/ 6679 w 12275492"/>
              <a:gd name="connsiteY5" fmla="*/ 4594908 h 6231137"/>
              <a:gd name="connsiteX6" fmla="*/ 89932 w 12275492"/>
              <a:gd name="connsiteY6" fmla="*/ 5941557 h 6231137"/>
              <a:gd name="connsiteX7" fmla="*/ 2768884 w 12275492"/>
              <a:gd name="connsiteY7" fmla="*/ 5929698 h 6231137"/>
              <a:gd name="connsiteX8" fmla="*/ 4422579 w 12275492"/>
              <a:gd name="connsiteY8" fmla="*/ 5908315 h 6231137"/>
              <a:gd name="connsiteX9" fmla="*/ 5393880 w 12275492"/>
              <a:gd name="connsiteY9" fmla="*/ 5924178 h 6231137"/>
              <a:gd name="connsiteX10" fmla="*/ 5877638 w 12275492"/>
              <a:gd name="connsiteY10" fmla="*/ 6231137 h 6231137"/>
              <a:gd name="connsiteX11" fmla="*/ 6150141 w 12275492"/>
              <a:gd name="connsiteY11" fmla="*/ 5908409 h 6231137"/>
              <a:gd name="connsiteX12" fmla="*/ 9277333 w 12275492"/>
              <a:gd name="connsiteY12" fmla="*/ 5911624 h 6231137"/>
              <a:gd name="connsiteX13" fmla="*/ 10186235 w 12275492"/>
              <a:gd name="connsiteY13" fmla="*/ 5914499 h 6231137"/>
              <a:gd name="connsiteX14" fmla="*/ 11106174 w 12275492"/>
              <a:gd name="connsiteY14" fmla="*/ 5922366 h 6231137"/>
              <a:gd name="connsiteX15" fmla="*/ 12264257 w 12275492"/>
              <a:gd name="connsiteY15" fmla="*/ 5921320 h 6231137"/>
              <a:gd name="connsiteX16" fmla="*/ 12242403 w 12275492"/>
              <a:gd name="connsiteY16" fmla="*/ 2621674 h 6231137"/>
              <a:gd name="connsiteX17" fmla="*/ 12233051 w 12275492"/>
              <a:gd name="connsiteY17" fmla="*/ 176313 h 6231137"/>
              <a:gd name="connsiteX18" fmla="*/ 11824723 w 12275492"/>
              <a:gd name="connsiteY18" fmla="*/ 129035 h 6231137"/>
              <a:gd name="connsiteX19" fmla="*/ 10295765 w 12275492"/>
              <a:gd name="connsiteY19" fmla="*/ 122479 h 6231137"/>
              <a:gd name="connsiteX20" fmla="*/ 7778825 w 12275492"/>
              <a:gd name="connsiteY20" fmla="*/ 75910 h 6231137"/>
              <a:gd name="connsiteX21" fmla="*/ 2071691 w 12275492"/>
              <a:gd name="connsiteY21" fmla="*/ 0 h 6231137"/>
              <a:gd name="connsiteX0" fmla="*/ 2071691 w 12313887"/>
              <a:gd name="connsiteY0" fmla="*/ 20004 h 6251141"/>
              <a:gd name="connsiteX1" fmla="*/ 483610 w 12313887"/>
              <a:gd name="connsiteY1" fmla="*/ 30765 h 6251141"/>
              <a:gd name="connsiteX2" fmla="*/ 36453 w 12313887"/>
              <a:gd name="connsiteY2" fmla="*/ 46525 h 6251141"/>
              <a:gd name="connsiteX3" fmla="*/ 36452 w 12313887"/>
              <a:gd name="connsiteY3" fmla="*/ 864889 h 6251141"/>
              <a:gd name="connsiteX4" fmla="*/ 17296 w 12313887"/>
              <a:gd name="connsiteY4" fmla="*/ 1389707 h 6251141"/>
              <a:gd name="connsiteX5" fmla="*/ 6679 w 12313887"/>
              <a:gd name="connsiteY5" fmla="*/ 4614912 h 6251141"/>
              <a:gd name="connsiteX6" fmla="*/ 89932 w 12313887"/>
              <a:gd name="connsiteY6" fmla="*/ 5961561 h 6251141"/>
              <a:gd name="connsiteX7" fmla="*/ 2768884 w 12313887"/>
              <a:gd name="connsiteY7" fmla="*/ 5949702 h 6251141"/>
              <a:gd name="connsiteX8" fmla="*/ 4422579 w 12313887"/>
              <a:gd name="connsiteY8" fmla="*/ 5928319 h 6251141"/>
              <a:gd name="connsiteX9" fmla="*/ 5393880 w 12313887"/>
              <a:gd name="connsiteY9" fmla="*/ 5944182 h 6251141"/>
              <a:gd name="connsiteX10" fmla="*/ 5877638 w 12313887"/>
              <a:gd name="connsiteY10" fmla="*/ 6251141 h 6251141"/>
              <a:gd name="connsiteX11" fmla="*/ 6150141 w 12313887"/>
              <a:gd name="connsiteY11" fmla="*/ 5928413 h 6251141"/>
              <a:gd name="connsiteX12" fmla="*/ 9277333 w 12313887"/>
              <a:gd name="connsiteY12" fmla="*/ 5931628 h 6251141"/>
              <a:gd name="connsiteX13" fmla="*/ 10186235 w 12313887"/>
              <a:gd name="connsiteY13" fmla="*/ 5934503 h 6251141"/>
              <a:gd name="connsiteX14" fmla="*/ 11106174 w 12313887"/>
              <a:gd name="connsiteY14" fmla="*/ 5942370 h 6251141"/>
              <a:gd name="connsiteX15" fmla="*/ 12264257 w 12313887"/>
              <a:gd name="connsiteY15" fmla="*/ 5941324 h 6251141"/>
              <a:gd name="connsiteX16" fmla="*/ 12289901 w 12313887"/>
              <a:gd name="connsiteY16" fmla="*/ 2652389 h 6251141"/>
              <a:gd name="connsiteX17" fmla="*/ 12233051 w 12313887"/>
              <a:gd name="connsiteY17" fmla="*/ 196317 h 6251141"/>
              <a:gd name="connsiteX18" fmla="*/ 11824723 w 12313887"/>
              <a:gd name="connsiteY18" fmla="*/ 149039 h 6251141"/>
              <a:gd name="connsiteX19" fmla="*/ 10295765 w 12313887"/>
              <a:gd name="connsiteY19" fmla="*/ 142483 h 6251141"/>
              <a:gd name="connsiteX20" fmla="*/ 7778825 w 12313887"/>
              <a:gd name="connsiteY20" fmla="*/ 95914 h 6251141"/>
              <a:gd name="connsiteX21" fmla="*/ 2071691 w 12313887"/>
              <a:gd name="connsiteY21" fmla="*/ 20004 h 6251141"/>
              <a:gd name="connsiteX0" fmla="*/ 2071691 w 12332516"/>
              <a:gd name="connsiteY0" fmla="*/ 20004 h 6251141"/>
              <a:gd name="connsiteX1" fmla="*/ 483610 w 12332516"/>
              <a:gd name="connsiteY1" fmla="*/ 30765 h 6251141"/>
              <a:gd name="connsiteX2" fmla="*/ 36453 w 12332516"/>
              <a:gd name="connsiteY2" fmla="*/ 46525 h 6251141"/>
              <a:gd name="connsiteX3" fmla="*/ 36452 w 12332516"/>
              <a:gd name="connsiteY3" fmla="*/ 864889 h 6251141"/>
              <a:gd name="connsiteX4" fmla="*/ 17296 w 12332516"/>
              <a:gd name="connsiteY4" fmla="*/ 1389707 h 6251141"/>
              <a:gd name="connsiteX5" fmla="*/ 6679 w 12332516"/>
              <a:gd name="connsiteY5" fmla="*/ 4614912 h 6251141"/>
              <a:gd name="connsiteX6" fmla="*/ 89932 w 12332516"/>
              <a:gd name="connsiteY6" fmla="*/ 5961561 h 6251141"/>
              <a:gd name="connsiteX7" fmla="*/ 2768884 w 12332516"/>
              <a:gd name="connsiteY7" fmla="*/ 5949702 h 6251141"/>
              <a:gd name="connsiteX8" fmla="*/ 4422579 w 12332516"/>
              <a:gd name="connsiteY8" fmla="*/ 5928319 h 6251141"/>
              <a:gd name="connsiteX9" fmla="*/ 5393880 w 12332516"/>
              <a:gd name="connsiteY9" fmla="*/ 5944182 h 6251141"/>
              <a:gd name="connsiteX10" fmla="*/ 5877638 w 12332516"/>
              <a:gd name="connsiteY10" fmla="*/ 6251141 h 6251141"/>
              <a:gd name="connsiteX11" fmla="*/ 6150141 w 12332516"/>
              <a:gd name="connsiteY11" fmla="*/ 5928413 h 6251141"/>
              <a:gd name="connsiteX12" fmla="*/ 9277333 w 12332516"/>
              <a:gd name="connsiteY12" fmla="*/ 5931628 h 6251141"/>
              <a:gd name="connsiteX13" fmla="*/ 10186235 w 12332516"/>
              <a:gd name="connsiteY13" fmla="*/ 5934503 h 6251141"/>
              <a:gd name="connsiteX14" fmla="*/ 11106174 w 12332516"/>
              <a:gd name="connsiteY14" fmla="*/ 5942370 h 6251141"/>
              <a:gd name="connsiteX15" fmla="*/ 12264257 w 12332516"/>
              <a:gd name="connsiteY15" fmla="*/ 5941324 h 6251141"/>
              <a:gd name="connsiteX16" fmla="*/ 12289901 w 12332516"/>
              <a:gd name="connsiteY16" fmla="*/ 2652389 h 6251141"/>
              <a:gd name="connsiteX17" fmla="*/ 12280552 w 12332516"/>
              <a:gd name="connsiteY17" fmla="*/ 196317 h 6251141"/>
              <a:gd name="connsiteX18" fmla="*/ 11824723 w 12332516"/>
              <a:gd name="connsiteY18" fmla="*/ 149039 h 6251141"/>
              <a:gd name="connsiteX19" fmla="*/ 10295765 w 12332516"/>
              <a:gd name="connsiteY19" fmla="*/ 142483 h 6251141"/>
              <a:gd name="connsiteX20" fmla="*/ 7778825 w 12332516"/>
              <a:gd name="connsiteY20" fmla="*/ 95914 h 6251141"/>
              <a:gd name="connsiteX21" fmla="*/ 2071691 w 12332516"/>
              <a:gd name="connsiteY21" fmla="*/ 20004 h 6251141"/>
              <a:gd name="connsiteX0" fmla="*/ 2071691 w 12322347"/>
              <a:gd name="connsiteY0" fmla="*/ 0 h 6231137"/>
              <a:gd name="connsiteX1" fmla="*/ 483610 w 12322347"/>
              <a:gd name="connsiteY1" fmla="*/ 10761 h 6231137"/>
              <a:gd name="connsiteX2" fmla="*/ 36453 w 12322347"/>
              <a:gd name="connsiteY2" fmla="*/ 2652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483610 w 12322347"/>
              <a:gd name="connsiteY1" fmla="*/ 10761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071691 w 12322347"/>
              <a:gd name="connsiteY0" fmla="*/ 0 h 6231137"/>
              <a:gd name="connsiteX1" fmla="*/ 578608 w 12322347"/>
              <a:gd name="connsiteY1" fmla="*/ 42448 h 6231137"/>
              <a:gd name="connsiteX2" fmla="*/ 36453 w 12322347"/>
              <a:gd name="connsiteY2" fmla="*/ 68771 h 6231137"/>
              <a:gd name="connsiteX3" fmla="*/ 36452 w 12322347"/>
              <a:gd name="connsiteY3" fmla="*/ 844885 h 6231137"/>
              <a:gd name="connsiteX4" fmla="*/ 17296 w 12322347"/>
              <a:gd name="connsiteY4" fmla="*/ 1369703 h 6231137"/>
              <a:gd name="connsiteX5" fmla="*/ 6679 w 12322347"/>
              <a:gd name="connsiteY5" fmla="*/ 4594908 h 6231137"/>
              <a:gd name="connsiteX6" fmla="*/ 89932 w 12322347"/>
              <a:gd name="connsiteY6" fmla="*/ 5941557 h 6231137"/>
              <a:gd name="connsiteX7" fmla="*/ 2768884 w 12322347"/>
              <a:gd name="connsiteY7" fmla="*/ 5929698 h 6231137"/>
              <a:gd name="connsiteX8" fmla="*/ 4422579 w 12322347"/>
              <a:gd name="connsiteY8" fmla="*/ 5908315 h 6231137"/>
              <a:gd name="connsiteX9" fmla="*/ 5393880 w 12322347"/>
              <a:gd name="connsiteY9" fmla="*/ 5924178 h 6231137"/>
              <a:gd name="connsiteX10" fmla="*/ 5877638 w 12322347"/>
              <a:gd name="connsiteY10" fmla="*/ 6231137 h 6231137"/>
              <a:gd name="connsiteX11" fmla="*/ 6150141 w 12322347"/>
              <a:gd name="connsiteY11" fmla="*/ 5908409 h 6231137"/>
              <a:gd name="connsiteX12" fmla="*/ 9277333 w 12322347"/>
              <a:gd name="connsiteY12" fmla="*/ 5911624 h 6231137"/>
              <a:gd name="connsiteX13" fmla="*/ 10186235 w 12322347"/>
              <a:gd name="connsiteY13" fmla="*/ 5914499 h 6231137"/>
              <a:gd name="connsiteX14" fmla="*/ 11106174 w 12322347"/>
              <a:gd name="connsiteY14" fmla="*/ 5922366 h 6231137"/>
              <a:gd name="connsiteX15" fmla="*/ 12264257 w 12322347"/>
              <a:gd name="connsiteY15" fmla="*/ 5921320 h 6231137"/>
              <a:gd name="connsiteX16" fmla="*/ 12289901 w 12322347"/>
              <a:gd name="connsiteY16" fmla="*/ 2632385 h 6231137"/>
              <a:gd name="connsiteX17" fmla="*/ 12280552 w 12322347"/>
              <a:gd name="connsiteY17" fmla="*/ 176313 h 6231137"/>
              <a:gd name="connsiteX18" fmla="*/ 11824723 w 12322347"/>
              <a:gd name="connsiteY18" fmla="*/ 129035 h 6231137"/>
              <a:gd name="connsiteX19" fmla="*/ 10295765 w 12322347"/>
              <a:gd name="connsiteY19" fmla="*/ 122479 h 6231137"/>
              <a:gd name="connsiteX20" fmla="*/ 7778825 w 12322347"/>
              <a:gd name="connsiteY20" fmla="*/ 75910 h 6231137"/>
              <a:gd name="connsiteX21" fmla="*/ 2071691 w 12322347"/>
              <a:gd name="connsiteY21" fmla="*/ 0 h 6231137"/>
              <a:gd name="connsiteX0" fmla="*/ 2261685 w 12322347"/>
              <a:gd name="connsiteY0" fmla="*/ 10365 h 6188689"/>
              <a:gd name="connsiteX1" fmla="*/ 578608 w 12322347"/>
              <a:gd name="connsiteY1" fmla="*/ 0 h 6188689"/>
              <a:gd name="connsiteX2" fmla="*/ 36453 w 12322347"/>
              <a:gd name="connsiteY2" fmla="*/ 26323 h 6188689"/>
              <a:gd name="connsiteX3" fmla="*/ 36452 w 12322347"/>
              <a:gd name="connsiteY3" fmla="*/ 802437 h 6188689"/>
              <a:gd name="connsiteX4" fmla="*/ 17296 w 12322347"/>
              <a:gd name="connsiteY4" fmla="*/ 1327255 h 6188689"/>
              <a:gd name="connsiteX5" fmla="*/ 6679 w 12322347"/>
              <a:gd name="connsiteY5" fmla="*/ 4552460 h 6188689"/>
              <a:gd name="connsiteX6" fmla="*/ 89932 w 12322347"/>
              <a:gd name="connsiteY6" fmla="*/ 5899109 h 6188689"/>
              <a:gd name="connsiteX7" fmla="*/ 2768884 w 12322347"/>
              <a:gd name="connsiteY7" fmla="*/ 5887250 h 6188689"/>
              <a:gd name="connsiteX8" fmla="*/ 4422579 w 12322347"/>
              <a:gd name="connsiteY8" fmla="*/ 5865867 h 6188689"/>
              <a:gd name="connsiteX9" fmla="*/ 5393880 w 12322347"/>
              <a:gd name="connsiteY9" fmla="*/ 5881730 h 6188689"/>
              <a:gd name="connsiteX10" fmla="*/ 5877638 w 12322347"/>
              <a:gd name="connsiteY10" fmla="*/ 6188689 h 6188689"/>
              <a:gd name="connsiteX11" fmla="*/ 6150141 w 12322347"/>
              <a:gd name="connsiteY11" fmla="*/ 5865961 h 6188689"/>
              <a:gd name="connsiteX12" fmla="*/ 9277333 w 12322347"/>
              <a:gd name="connsiteY12" fmla="*/ 5869176 h 6188689"/>
              <a:gd name="connsiteX13" fmla="*/ 10186235 w 12322347"/>
              <a:gd name="connsiteY13" fmla="*/ 5872051 h 6188689"/>
              <a:gd name="connsiteX14" fmla="*/ 11106174 w 12322347"/>
              <a:gd name="connsiteY14" fmla="*/ 5879918 h 6188689"/>
              <a:gd name="connsiteX15" fmla="*/ 12264257 w 12322347"/>
              <a:gd name="connsiteY15" fmla="*/ 5878872 h 6188689"/>
              <a:gd name="connsiteX16" fmla="*/ 12289901 w 12322347"/>
              <a:gd name="connsiteY16" fmla="*/ 2589937 h 6188689"/>
              <a:gd name="connsiteX17" fmla="*/ 12280552 w 12322347"/>
              <a:gd name="connsiteY17" fmla="*/ 133865 h 6188689"/>
              <a:gd name="connsiteX18" fmla="*/ 11824723 w 12322347"/>
              <a:gd name="connsiteY18" fmla="*/ 86587 h 6188689"/>
              <a:gd name="connsiteX19" fmla="*/ 10295765 w 12322347"/>
              <a:gd name="connsiteY19" fmla="*/ 80031 h 6188689"/>
              <a:gd name="connsiteX20" fmla="*/ 7778825 w 12322347"/>
              <a:gd name="connsiteY20" fmla="*/ 33462 h 6188689"/>
              <a:gd name="connsiteX21" fmla="*/ 2261685 w 12322347"/>
              <a:gd name="connsiteY21" fmla="*/ 10365 h 6188689"/>
              <a:gd name="connsiteX0" fmla="*/ 2261685 w 12322347"/>
              <a:gd name="connsiteY0" fmla="*/ 0 h 6178324"/>
              <a:gd name="connsiteX1" fmla="*/ 816102 w 12322347"/>
              <a:gd name="connsiteY1" fmla="*/ 10760 h 6178324"/>
              <a:gd name="connsiteX2" fmla="*/ 36453 w 12322347"/>
              <a:gd name="connsiteY2" fmla="*/ 15958 h 6178324"/>
              <a:gd name="connsiteX3" fmla="*/ 36452 w 12322347"/>
              <a:gd name="connsiteY3" fmla="*/ 792072 h 6178324"/>
              <a:gd name="connsiteX4" fmla="*/ 17296 w 12322347"/>
              <a:gd name="connsiteY4" fmla="*/ 1316890 h 6178324"/>
              <a:gd name="connsiteX5" fmla="*/ 6679 w 12322347"/>
              <a:gd name="connsiteY5" fmla="*/ 4542095 h 6178324"/>
              <a:gd name="connsiteX6" fmla="*/ 89932 w 12322347"/>
              <a:gd name="connsiteY6" fmla="*/ 5888744 h 6178324"/>
              <a:gd name="connsiteX7" fmla="*/ 2768884 w 12322347"/>
              <a:gd name="connsiteY7" fmla="*/ 5876885 h 6178324"/>
              <a:gd name="connsiteX8" fmla="*/ 4422579 w 12322347"/>
              <a:gd name="connsiteY8" fmla="*/ 5855502 h 6178324"/>
              <a:gd name="connsiteX9" fmla="*/ 5393880 w 12322347"/>
              <a:gd name="connsiteY9" fmla="*/ 5871365 h 6178324"/>
              <a:gd name="connsiteX10" fmla="*/ 5877638 w 12322347"/>
              <a:gd name="connsiteY10" fmla="*/ 6178324 h 6178324"/>
              <a:gd name="connsiteX11" fmla="*/ 6150141 w 12322347"/>
              <a:gd name="connsiteY11" fmla="*/ 5855596 h 6178324"/>
              <a:gd name="connsiteX12" fmla="*/ 9277333 w 12322347"/>
              <a:gd name="connsiteY12" fmla="*/ 5858811 h 6178324"/>
              <a:gd name="connsiteX13" fmla="*/ 10186235 w 12322347"/>
              <a:gd name="connsiteY13" fmla="*/ 5861686 h 6178324"/>
              <a:gd name="connsiteX14" fmla="*/ 11106174 w 12322347"/>
              <a:gd name="connsiteY14" fmla="*/ 5869553 h 6178324"/>
              <a:gd name="connsiteX15" fmla="*/ 12264257 w 12322347"/>
              <a:gd name="connsiteY15" fmla="*/ 5868507 h 6178324"/>
              <a:gd name="connsiteX16" fmla="*/ 12289901 w 12322347"/>
              <a:gd name="connsiteY16" fmla="*/ 2579572 h 6178324"/>
              <a:gd name="connsiteX17" fmla="*/ 12280552 w 12322347"/>
              <a:gd name="connsiteY17" fmla="*/ 123500 h 6178324"/>
              <a:gd name="connsiteX18" fmla="*/ 11824723 w 12322347"/>
              <a:gd name="connsiteY18" fmla="*/ 76222 h 6178324"/>
              <a:gd name="connsiteX19" fmla="*/ 10295765 w 12322347"/>
              <a:gd name="connsiteY19" fmla="*/ 69666 h 6178324"/>
              <a:gd name="connsiteX20" fmla="*/ 7778825 w 12322347"/>
              <a:gd name="connsiteY20" fmla="*/ 23097 h 6178324"/>
              <a:gd name="connsiteX21" fmla="*/ 2261685 w 12322347"/>
              <a:gd name="connsiteY21" fmla="*/ 0 h 617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322347" h="6178324">
                <a:moveTo>
                  <a:pt x="2261685" y="0"/>
                </a:moveTo>
                <a:lnTo>
                  <a:pt x="816102" y="10760"/>
                </a:lnTo>
                <a:lnTo>
                  <a:pt x="36453" y="15958"/>
                </a:lnTo>
                <a:cubicBezTo>
                  <a:pt x="36453" y="288746"/>
                  <a:pt x="36452" y="519284"/>
                  <a:pt x="36452" y="792072"/>
                </a:cubicBezTo>
                <a:cubicBezTo>
                  <a:pt x="37984" y="902748"/>
                  <a:pt x="15764" y="1206214"/>
                  <a:pt x="17296" y="1316890"/>
                </a:cubicBezTo>
                <a:cubicBezTo>
                  <a:pt x="32125" y="1752674"/>
                  <a:pt x="-17301" y="3705146"/>
                  <a:pt x="6679" y="4542095"/>
                </a:cubicBezTo>
                <a:cubicBezTo>
                  <a:pt x="46570" y="5225386"/>
                  <a:pt x="-51265" y="5916324"/>
                  <a:pt x="89932" y="5888744"/>
                </a:cubicBezTo>
                <a:cubicBezTo>
                  <a:pt x="879263" y="5903089"/>
                  <a:pt x="1955065" y="5877266"/>
                  <a:pt x="2768884" y="5876885"/>
                </a:cubicBezTo>
                <a:lnTo>
                  <a:pt x="4422579" y="5855502"/>
                </a:lnTo>
                <a:lnTo>
                  <a:pt x="5393880" y="5871365"/>
                </a:lnTo>
                <a:cubicBezTo>
                  <a:pt x="5664089" y="6007274"/>
                  <a:pt x="5704024" y="6065354"/>
                  <a:pt x="5877638" y="6178324"/>
                </a:cubicBezTo>
                <a:cubicBezTo>
                  <a:pt x="5954187" y="6102215"/>
                  <a:pt x="6049125" y="5996227"/>
                  <a:pt x="6150141" y="5855596"/>
                </a:cubicBezTo>
                <a:cubicBezTo>
                  <a:pt x="6237130" y="5852856"/>
                  <a:pt x="8916121" y="5865726"/>
                  <a:pt x="9277333" y="5858811"/>
                </a:cubicBezTo>
                <a:lnTo>
                  <a:pt x="10186235" y="5861686"/>
                </a:lnTo>
                <a:lnTo>
                  <a:pt x="11106174" y="5869553"/>
                </a:lnTo>
                <a:cubicBezTo>
                  <a:pt x="11463837" y="5859889"/>
                  <a:pt x="12237326" y="5912260"/>
                  <a:pt x="12264257" y="5868507"/>
                </a:cubicBezTo>
                <a:cubicBezTo>
                  <a:pt x="12302700" y="5662987"/>
                  <a:pt x="12276557" y="4364873"/>
                  <a:pt x="12289901" y="2579572"/>
                </a:cubicBezTo>
                <a:cubicBezTo>
                  <a:pt x="12338262" y="1498304"/>
                  <a:pt x="12330432" y="544926"/>
                  <a:pt x="12280552" y="123500"/>
                </a:cubicBezTo>
                <a:cubicBezTo>
                  <a:pt x="12274271" y="70433"/>
                  <a:pt x="12155521" y="85194"/>
                  <a:pt x="11824723" y="76222"/>
                </a:cubicBezTo>
                <a:cubicBezTo>
                  <a:pt x="11493925" y="67250"/>
                  <a:pt x="10495817" y="85585"/>
                  <a:pt x="10295765" y="69666"/>
                </a:cubicBezTo>
                <a:lnTo>
                  <a:pt x="7778825" y="23097"/>
                </a:lnTo>
                <a:lnTo>
                  <a:pt x="2261685" y="0"/>
                </a:lnTo>
                <a:close/>
              </a:path>
            </a:pathLst>
          </a:custGeom>
          <a:noFill/>
          <a:ln w="19050" cap="flat">
            <a:solidFill>
              <a:schemeClr val="tx1"/>
            </a:solid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2391943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20DF01A-DAD0-4D16-BEDE-ED085CCC3B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78873" y="533400"/>
            <a:ext cx="5929745" cy="1676400"/>
          </a:xfrm>
        </p:spPr>
        <p:txBody>
          <a:bodyPr>
            <a:normAutofit/>
          </a:bodyPr>
          <a:lstStyle/>
          <a:p>
            <a:pPr algn="ctr"/>
            <a:r>
              <a:rPr lang="en-AU" b="1" dirty="0"/>
              <a:t>Embedding</a:t>
            </a:r>
            <a:r>
              <a:rPr lang="en-AU" dirty="0"/>
              <a:t> Quotes</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5283" t="-6668" r="-159" b="6667"/>
          <a:stretch/>
        </p:blipFill>
        <p:spPr>
          <a:xfrm>
            <a:off x="6826102" y="-457196"/>
            <a:ext cx="5837275" cy="7302738"/>
          </a:xfrm>
          <a:prstGeom prst="rect">
            <a:avLst/>
          </a:prstGeom>
        </p:spPr>
      </p:pic>
      <p:sp>
        <p:nvSpPr>
          <p:cNvPr id="12" name="Freeform: Shape 11">
            <a:extLst>
              <a:ext uri="{FF2B5EF4-FFF2-40B4-BE49-F238E27FC236}">
                <a16:creationId xmlns:a16="http://schemas.microsoft.com/office/drawing/2014/main" id="{3ADE783A-5990-4FBC-B78E-709A9A070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095492" flipH="1" flipV="1">
            <a:off x="3127543" y="2143199"/>
            <a:ext cx="4409756" cy="4753693"/>
          </a:xfrm>
          <a:custGeom>
            <a:avLst/>
            <a:gdLst>
              <a:gd name="connsiteX0" fmla="*/ 3702321 w 7745301"/>
              <a:gd name="connsiteY0" fmla="*/ 1 h 5116750"/>
              <a:gd name="connsiteX1" fmla="*/ 6217926 w 7745301"/>
              <a:gd name="connsiteY1" fmla="*/ 504118 h 5116750"/>
              <a:gd name="connsiteX2" fmla="*/ 7691963 w 7745301"/>
              <a:gd name="connsiteY2" fmla="*/ 1956116 h 5116750"/>
              <a:gd name="connsiteX3" fmla="*/ 7018768 w 7745301"/>
              <a:gd name="connsiteY3" fmla="*/ 4594118 h 5116750"/>
              <a:gd name="connsiteX4" fmla="*/ 3330769 w 7745301"/>
              <a:gd name="connsiteY4" fmla="*/ 5060764 h 5116750"/>
              <a:gd name="connsiteX5" fmla="*/ 448565 w 7745301"/>
              <a:gd name="connsiteY5" fmla="*/ 4100663 h 5116750"/>
              <a:gd name="connsiteX6" fmla="*/ 444295 w 7745301"/>
              <a:gd name="connsiteY6" fmla="*/ 4094686 h 5116750"/>
              <a:gd name="connsiteX7" fmla="*/ 428551 w 7745301"/>
              <a:gd name="connsiteY7" fmla="*/ 4079438 h 5116750"/>
              <a:gd name="connsiteX8" fmla="*/ 0 w 7745301"/>
              <a:gd name="connsiteY8" fmla="*/ 2902523 h 5116750"/>
              <a:gd name="connsiteX9" fmla="*/ 23926 w 7745301"/>
              <a:gd name="connsiteY9" fmla="*/ 2595143 h 5116750"/>
              <a:gd name="connsiteX10" fmla="*/ 78299 w 7745301"/>
              <a:gd name="connsiteY10" fmla="*/ 2368287 h 5116750"/>
              <a:gd name="connsiteX11" fmla="*/ 96408 w 7745301"/>
              <a:gd name="connsiteY11" fmla="*/ 2246138 h 5116750"/>
              <a:gd name="connsiteX12" fmla="*/ 858938 w 7745301"/>
              <a:gd name="connsiteY12" fmla="*/ 998674 h 5116750"/>
              <a:gd name="connsiteX13" fmla="*/ 784483 w 7745301"/>
              <a:gd name="connsiteY13" fmla="*/ 373158 h 5116750"/>
              <a:gd name="connsiteX14" fmla="*/ 1744942 w 7745301"/>
              <a:gd name="connsiteY14" fmla="*/ 499346 h 5116750"/>
              <a:gd name="connsiteX15" fmla="*/ 3702321 w 7745301"/>
              <a:gd name="connsiteY15" fmla="*/ 1 h 5116750"/>
              <a:gd name="connsiteX0" fmla="*/ 3718157 w 7761137"/>
              <a:gd name="connsiteY0" fmla="*/ 1 h 5116750"/>
              <a:gd name="connsiteX1" fmla="*/ 6233762 w 7761137"/>
              <a:gd name="connsiteY1" fmla="*/ 504118 h 5116750"/>
              <a:gd name="connsiteX2" fmla="*/ 7707799 w 7761137"/>
              <a:gd name="connsiteY2" fmla="*/ 1956116 h 5116750"/>
              <a:gd name="connsiteX3" fmla="*/ 7034604 w 7761137"/>
              <a:gd name="connsiteY3" fmla="*/ 4594118 h 5116750"/>
              <a:gd name="connsiteX4" fmla="*/ 3346605 w 7761137"/>
              <a:gd name="connsiteY4" fmla="*/ 5060764 h 5116750"/>
              <a:gd name="connsiteX5" fmla="*/ 464401 w 7761137"/>
              <a:gd name="connsiteY5" fmla="*/ 4100663 h 5116750"/>
              <a:gd name="connsiteX6" fmla="*/ 460131 w 7761137"/>
              <a:gd name="connsiteY6" fmla="*/ 4094686 h 5116750"/>
              <a:gd name="connsiteX7" fmla="*/ 444387 w 7761137"/>
              <a:gd name="connsiteY7" fmla="*/ 4079438 h 5116750"/>
              <a:gd name="connsiteX8" fmla="*/ 15836 w 7761137"/>
              <a:gd name="connsiteY8" fmla="*/ 2902523 h 5116750"/>
              <a:gd name="connsiteX9" fmla="*/ 94135 w 7761137"/>
              <a:gd name="connsiteY9" fmla="*/ 2368287 h 5116750"/>
              <a:gd name="connsiteX10" fmla="*/ 112244 w 7761137"/>
              <a:gd name="connsiteY10" fmla="*/ 2246138 h 5116750"/>
              <a:gd name="connsiteX11" fmla="*/ 874774 w 7761137"/>
              <a:gd name="connsiteY11" fmla="*/ 998674 h 5116750"/>
              <a:gd name="connsiteX12" fmla="*/ 800319 w 7761137"/>
              <a:gd name="connsiteY12" fmla="*/ 373158 h 5116750"/>
              <a:gd name="connsiteX13" fmla="*/ 1760778 w 7761137"/>
              <a:gd name="connsiteY13" fmla="*/ 499346 h 5116750"/>
              <a:gd name="connsiteX14" fmla="*/ 3718157 w 7761137"/>
              <a:gd name="connsiteY14" fmla="*/ 1 h 5116750"/>
              <a:gd name="connsiteX0" fmla="*/ 3733943 w 7776923"/>
              <a:gd name="connsiteY0" fmla="*/ 1 h 5116750"/>
              <a:gd name="connsiteX1" fmla="*/ 6249548 w 7776923"/>
              <a:gd name="connsiteY1" fmla="*/ 504118 h 5116750"/>
              <a:gd name="connsiteX2" fmla="*/ 7723585 w 7776923"/>
              <a:gd name="connsiteY2" fmla="*/ 1956116 h 5116750"/>
              <a:gd name="connsiteX3" fmla="*/ 7050390 w 7776923"/>
              <a:gd name="connsiteY3" fmla="*/ 4594118 h 5116750"/>
              <a:gd name="connsiteX4" fmla="*/ 3362391 w 7776923"/>
              <a:gd name="connsiteY4" fmla="*/ 5060764 h 5116750"/>
              <a:gd name="connsiteX5" fmla="*/ 480187 w 7776923"/>
              <a:gd name="connsiteY5" fmla="*/ 4100663 h 5116750"/>
              <a:gd name="connsiteX6" fmla="*/ 475917 w 7776923"/>
              <a:gd name="connsiteY6" fmla="*/ 4094686 h 5116750"/>
              <a:gd name="connsiteX7" fmla="*/ 460173 w 7776923"/>
              <a:gd name="connsiteY7" fmla="*/ 4079438 h 5116750"/>
              <a:gd name="connsiteX8" fmla="*/ 31622 w 7776923"/>
              <a:gd name="connsiteY8" fmla="*/ 2902523 h 5116750"/>
              <a:gd name="connsiteX9" fmla="*/ 128030 w 7776923"/>
              <a:gd name="connsiteY9" fmla="*/ 2246138 h 5116750"/>
              <a:gd name="connsiteX10" fmla="*/ 890560 w 7776923"/>
              <a:gd name="connsiteY10" fmla="*/ 998674 h 5116750"/>
              <a:gd name="connsiteX11" fmla="*/ 816105 w 7776923"/>
              <a:gd name="connsiteY11" fmla="*/ 373158 h 5116750"/>
              <a:gd name="connsiteX12" fmla="*/ 1776564 w 7776923"/>
              <a:gd name="connsiteY12" fmla="*/ 499346 h 5116750"/>
              <a:gd name="connsiteX13" fmla="*/ 3733943 w 7776923"/>
              <a:gd name="connsiteY13" fmla="*/ 1 h 5116750"/>
              <a:gd name="connsiteX0" fmla="*/ 3729138 w 7772118"/>
              <a:gd name="connsiteY0" fmla="*/ 1 h 5116750"/>
              <a:gd name="connsiteX1" fmla="*/ 6244743 w 7772118"/>
              <a:gd name="connsiteY1" fmla="*/ 504118 h 5116750"/>
              <a:gd name="connsiteX2" fmla="*/ 7718780 w 7772118"/>
              <a:gd name="connsiteY2" fmla="*/ 1956116 h 5116750"/>
              <a:gd name="connsiteX3" fmla="*/ 7045585 w 7772118"/>
              <a:gd name="connsiteY3" fmla="*/ 4594118 h 5116750"/>
              <a:gd name="connsiteX4" fmla="*/ 3357586 w 7772118"/>
              <a:gd name="connsiteY4" fmla="*/ 5060764 h 5116750"/>
              <a:gd name="connsiteX5" fmla="*/ 475382 w 7772118"/>
              <a:gd name="connsiteY5" fmla="*/ 4100663 h 5116750"/>
              <a:gd name="connsiteX6" fmla="*/ 471112 w 7772118"/>
              <a:gd name="connsiteY6" fmla="*/ 4094686 h 5116750"/>
              <a:gd name="connsiteX7" fmla="*/ 455368 w 7772118"/>
              <a:gd name="connsiteY7" fmla="*/ 4079438 h 5116750"/>
              <a:gd name="connsiteX8" fmla="*/ 26817 w 7772118"/>
              <a:gd name="connsiteY8" fmla="*/ 2902523 h 5116750"/>
              <a:gd name="connsiteX9" fmla="*/ 137080 w 7772118"/>
              <a:gd name="connsiteY9" fmla="*/ 2116479 h 5116750"/>
              <a:gd name="connsiteX10" fmla="*/ 885755 w 7772118"/>
              <a:gd name="connsiteY10" fmla="*/ 998674 h 5116750"/>
              <a:gd name="connsiteX11" fmla="*/ 811300 w 7772118"/>
              <a:gd name="connsiteY11" fmla="*/ 373158 h 5116750"/>
              <a:gd name="connsiteX12" fmla="*/ 1771759 w 7772118"/>
              <a:gd name="connsiteY12" fmla="*/ 499346 h 5116750"/>
              <a:gd name="connsiteX13" fmla="*/ 3729138 w 7772118"/>
              <a:gd name="connsiteY13" fmla="*/ 1 h 5116750"/>
              <a:gd name="connsiteX0" fmla="*/ 3729138 w 7772118"/>
              <a:gd name="connsiteY0" fmla="*/ 1 h 5096139"/>
              <a:gd name="connsiteX1" fmla="*/ 6244743 w 7772118"/>
              <a:gd name="connsiteY1" fmla="*/ 504118 h 5096139"/>
              <a:gd name="connsiteX2" fmla="*/ 7718780 w 7772118"/>
              <a:gd name="connsiteY2" fmla="*/ 1956116 h 5096139"/>
              <a:gd name="connsiteX3" fmla="*/ 7045585 w 7772118"/>
              <a:gd name="connsiteY3" fmla="*/ 4594118 h 5096139"/>
              <a:gd name="connsiteX4" fmla="*/ 3357586 w 7772118"/>
              <a:gd name="connsiteY4" fmla="*/ 5060764 h 5096139"/>
              <a:gd name="connsiteX5" fmla="*/ 475382 w 7772118"/>
              <a:gd name="connsiteY5" fmla="*/ 4100663 h 5096139"/>
              <a:gd name="connsiteX6" fmla="*/ 471112 w 7772118"/>
              <a:gd name="connsiteY6" fmla="*/ 4094686 h 5096139"/>
              <a:gd name="connsiteX7" fmla="*/ 455368 w 7772118"/>
              <a:gd name="connsiteY7" fmla="*/ 4079438 h 5096139"/>
              <a:gd name="connsiteX8" fmla="*/ 26817 w 7772118"/>
              <a:gd name="connsiteY8" fmla="*/ 2902523 h 5096139"/>
              <a:gd name="connsiteX9" fmla="*/ 137080 w 7772118"/>
              <a:gd name="connsiteY9" fmla="*/ 2116479 h 5096139"/>
              <a:gd name="connsiteX10" fmla="*/ 885755 w 7772118"/>
              <a:gd name="connsiteY10" fmla="*/ 998674 h 5096139"/>
              <a:gd name="connsiteX11" fmla="*/ 811300 w 7772118"/>
              <a:gd name="connsiteY11" fmla="*/ 373158 h 5096139"/>
              <a:gd name="connsiteX12" fmla="*/ 1771759 w 7772118"/>
              <a:gd name="connsiteY12" fmla="*/ 499346 h 5096139"/>
              <a:gd name="connsiteX13" fmla="*/ 3729138 w 7772118"/>
              <a:gd name="connsiteY13" fmla="*/ 1 h 5096139"/>
              <a:gd name="connsiteX0" fmla="*/ 3729138 w 7764503"/>
              <a:gd name="connsiteY0" fmla="*/ 1 h 5061926"/>
              <a:gd name="connsiteX1" fmla="*/ 6244743 w 7764503"/>
              <a:gd name="connsiteY1" fmla="*/ 504118 h 5061926"/>
              <a:gd name="connsiteX2" fmla="*/ 7718780 w 7764503"/>
              <a:gd name="connsiteY2" fmla="*/ 1956116 h 5061926"/>
              <a:gd name="connsiteX3" fmla="*/ 7009765 w 7764503"/>
              <a:gd name="connsiteY3" fmla="*/ 4240028 h 5061926"/>
              <a:gd name="connsiteX4" fmla="*/ 3357586 w 7764503"/>
              <a:gd name="connsiteY4" fmla="*/ 5060764 h 5061926"/>
              <a:gd name="connsiteX5" fmla="*/ 475382 w 7764503"/>
              <a:gd name="connsiteY5" fmla="*/ 4100663 h 5061926"/>
              <a:gd name="connsiteX6" fmla="*/ 471112 w 7764503"/>
              <a:gd name="connsiteY6" fmla="*/ 4094686 h 5061926"/>
              <a:gd name="connsiteX7" fmla="*/ 455368 w 7764503"/>
              <a:gd name="connsiteY7" fmla="*/ 4079438 h 5061926"/>
              <a:gd name="connsiteX8" fmla="*/ 26817 w 7764503"/>
              <a:gd name="connsiteY8" fmla="*/ 2902523 h 5061926"/>
              <a:gd name="connsiteX9" fmla="*/ 137080 w 7764503"/>
              <a:gd name="connsiteY9" fmla="*/ 2116479 h 5061926"/>
              <a:gd name="connsiteX10" fmla="*/ 885755 w 7764503"/>
              <a:gd name="connsiteY10" fmla="*/ 998674 h 5061926"/>
              <a:gd name="connsiteX11" fmla="*/ 811300 w 7764503"/>
              <a:gd name="connsiteY11" fmla="*/ 373158 h 5061926"/>
              <a:gd name="connsiteX12" fmla="*/ 1771759 w 7764503"/>
              <a:gd name="connsiteY12" fmla="*/ 499346 h 5061926"/>
              <a:gd name="connsiteX13" fmla="*/ 3729138 w 7764503"/>
              <a:gd name="connsiteY13" fmla="*/ 1 h 5061926"/>
              <a:gd name="connsiteX0" fmla="*/ 3729138 w 7746582"/>
              <a:gd name="connsiteY0" fmla="*/ 1 h 5061961"/>
              <a:gd name="connsiteX1" fmla="*/ 6244743 w 7746582"/>
              <a:gd name="connsiteY1" fmla="*/ 504118 h 5061961"/>
              <a:gd name="connsiteX2" fmla="*/ 7698507 w 7746582"/>
              <a:gd name="connsiteY2" fmla="*/ 1893640 h 5061961"/>
              <a:gd name="connsiteX3" fmla="*/ 7009765 w 7746582"/>
              <a:gd name="connsiteY3" fmla="*/ 4240028 h 5061961"/>
              <a:gd name="connsiteX4" fmla="*/ 3357586 w 7746582"/>
              <a:gd name="connsiteY4" fmla="*/ 5060764 h 5061961"/>
              <a:gd name="connsiteX5" fmla="*/ 475382 w 7746582"/>
              <a:gd name="connsiteY5" fmla="*/ 4100663 h 5061961"/>
              <a:gd name="connsiteX6" fmla="*/ 471112 w 7746582"/>
              <a:gd name="connsiteY6" fmla="*/ 4094686 h 5061961"/>
              <a:gd name="connsiteX7" fmla="*/ 455368 w 7746582"/>
              <a:gd name="connsiteY7" fmla="*/ 4079438 h 5061961"/>
              <a:gd name="connsiteX8" fmla="*/ 26817 w 7746582"/>
              <a:gd name="connsiteY8" fmla="*/ 2902523 h 5061961"/>
              <a:gd name="connsiteX9" fmla="*/ 137080 w 7746582"/>
              <a:gd name="connsiteY9" fmla="*/ 2116479 h 5061961"/>
              <a:gd name="connsiteX10" fmla="*/ 885755 w 7746582"/>
              <a:gd name="connsiteY10" fmla="*/ 998674 h 5061961"/>
              <a:gd name="connsiteX11" fmla="*/ 811300 w 7746582"/>
              <a:gd name="connsiteY11" fmla="*/ 373158 h 5061961"/>
              <a:gd name="connsiteX12" fmla="*/ 1771759 w 7746582"/>
              <a:gd name="connsiteY12" fmla="*/ 499346 h 5061961"/>
              <a:gd name="connsiteX13" fmla="*/ 3729138 w 7746582"/>
              <a:gd name="connsiteY13" fmla="*/ 1 h 5061961"/>
              <a:gd name="connsiteX0" fmla="*/ 3729138 w 7748607"/>
              <a:gd name="connsiteY0" fmla="*/ 1 h 5061961"/>
              <a:gd name="connsiteX1" fmla="*/ 6244743 w 7748607"/>
              <a:gd name="connsiteY1" fmla="*/ 504118 h 5061961"/>
              <a:gd name="connsiteX2" fmla="*/ 7698507 w 7748607"/>
              <a:gd name="connsiteY2" fmla="*/ 1893640 h 5061961"/>
              <a:gd name="connsiteX3" fmla="*/ 7009765 w 7748607"/>
              <a:gd name="connsiteY3" fmla="*/ 4240028 h 5061961"/>
              <a:gd name="connsiteX4" fmla="*/ 3357586 w 7748607"/>
              <a:gd name="connsiteY4" fmla="*/ 5060764 h 5061961"/>
              <a:gd name="connsiteX5" fmla="*/ 475382 w 7748607"/>
              <a:gd name="connsiteY5" fmla="*/ 4100663 h 5061961"/>
              <a:gd name="connsiteX6" fmla="*/ 471112 w 7748607"/>
              <a:gd name="connsiteY6" fmla="*/ 4094686 h 5061961"/>
              <a:gd name="connsiteX7" fmla="*/ 455368 w 7748607"/>
              <a:gd name="connsiteY7" fmla="*/ 4079438 h 5061961"/>
              <a:gd name="connsiteX8" fmla="*/ 26817 w 7748607"/>
              <a:gd name="connsiteY8" fmla="*/ 2902523 h 5061961"/>
              <a:gd name="connsiteX9" fmla="*/ 137080 w 7748607"/>
              <a:gd name="connsiteY9" fmla="*/ 2116479 h 5061961"/>
              <a:gd name="connsiteX10" fmla="*/ 885755 w 7748607"/>
              <a:gd name="connsiteY10" fmla="*/ 998674 h 5061961"/>
              <a:gd name="connsiteX11" fmla="*/ 811300 w 7748607"/>
              <a:gd name="connsiteY11" fmla="*/ 373158 h 5061961"/>
              <a:gd name="connsiteX12" fmla="*/ 1771759 w 7748607"/>
              <a:gd name="connsiteY12" fmla="*/ 499346 h 5061961"/>
              <a:gd name="connsiteX13" fmla="*/ 3729138 w 7748607"/>
              <a:gd name="connsiteY13" fmla="*/ 1 h 5061961"/>
              <a:gd name="connsiteX0" fmla="*/ 3729138 w 7741343"/>
              <a:gd name="connsiteY0" fmla="*/ 1 h 5061961"/>
              <a:gd name="connsiteX1" fmla="*/ 6244743 w 7741343"/>
              <a:gd name="connsiteY1" fmla="*/ 504118 h 5061961"/>
              <a:gd name="connsiteX2" fmla="*/ 7698507 w 7741343"/>
              <a:gd name="connsiteY2" fmla="*/ 1893640 h 5061961"/>
              <a:gd name="connsiteX3" fmla="*/ 7009765 w 7741343"/>
              <a:gd name="connsiteY3" fmla="*/ 4240028 h 5061961"/>
              <a:gd name="connsiteX4" fmla="*/ 3357586 w 7741343"/>
              <a:gd name="connsiteY4" fmla="*/ 5060764 h 5061961"/>
              <a:gd name="connsiteX5" fmla="*/ 475382 w 7741343"/>
              <a:gd name="connsiteY5" fmla="*/ 4100663 h 5061961"/>
              <a:gd name="connsiteX6" fmla="*/ 471112 w 7741343"/>
              <a:gd name="connsiteY6" fmla="*/ 4094686 h 5061961"/>
              <a:gd name="connsiteX7" fmla="*/ 455368 w 7741343"/>
              <a:gd name="connsiteY7" fmla="*/ 4079438 h 5061961"/>
              <a:gd name="connsiteX8" fmla="*/ 26817 w 7741343"/>
              <a:gd name="connsiteY8" fmla="*/ 2902523 h 5061961"/>
              <a:gd name="connsiteX9" fmla="*/ 137080 w 7741343"/>
              <a:gd name="connsiteY9" fmla="*/ 2116479 h 5061961"/>
              <a:gd name="connsiteX10" fmla="*/ 885755 w 7741343"/>
              <a:gd name="connsiteY10" fmla="*/ 998674 h 5061961"/>
              <a:gd name="connsiteX11" fmla="*/ 811300 w 7741343"/>
              <a:gd name="connsiteY11" fmla="*/ 373158 h 5061961"/>
              <a:gd name="connsiteX12" fmla="*/ 1771759 w 7741343"/>
              <a:gd name="connsiteY12" fmla="*/ 499346 h 5061961"/>
              <a:gd name="connsiteX13" fmla="*/ 3729138 w 7741343"/>
              <a:gd name="connsiteY13" fmla="*/ 1 h 5061961"/>
              <a:gd name="connsiteX0" fmla="*/ 3729138 w 7741193"/>
              <a:gd name="connsiteY0" fmla="*/ 1 h 5061961"/>
              <a:gd name="connsiteX1" fmla="*/ 6323144 w 7741193"/>
              <a:gd name="connsiteY1" fmla="*/ 313740 h 5061961"/>
              <a:gd name="connsiteX2" fmla="*/ 7698507 w 7741193"/>
              <a:gd name="connsiteY2" fmla="*/ 1893640 h 5061961"/>
              <a:gd name="connsiteX3" fmla="*/ 7009765 w 7741193"/>
              <a:gd name="connsiteY3" fmla="*/ 4240028 h 5061961"/>
              <a:gd name="connsiteX4" fmla="*/ 3357586 w 7741193"/>
              <a:gd name="connsiteY4" fmla="*/ 5060764 h 5061961"/>
              <a:gd name="connsiteX5" fmla="*/ 475382 w 7741193"/>
              <a:gd name="connsiteY5" fmla="*/ 4100663 h 5061961"/>
              <a:gd name="connsiteX6" fmla="*/ 471112 w 7741193"/>
              <a:gd name="connsiteY6" fmla="*/ 4094686 h 5061961"/>
              <a:gd name="connsiteX7" fmla="*/ 455368 w 7741193"/>
              <a:gd name="connsiteY7" fmla="*/ 4079438 h 5061961"/>
              <a:gd name="connsiteX8" fmla="*/ 26817 w 7741193"/>
              <a:gd name="connsiteY8" fmla="*/ 2902523 h 5061961"/>
              <a:gd name="connsiteX9" fmla="*/ 137080 w 7741193"/>
              <a:gd name="connsiteY9" fmla="*/ 2116479 h 5061961"/>
              <a:gd name="connsiteX10" fmla="*/ 885755 w 7741193"/>
              <a:gd name="connsiteY10" fmla="*/ 998674 h 5061961"/>
              <a:gd name="connsiteX11" fmla="*/ 811300 w 7741193"/>
              <a:gd name="connsiteY11" fmla="*/ 373158 h 5061961"/>
              <a:gd name="connsiteX12" fmla="*/ 1771759 w 7741193"/>
              <a:gd name="connsiteY12" fmla="*/ 499346 h 5061961"/>
              <a:gd name="connsiteX13" fmla="*/ 3729138 w 7741193"/>
              <a:gd name="connsiteY13" fmla="*/ 1 h 5061961"/>
              <a:gd name="connsiteX0" fmla="*/ 3730409 w 7742464"/>
              <a:gd name="connsiteY0" fmla="*/ 1 h 5061961"/>
              <a:gd name="connsiteX1" fmla="*/ 6324415 w 7742464"/>
              <a:gd name="connsiteY1" fmla="*/ 313740 h 5061961"/>
              <a:gd name="connsiteX2" fmla="*/ 7699778 w 7742464"/>
              <a:gd name="connsiteY2" fmla="*/ 1893640 h 5061961"/>
              <a:gd name="connsiteX3" fmla="*/ 7011036 w 7742464"/>
              <a:gd name="connsiteY3" fmla="*/ 4240028 h 5061961"/>
              <a:gd name="connsiteX4" fmla="*/ 3358857 w 7742464"/>
              <a:gd name="connsiteY4" fmla="*/ 5060764 h 5061961"/>
              <a:gd name="connsiteX5" fmla="*/ 476653 w 7742464"/>
              <a:gd name="connsiteY5" fmla="*/ 4100663 h 5061961"/>
              <a:gd name="connsiteX6" fmla="*/ 472383 w 7742464"/>
              <a:gd name="connsiteY6" fmla="*/ 4094686 h 5061961"/>
              <a:gd name="connsiteX7" fmla="*/ 473817 w 7742464"/>
              <a:gd name="connsiteY7" fmla="*/ 4387149 h 5061961"/>
              <a:gd name="connsiteX8" fmla="*/ 28088 w 7742464"/>
              <a:gd name="connsiteY8" fmla="*/ 2902523 h 5061961"/>
              <a:gd name="connsiteX9" fmla="*/ 138351 w 7742464"/>
              <a:gd name="connsiteY9" fmla="*/ 2116479 h 5061961"/>
              <a:gd name="connsiteX10" fmla="*/ 887026 w 7742464"/>
              <a:gd name="connsiteY10" fmla="*/ 998674 h 5061961"/>
              <a:gd name="connsiteX11" fmla="*/ 812571 w 7742464"/>
              <a:gd name="connsiteY11" fmla="*/ 373158 h 5061961"/>
              <a:gd name="connsiteX12" fmla="*/ 1773030 w 7742464"/>
              <a:gd name="connsiteY12" fmla="*/ 499346 h 5061961"/>
              <a:gd name="connsiteX13" fmla="*/ 3730409 w 7742464"/>
              <a:gd name="connsiteY13" fmla="*/ 1 h 5061961"/>
              <a:gd name="connsiteX0" fmla="*/ 3730409 w 7742464"/>
              <a:gd name="connsiteY0" fmla="*/ 1 h 5061961"/>
              <a:gd name="connsiteX1" fmla="*/ 6324415 w 7742464"/>
              <a:gd name="connsiteY1" fmla="*/ 313740 h 5061961"/>
              <a:gd name="connsiteX2" fmla="*/ 7699778 w 7742464"/>
              <a:gd name="connsiteY2" fmla="*/ 1893640 h 5061961"/>
              <a:gd name="connsiteX3" fmla="*/ 7011036 w 7742464"/>
              <a:gd name="connsiteY3" fmla="*/ 4240028 h 5061961"/>
              <a:gd name="connsiteX4" fmla="*/ 3358857 w 7742464"/>
              <a:gd name="connsiteY4" fmla="*/ 5060764 h 5061961"/>
              <a:gd name="connsiteX5" fmla="*/ 476653 w 7742464"/>
              <a:gd name="connsiteY5" fmla="*/ 4100663 h 5061961"/>
              <a:gd name="connsiteX6" fmla="*/ 473817 w 7742464"/>
              <a:gd name="connsiteY6" fmla="*/ 4387149 h 5061961"/>
              <a:gd name="connsiteX7" fmla="*/ 28088 w 7742464"/>
              <a:gd name="connsiteY7" fmla="*/ 2902523 h 5061961"/>
              <a:gd name="connsiteX8" fmla="*/ 138351 w 7742464"/>
              <a:gd name="connsiteY8" fmla="*/ 2116479 h 5061961"/>
              <a:gd name="connsiteX9" fmla="*/ 887026 w 7742464"/>
              <a:gd name="connsiteY9" fmla="*/ 998674 h 5061961"/>
              <a:gd name="connsiteX10" fmla="*/ 812571 w 7742464"/>
              <a:gd name="connsiteY10" fmla="*/ 373158 h 5061961"/>
              <a:gd name="connsiteX11" fmla="*/ 1773030 w 7742464"/>
              <a:gd name="connsiteY11" fmla="*/ 499346 h 5061961"/>
              <a:gd name="connsiteX12" fmla="*/ 3730409 w 7742464"/>
              <a:gd name="connsiteY12" fmla="*/ 1 h 5061961"/>
              <a:gd name="connsiteX0" fmla="*/ 3730409 w 7742464"/>
              <a:gd name="connsiteY0" fmla="*/ 1 h 5062019"/>
              <a:gd name="connsiteX1" fmla="*/ 6324415 w 7742464"/>
              <a:gd name="connsiteY1" fmla="*/ 313740 h 5062019"/>
              <a:gd name="connsiteX2" fmla="*/ 7699778 w 7742464"/>
              <a:gd name="connsiteY2" fmla="*/ 1893640 h 5062019"/>
              <a:gd name="connsiteX3" fmla="*/ 7011036 w 7742464"/>
              <a:gd name="connsiteY3" fmla="*/ 4240028 h 5062019"/>
              <a:gd name="connsiteX4" fmla="*/ 3358857 w 7742464"/>
              <a:gd name="connsiteY4" fmla="*/ 5060764 h 5062019"/>
              <a:gd name="connsiteX5" fmla="*/ 473817 w 7742464"/>
              <a:gd name="connsiteY5" fmla="*/ 4387149 h 5062019"/>
              <a:gd name="connsiteX6" fmla="*/ 28088 w 7742464"/>
              <a:gd name="connsiteY6" fmla="*/ 2902523 h 5062019"/>
              <a:gd name="connsiteX7" fmla="*/ 138351 w 7742464"/>
              <a:gd name="connsiteY7" fmla="*/ 2116479 h 5062019"/>
              <a:gd name="connsiteX8" fmla="*/ 887026 w 7742464"/>
              <a:gd name="connsiteY8" fmla="*/ 998674 h 5062019"/>
              <a:gd name="connsiteX9" fmla="*/ 812571 w 7742464"/>
              <a:gd name="connsiteY9" fmla="*/ 373158 h 5062019"/>
              <a:gd name="connsiteX10" fmla="*/ 1773030 w 7742464"/>
              <a:gd name="connsiteY10" fmla="*/ 499346 h 5062019"/>
              <a:gd name="connsiteX11" fmla="*/ 3730409 w 7742464"/>
              <a:gd name="connsiteY11" fmla="*/ 1 h 5062019"/>
              <a:gd name="connsiteX0" fmla="*/ 3736775 w 7748830"/>
              <a:gd name="connsiteY0" fmla="*/ 1 h 5084826"/>
              <a:gd name="connsiteX1" fmla="*/ 6330781 w 7748830"/>
              <a:gd name="connsiteY1" fmla="*/ 313740 h 5084826"/>
              <a:gd name="connsiteX2" fmla="*/ 7706144 w 7748830"/>
              <a:gd name="connsiteY2" fmla="*/ 1893640 h 5084826"/>
              <a:gd name="connsiteX3" fmla="*/ 7017402 w 7748830"/>
              <a:gd name="connsiteY3" fmla="*/ 4240028 h 5084826"/>
              <a:gd name="connsiteX4" fmla="*/ 3365223 w 7748830"/>
              <a:gd name="connsiteY4" fmla="*/ 5060764 h 5084826"/>
              <a:gd name="connsiteX5" fmla="*/ 566153 w 7748830"/>
              <a:gd name="connsiteY5" fmla="*/ 4685337 h 5084826"/>
              <a:gd name="connsiteX6" fmla="*/ 34454 w 7748830"/>
              <a:gd name="connsiteY6" fmla="*/ 2902523 h 5084826"/>
              <a:gd name="connsiteX7" fmla="*/ 144717 w 7748830"/>
              <a:gd name="connsiteY7" fmla="*/ 2116479 h 5084826"/>
              <a:gd name="connsiteX8" fmla="*/ 893392 w 7748830"/>
              <a:gd name="connsiteY8" fmla="*/ 998674 h 5084826"/>
              <a:gd name="connsiteX9" fmla="*/ 818937 w 7748830"/>
              <a:gd name="connsiteY9" fmla="*/ 373158 h 5084826"/>
              <a:gd name="connsiteX10" fmla="*/ 1779396 w 7748830"/>
              <a:gd name="connsiteY10" fmla="*/ 499346 h 5084826"/>
              <a:gd name="connsiteX11" fmla="*/ 3736775 w 7748830"/>
              <a:gd name="connsiteY11" fmla="*/ 1 h 5084826"/>
              <a:gd name="connsiteX0" fmla="*/ 3626592 w 7638647"/>
              <a:gd name="connsiteY0" fmla="*/ 1 h 5105505"/>
              <a:gd name="connsiteX1" fmla="*/ 6220598 w 7638647"/>
              <a:gd name="connsiteY1" fmla="*/ 313740 h 5105505"/>
              <a:gd name="connsiteX2" fmla="*/ 7595961 w 7638647"/>
              <a:gd name="connsiteY2" fmla="*/ 1893640 h 5105505"/>
              <a:gd name="connsiteX3" fmla="*/ 6907219 w 7638647"/>
              <a:gd name="connsiteY3" fmla="*/ 4240028 h 5105505"/>
              <a:gd name="connsiteX4" fmla="*/ 3255040 w 7638647"/>
              <a:gd name="connsiteY4" fmla="*/ 5060764 h 5105505"/>
              <a:gd name="connsiteX5" fmla="*/ 455970 w 7638647"/>
              <a:gd name="connsiteY5" fmla="*/ 4685337 h 5105505"/>
              <a:gd name="connsiteX6" fmla="*/ 34534 w 7638647"/>
              <a:gd name="connsiteY6" fmla="*/ 2116479 h 5105505"/>
              <a:gd name="connsiteX7" fmla="*/ 783209 w 7638647"/>
              <a:gd name="connsiteY7" fmla="*/ 998674 h 5105505"/>
              <a:gd name="connsiteX8" fmla="*/ 708754 w 7638647"/>
              <a:gd name="connsiteY8" fmla="*/ 373158 h 5105505"/>
              <a:gd name="connsiteX9" fmla="*/ 1669213 w 7638647"/>
              <a:gd name="connsiteY9" fmla="*/ 499346 h 5105505"/>
              <a:gd name="connsiteX10" fmla="*/ 3626592 w 7638647"/>
              <a:gd name="connsiteY10" fmla="*/ 1 h 5105505"/>
              <a:gd name="connsiteX0" fmla="*/ 3603023 w 7615078"/>
              <a:gd name="connsiteY0" fmla="*/ 1 h 5124997"/>
              <a:gd name="connsiteX1" fmla="*/ 6197029 w 7615078"/>
              <a:gd name="connsiteY1" fmla="*/ 313740 h 5124997"/>
              <a:gd name="connsiteX2" fmla="*/ 7572392 w 7615078"/>
              <a:gd name="connsiteY2" fmla="*/ 1893640 h 5124997"/>
              <a:gd name="connsiteX3" fmla="*/ 6883650 w 7615078"/>
              <a:gd name="connsiteY3" fmla="*/ 4240028 h 5124997"/>
              <a:gd name="connsiteX4" fmla="*/ 3231471 w 7615078"/>
              <a:gd name="connsiteY4" fmla="*/ 5060764 h 5124997"/>
              <a:gd name="connsiteX5" fmla="*/ 633161 w 7615078"/>
              <a:gd name="connsiteY5" fmla="*/ 4739149 h 5124997"/>
              <a:gd name="connsiteX6" fmla="*/ 10965 w 7615078"/>
              <a:gd name="connsiteY6" fmla="*/ 2116479 h 5124997"/>
              <a:gd name="connsiteX7" fmla="*/ 759640 w 7615078"/>
              <a:gd name="connsiteY7" fmla="*/ 998674 h 5124997"/>
              <a:gd name="connsiteX8" fmla="*/ 685185 w 7615078"/>
              <a:gd name="connsiteY8" fmla="*/ 373158 h 5124997"/>
              <a:gd name="connsiteX9" fmla="*/ 1645644 w 7615078"/>
              <a:gd name="connsiteY9" fmla="*/ 499346 h 5124997"/>
              <a:gd name="connsiteX10" fmla="*/ 3603023 w 7615078"/>
              <a:gd name="connsiteY10" fmla="*/ 1 h 5124997"/>
              <a:gd name="connsiteX0" fmla="*/ 3604900 w 7616955"/>
              <a:gd name="connsiteY0" fmla="*/ 1 h 5156507"/>
              <a:gd name="connsiteX1" fmla="*/ 6198906 w 7616955"/>
              <a:gd name="connsiteY1" fmla="*/ 313740 h 5156507"/>
              <a:gd name="connsiteX2" fmla="*/ 7574269 w 7616955"/>
              <a:gd name="connsiteY2" fmla="*/ 1893640 h 5156507"/>
              <a:gd name="connsiteX3" fmla="*/ 6885527 w 7616955"/>
              <a:gd name="connsiteY3" fmla="*/ 4240028 h 5156507"/>
              <a:gd name="connsiteX4" fmla="*/ 3233348 w 7616955"/>
              <a:gd name="connsiteY4" fmla="*/ 5060764 h 5156507"/>
              <a:gd name="connsiteX5" fmla="*/ 600275 w 7616955"/>
              <a:gd name="connsiteY5" fmla="*/ 4809242 h 5156507"/>
              <a:gd name="connsiteX6" fmla="*/ 12842 w 7616955"/>
              <a:gd name="connsiteY6" fmla="*/ 2116479 h 5156507"/>
              <a:gd name="connsiteX7" fmla="*/ 761517 w 7616955"/>
              <a:gd name="connsiteY7" fmla="*/ 998674 h 5156507"/>
              <a:gd name="connsiteX8" fmla="*/ 687062 w 7616955"/>
              <a:gd name="connsiteY8" fmla="*/ 373158 h 5156507"/>
              <a:gd name="connsiteX9" fmla="*/ 1647521 w 7616955"/>
              <a:gd name="connsiteY9" fmla="*/ 499346 h 5156507"/>
              <a:gd name="connsiteX10" fmla="*/ 3604900 w 7616955"/>
              <a:gd name="connsiteY10" fmla="*/ 1 h 5156507"/>
              <a:gd name="connsiteX0" fmla="*/ 3605747 w 7617802"/>
              <a:gd name="connsiteY0" fmla="*/ 1 h 5103957"/>
              <a:gd name="connsiteX1" fmla="*/ 6199753 w 7617802"/>
              <a:gd name="connsiteY1" fmla="*/ 313740 h 5103957"/>
              <a:gd name="connsiteX2" fmla="*/ 7575116 w 7617802"/>
              <a:gd name="connsiteY2" fmla="*/ 1893640 h 5103957"/>
              <a:gd name="connsiteX3" fmla="*/ 6886374 w 7617802"/>
              <a:gd name="connsiteY3" fmla="*/ 4240028 h 5103957"/>
              <a:gd name="connsiteX4" fmla="*/ 3234195 w 7617802"/>
              <a:gd name="connsiteY4" fmla="*/ 5060764 h 5103957"/>
              <a:gd name="connsiteX5" fmla="*/ 588097 w 7617802"/>
              <a:gd name="connsiteY5" fmla="*/ 4680481 h 5103957"/>
              <a:gd name="connsiteX6" fmla="*/ 13689 w 7617802"/>
              <a:gd name="connsiteY6" fmla="*/ 2116479 h 5103957"/>
              <a:gd name="connsiteX7" fmla="*/ 762364 w 7617802"/>
              <a:gd name="connsiteY7" fmla="*/ 998674 h 5103957"/>
              <a:gd name="connsiteX8" fmla="*/ 687909 w 7617802"/>
              <a:gd name="connsiteY8" fmla="*/ 373158 h 5103957"/>
              <a:gd name="connsiteX9" fmla="*/ 1648368 w 7617802"/>
              <a:gd name="connsiteY9" fmla="*/ 499346 h 5103957"/>
              <a:gd name="connsiteX10" fmla="*/ 3605747 w 7617802"/>
              <a:gd name="connsiteY10" fmla="*/ 1 h 5103957"/>
              <a:gd name="connsiteX0" fmla="*/ 3603400 w 7615455"/>
              <a:gd name="connsiteY0" fmla="*/ 1 h 5103958"/>
              <a:gd name="connsiteX1" fmla="*/ 6197406 w 7615455"/>
              <a:gd name="connsiteY1" fmla="*/ 313740 h 5103958"/>
              <a:gd name="connsiteX2" fmla="*/ 7572769 w 7615455"/>
              <a:gd name="connsiteY2" fmla="*/ 1893640 h 5103958"/>
              <a:gd name="connsiteX3" fmla="*/ 6884027 w 7615455"/>
              <a:gd name="connsiteY3" fmla="*/ 4240028 h 5103958"/>
              <a:gd name="connsiteX4" fmla="*/ 3231848 w 7615455"/>
              <a:gd name="connsiteY4" fmla="*/ 5060764 h 5103958"/>
              <a:gd name="connsiteX5" fmla="*/ 585750 w 7615455"/>
              <a:gd name="connsiteY5" fmla="*/ 4680481 h 5103958"/>
              <a:gd name="connsiteX6" fmla="*/ 13865 w 7615455"/>
              <a:gd name="connsiteY6" fmla="*/ 2279334 h 5103958"/>
              <a:gd name="connsiteX7" fmla="*/ 760017 w 7615455"/>
              <a:gd name="connsiteY7" fmla="*/ 998674 h 5103958"/>
              <a:gd name="connsiteX8" fmla="*/ 685562 w 7615455"/>
              <a:gd name="connsiteY8" fmla="*/ 373158 h 5103958"/>
              <a:gd name="connsiteX9" fmla="*/ 1646021 w 7615455"/>
              <a:gd name="connsiteY9" fmla="*/ 499346 h 5103958"/>
              <a:gd name="connsiteX10" fmla="*/ 3603400 w 7615455"/>
              <a:gd name="connsiteY10" fmla="*/ 1 h 5103958"/>
              <a:gd name="connsiteX0" fmla="*/ 3603400 w 7554491"/>
              <a:gd name="connsiteY0" fmla="*/ 1 h 5103958"/>
              <a:gd name="connsiteX1" fmla="*/ 6197406 w 7554491"/>
              <a:gd name="connsiteY1" fmla="*/ 313740 h 5103958"/>
              <a:gd name="connsiteX2" fmla="*/ 7502348 w 7554491"/>
              <a:gd name="connsiteY2" fmla="*/ 1887069 h 5103958"/>
              <a:gd name="connsiteX3" fmla="*/ 6884027 w 7554491"/>
              <a:gd name="connsiteY3" fmla="*/ 4240028 h 5103958"/>
              <a:gd name="connsiteX4" fmla="*/ 3231848 w 7554491"/>
              <a:gd name="connsiteY4" fmla="*/ 5060764 h 5103958"/>
              <a:gd name="connsiteX5" fmla="*/ 585750 w 7554491"/>
              <a:gd name="connsiteY5" fmla="*/ 4680481 h 5103958"/>
              <a:gd name="connsiteX6" fmla="*/ 13865 w 7554491"/>
              <a:gd name="connsiteY6" fmla="*/ 2279334 h 5103958"/>
              <a:gd name="connsiteX7" fmla="*/ 760017 w 7554491"/>
              <a:gd name="connsiteY7" fmla="*/ 998674 h 5103958"/>
              <a:gd name="connsiteX8" fmla="*/ 685562 w 7554491"/>
              <a:gd name="connsiteY8" fmla="*/ 373158 h 5103958"/>
              <a:gd name="connsiteX9" fmla="*/ 1646021 w 7554491"/>
              <a:gd name="connsiteY9" fmla="*/ 499346 h 5103958"/>
              <a:gd name="connsiteX10" fmla="*/ 3603400 w 7554491"/>
              <a:gd name="connsiteY10" fmla="*/ 1 h 5103958"/>
              <a:gd name="connsiteX0" fmla="*/ 3603400 w 7546134"/>
              <a:gd name="connsiteY0" fmla="*/ 1 h 5103958"/>
              <a:gd name="connsiteX1" fmla="*/ 6197406 w 7546134"/>
              <a:gd name="connsiteY1" fmla="*/ 313740 h 5103958"/>
              <a:gd name="connsiteX2" fmla="*/ 7502348 w 7546134"/>
              <a:gd name="connsiteY2" fmla="*/ 1887069 h 5103958"/>
              <a:gd name="connsiteX3" fmla="*/ 6884027 w 7546134"/>
              <a:gd name="connsiteY3" fmla="*/ 4240028 h 5103958"/>
              <a:gd name="connsiteX4" fmla="*/ 3231848 w 7546134"/>
              <a:gd name="connsiteY4" fmla="*/ 5060764 h 5103958"/>
              <a:gd name="connsiteX5" fmla="*/ 585750 w 7546134"/>
              <a:gd name="connsiteY5" fmla="*/ 4680481 h 5103958"/>
              <a:gd name="connsiteX6" fmla="*/ 13865 w 7546134"/>
              <a:gd name="connsiteY6" fmla="*/ 2279334 h 5103958"/>
              <a:gd name="connsiteX7" fmla="*/ 760017 w 7546134"/>
              <a:gd name="connsiteY7" fmla="*/ 998674 h 5103958"/>
              <a:gd name="connsiteX8" fmla="*/ 685562 w 7546134"/>
              <a:gd name="connsiteY8" fmla="*/ 373158 h 5103958"/>
              <a:gd name="connsiteX9" fmla="*/ 1646021 w 7546134"/>
              <a:gd name="connsiteY9" fmla="*/ 499346 h 5103958"/>
              <a:gd name="connsiteX10" fmla="*/ 3603400 w 7546134"/>
              <a:gd name="connsiteY10" fmla="*/ 1 h 5103958"/>
              <a:gd name="connsiteX0" fmla="*/ 3603400 w 7546134"/>
              <a:gd name="connsiteY0" fmla="*/ 33665 h 5137622"/>
              <a:gd name="connsiteX1" fmla="*/ 6197406 w 7546134"/>
              <a:gd name="connsiteY1" fmla="*/ 347404 h 5137622"/>
              <a:gd name="connsiteX2" fmla="*/ 7502348 w 7546134"/>
              <a:gd name="connsiteY2" fmla="*/ 1920733 h 5137622"/>
              <a:gd name="connsiteX3" fmla="*/ 6884027 w 7546134"/>
              <a:gd name="connsiteY3" fmla="*/ 4273692 h 5137622"/>
              <a:gd name="connsiteX4" fmla="*/ 3231848 w 7546134"/>
              <a:gd name="connsiteY4" fmla="*/ 5094428 h 5137622"/>
              <a:gd name="connsiteX5" fmla="*/ 585750 w 7546134"/>
              <a:gd name="connsiteY5" fmla="*/ 4714145 h 5137622"/>
              <a:gd name="connsiteX6" fmla="*/ 13865 w 7546134"/>
              <a:gd name="connsiteY6" fmla="*/ 2312998 h 5137622"/>
              <a:gd name="connsiteX7" fmla="*/ 760017 w 7546134"/>
              <a:gd name="connsiteY7" fmla="*/ 1032338 h 5137622"/>
              <a:gd name="connsiteX8" fmla="*/ 685562 w 7546134"/>
              <a:gd name="connsiteY8" fmla="*/ 406822 h 5137622"/>
              <a:gd name="connsiteX9" fmla="*/ 1646021 w 7546134"/>
              <a:gd name="connsiteY9" fmla="*/ 533010 h 5137622"/>
              <a:gd name="connsiteX10" fmla="*/ 3603400 w 7546134"/>
              <a:gd name="connsiteY10" fmla="*/ 33665 h 5137622"/>
              <a:gd name="connsiteX0" fmla="*/ 3603400 w 7546134"/>
              <a:gd name="connsiteY0" fmla="*/ 33665 h 5137622"/>
              <a:gd name="connsiteX1" fmla="*/ 6197406 w 7546134"/>
              <a:gd name="connsiteY1" fmla="*/ 347404 h 5137622"/>
              <a:gd name="connsiteX2" fmla="*/ 7502348 w 7546134"/>
              <a:gd name="connsiteY2" fmla="*/ 1920733 h 5137622"/>
              <a:gd name="connsiteX3" fmla="*/ 6884027 w 7546134"/>
              <a:gd name="connsiteY3" fmla="*/ 4273692 h 5137622"/>
              <a:gd name="connsiteX4" fmla="*/ 3231848 w 7546134"/>
              <a:gd name="connsiteY4" fmla="*/ 5094428 h 5137622"/>
              <a:gd name="connsiteX5" fmla="*/ 585750 w 7546134"/>
              <a:gd name="connsiteY5" fmla="*/ 4714145 h 5137622"/>
              <a:gd name="connsiteX6" fmla="*/ 13865 w 7546134"/>
              <a:gd name="connsiteY6" fmla="*/ 2312998 h 5137622"/>
              <a:gd name="connsiteX7" fmla="*/ 760017 w 7546134"/>
              <a:gd name="connsiteY7" fmla="*/ 1032338 h 5137622"/>
              <a:gd name="connsiteX8" fmla="*/ 685562 w 7546134"/>
              <a:gd name="connsiteY8" fmla="*/ 406822 h 5137622"/>
              <a:gd name="connsiteX9" fmla="*/ 1646021 w 7546134"/>
              <a:gd name="connsiteY9" fmla="*/ 533010 h 5137622"/>
              <a:gd name="connsiteX10" fmla="*/ 3603400 w 7546134"/>
              <a:gd name="connsiteY10" fmla="*/ 33665 h 5137622"/>
              <a:gd name="connsiteX0" fmla="*/ 3603400 w 7417783"/>
              <a:gd name="connsiteY0" fmla="*/ 31687 h 5135644"/>
              <a:gd name="connsiteX1" fmla="*/ 6197406 w 7417783"/>
              <a:gd name="connsiteY1" fmla="*/ 345426 h 5135644"/>
              <a:gd name="connsiteX2" fmla="*/ 7339607 w 7417783"/>
              <a:gd name="connsiteY2" fmla="*/ 1827041 h 5135644"/>
              <a:gd name="connsiteX3" fmla="*/ 6884027 w 7417783"/>
              <a:gd name="connsiteY3" fmla="*/ 4271714 h 5135644"/>
              <a:gd name="connsiteX4" fmla="*/ 3231848 w 7417783"/>
              <a:gd name="connsiteY4" fmla="*/ 5092450 h 5135644"/>
              <a:gd name="connsiteX5" fmla="*/ 585750 w 7417783"/>
              <a:gd name="connsiteY5" fmla="*/ 4712167 h 5135644"/>
              <a:gd name="connsiteX6" fmla="*/ 13865 w 7417783"/>
              <a:gd name="connsiteY6" fmla="*/ 2311020 h 5135644"/>
              <a:gd name="connsiteX7" fmla="*/ 760017 w 7417783"/>
              <a:gd name="connsiteY7" fmla="*/ 1030360 h 5135644"/>
              <a:gd name="connsiteX8" fmla="*/ 685562 w 7417783"/>
              <a:gd name="connsiteY8" fmla="*/ 404844 h 5135644"/>
              <a:gd name="connsiteX9" fmla="*/ 1646021 w 7417783"/>
              <a:gd name="connsiteY9" fmla="*/ 531032 h 5135644"/>
              <a:gd name="connsiteX10" fmla="*/ 3603400 w 7417783"/>
              <a:gd name="connsiteY10" fmla="*/ 31687 h 5135644"/>
              <a:gd name="connsiteX0" fmla="*/ 3603400 w 7374876"/>
              <a:gd name="connsiteY0" fmla="*/ 31687 h 5136334"/>
              <a:gd name="connsiteX1" fmla="*/ 6197406 w 7374876"/>
              <a:gd name="connsiteY1" fmla="*/ 345426 h 5136334"/>
              <a:gd name="connsiteX2" fmla="*/ 7339607 w 7374876"/>
              <a:gd name="connsiteY2" fmla="*/ 1827041 h 5136334"/>
              <a:gd name="connsiteX3" fmla="*/ 6715667 w 7374876"/>
              <a:gd name="connsiteY3" fmla="*/ 4262378 h 5136334"/>
              <a:gd name="connsiteX4" fmla="*/ 3231848 w 7374876"/>
              <a:gd name="connsiteY4" fmla="*/ 5092450 h 5136334"/>
              <a:gd name="connsiteX5" fmla="*/ 585750 w 7374876"/>
              <a:gd name="connsiteY5" fmla="*/ 4712167 h 5136334"/>
              <a:gd name="connsiteX6" fmla="*/ 13865 w 7374876"/>
              <a:gd name="connsiteY6" fmla="*/ 2311020 h 5136334"/>
              <a:gd name="connsiteX7" fmla="*/ 760017 w 7374876"/>
              <a:gd name="connsiteY7" fmla="*/ 1030360 h 5136334"/>
              <a:gd name="connsiteX8" fmla="*/ 685562 w 7374876"/>
              <a:gd name="connsiteY8" fmla="*/ 404844 h 5136334"/>
              <a:gd name="connsiteX9" fmla="*/ 1646021 w 7374876"/>
              <a:gd name="connsiteY9" fmla="*/ 531032 h 5136334"/>
              <a:gd name="connsiteX10" fmla="*/ 3603400 w 7374876"/>
              <a:gd name="connsiteY10" fmla="*/ 31687 h 5136334"/>
              <a:gd name="connsiteX0" fmla="*/ 3603400 w 7366286"/>
              <a:gd name="connsiteY0" fmla="*/ 31687 h 5147961"/>
              <a:gd name="connsiteX1" fmla="*/ 6197406 w 7366286"/>
              <a:gd name="connsiteY1" fmla="*/ 345426 h 5147961"/>
              <a:gd name="connsiteX2" fmla="*/ 7339607 w 7366286"/>
              <a:gd name="connsiteY2" fmla="*/ 1827041 h 5147961"/>
              <a:gd name="connsiteX3" fmla="*/ 6671868 w 7366286"/>
              <a:gd name="connsiteY3" fmla="*/ 4105237 h 5147961"/>
              <a:gd name="connsiteX4" fmla="*/ 3231848 w 7366286"/>
              <a:gd name="connsiteY4" fmla="*/ 5092450 h 5147961"/>
              <a:gd name="connsiteX5" fmla="*/ 585750 w 7366286"/>
              <a:gd name="connsiteY5" fmla="*/ 4712167 h 5147961"/>
              <a:gd name="connsiteX6" fmla="*/ 13865 w 7366286"/>
              <a:gd name="connsiteY6" fmla="*/ 2311020 h 5147961"/>
              <a:gd name="connsiteX7" fmla="*/ 760017 w 7366286"/>
              <a:gd name="connsiteY7" fmla="*/ 1030360 h 5147961"/>
              <a:gd name="connsiteX8" fmla="*/ 685562 w 7366286"/>
              <a:gd name="connsiteY8" fmla="*/ 404844 h 5147961"/>
              <a:gd name="connsiteX9" fmla="*/ 1646021 w 7366286"/>
              <a:gd name="connsiteY9" fmla="*/ 531032 h 5147961"/>
              <a:gd name="connsiteX10" fmla="*/ 3603400 w 7366286"/>
              <a:gd name="connsiteY10" fmla="*/ 31687 h 5147961"/>
              <a:gd name="connsiteX0" fmla="*/ 3603400 w 7359988"/>
              <a:gd name="connsiteY0" fmla="*/ 31687 h 5146347"/>
              <a:gd name="connsiteX1" fmla="*/ 6197406 w 7359988"/>
              <a:gd name="connsiteY1" fmla="*/ 345426 h 5146347"/>
              <a:gd name="connsiteX2" fmla="*/ 7339607 w 7359988"/>
              <a:gd name="connsiteY2" fmla="*/ 1827041 h 5146347"/>
              <a:gd name="connsiteX3" fmla="*/ 6632220 w 7359988"/>
              <a:gd name="connsiteY3" fmla="*/ 4127047 h 5146347"/>
              <a:gd name="connsiteX4" fmla="*/ 3231848 w 7359988"/>
              <a:gd name="connsiteY4" fmla="*/ 5092450 h 5146347"/>
              <a:gd name="connsiteX5" fmla="*/ 585750 w 7359988"/>
              <a:gd name="connsiteY5" fmla="*/ 4712167 h 5146347"/>
              <a:gd name="connsiteX6" fmla="*/ 13865 w 7359988"/>
              <a:gd name="connsiteY6" fmla="*/ 2311020 h 5146347"/>
              <a:gd name="connsiteX7" fmla="*/ 760017 w 7359988"/>
              <a:gd name="connsiteY7" fmla="*/ 1030360 h 5146347"/>
              <a:gd name="connsiteX8" fmla="*/ 685562 w 7359988"/>
              <a:gd name="connsiteY8" fmla="*/ 404844 h 5146347"/>
              <a:gd name="connsiteX9" fmla="*/ 1646021 w 7359988"/>
              <a:gd name="connsiteY9" fmla="*/ 531032 h 5146347"/>
              <a:gd name="connsiteX10" fmla="*/ 3603400 w 7359988"/>
              <a:gd name="connsiteY10" fmla="*/ 31687 h 5146347"/>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60017 w 7283289"/>
              <a:gd name="connsiteY7" fmla="*/ 1030263 h 5146250"/>
              <a:gd name="connsiteX8" fmla="*/ 685562 w 7283289"/>
              <a:gd name="connsiteY8" fmla="*/ 404747 h 5146250"/>
              <a:gd name="connsiteX9" fmla="*/ 1646021 w 7283289"/>
              <a:gd name="connsiteY9" fmla="*/ 530935 h 5146250"/>
              <a:gd name="connsiteX10" fmla="*/ 3603400 w 7283289"/>
              <a:gd name="connsiteY10" fmla="*/ 31590 h 5146250"/>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60017 w 7283289"/>
              <a:gd name="connsiteY7" fmla="*/ 1030263 h 5146250"/>
              <a:gd name="connsiteX8" fmla="*/ 680359 w 7283289"/>
              <a:gd name="connsiteY8" fmla="*/ 292641 h 5146250"/>
              <a:gd name="connsiteX9" fmla="*/ 1646021 w 7283289"/>
              <a:gd name="connsiteY9" fmla="*/ 530935 h 5146250"/>
              <a:gd name="connsiteX10" fmla="*/ 3603400 w 7283289"/>
              <a:gd name="connsiteY10" fmla="*/ 31590 h 5146250"/>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29414 w 7283289"/>
              <a:gd name="connsiteY7" fmla="*/ 1097923 h 5146250"/>
              <a:gd name="connsiteX8" fmla="*/ 680359 w 7283289"/>
              <a:gd name="connsiteY8" fmla="*/ 292641 h 5146250"/>
              <a:gd name="connsiteX9" fmla="*/ 1646021 w 7283289"/>
              <a:gd name="connsiteY9" fmla="*/ 530935 h 5146250"/>
              <a:gd name="connsiteX10" fmla="*/ 3603400 w 7283289"/>
              <a:gd name="connsiteY10" fmla="*/ 31590 h 5146250"/>
              <a:gd name="connsiteX0" fmla="*/ 3603400 w 7194149"/>
              <a:gd name="connsiteY0" fmla="*/ 31938 h 5146598"/>
              <a:gd name="connsiteX1" fmla="*/ 6197406 w 7194149"/>
              <a:gd name="connsiteY1" fmla="*/ 345677 h 5146598"/>
              <a:gd name="connsiteX2" fmla="*/ 7150714 w 7194149"/>
              <a:gd name="connsiteY2" fmla="*/ 1839431 h 5146598"/>
              <a:gd name="connsiteX3" fmla="*/ 6632220 w 7194149"/>
              <a:gd name="connsiteY3" fmla="*/ 4127298 h 5146598"/>
              <a:gd name="connsiteX4" fmla="*/ 3231848 w 7194149"/>
              <a:gd name="connsiteY4" fmla="*/ 5092701 h 5146598"/>
              <a:gd name="connsiteX5" fmla="*/ 585750 w 7194149"/>
              <a:gd name="connsiteY5" fmla="*/ 4712418 h 5146598"/>
              <a:gd name="connsiteX6" fmla="*/ 13865 w 7194149"/>
              <a:gd name="connsiteY6" fmla="*/ 2311271 h 5146598"/>
              <a:gd name="connsiteX7" fmla="*/ 729414 w 7194149"/>
              <a:gd name="connsiteY7" fmla="*/ 1098271 h 5146598"/>
              <a:gd name="connsiteX8" fmla="*/ 680359 w 7194149"/>
              <a:gd name="connsiteY8" fmla="*/ 292989 h 5146598"/>
              <a:gd name="connsiteX9" fmla="*/ 1646021 w 7194149"/>
              <a:gd name="connsiteY9" fmla="*/ 531283 h 5146598"/>
              <a:gd name="connsiteX10" fmla="*/ 3603400 w 7194149"/>
              <a:gd name="connsiteY10" fmla="*/ 31938 h 5146598"/>
              <a:gd name="connsiteX0" fmla="*/ 3603400 w 7107447"/>
              <a:gd name="connsiteY0" fmla="*/ 32329 h 5146989"/>
              <a:gd name="connsiteX1" fmla="*/ 6197406 w 7107447"/>
              <a:gd name="connsiteY1" fmla="*/ 346068 h 5146989"/>
              <a:gd name="connsiteX2" fmla="*/ 7035528 w 7107447"/>
              <a:gd name="connsiteY2" fmla="*/ 1858310 h 5146989"/>
              <a:gd name="connsiteX3" fmla="*/ 6632220 w 7107447"/>
              <a:gd name="connsiteY3" fmla="*/ 4127689 h 5146989"/>
              <a:gd name="connsiteX4" fmla="*/ 3231848 w 7107447"/>
              <a:gd name="connsiteY4" fmla="*/ 5093092 h 5146989"/>
              <a:gd name="connsiteX5" fmla="*/ 585750 w 7107447"/>
              <a:gd name="connsiteY5" fmla="*/ 4712809 h 5146989"/>
              <a:gd name="connsiteX6" fmla="*/ 13865 w 7107447"/>
              <a:gd name="connsiteY6" fmla="*/ 2311662 h 5146989"/>
              <a:gd name="connsiteX7" fmla="*/ 729414 w 7107447"/>
              <a:gd name="connsiteY7" fmla="*/ 1098662 h 5146989"/>
              <a:gd name="connsiteX8" fmla="*/ 680359 w 7107447"/>
              <a:gd name="connsiteY8" fmla="*/ 293380 h 5146989"/>
              <a:gd name="connsiteX9" fmla="*/ 1646021 w 7107447"/>
              <a:gd name="connsiteY9" fmla="*/ 531674 h 5146989"/>
              <a:gd name="connsiteX10" fmla="*/ 3603400 w 7107447"/>
              <a:gd name="connsiteY10" fmla="*/ 32329 h 5146989"/>
              <a:gd name="connsiteX0" fmla="*/ 3603400 w 7107447"/>
              <a:gd name="connsiteY0" fmla="*/ 31042 h 5145702"/>
              <a:gd name="connsiteX1" fmla="*/ 6197406 w 7107447"/>
              <a:gd name="connsiteY1" fmla="*/ 344781 h 5145702"/>
              <a:gd name="connsiteX2" fmla="*/ 7035528 w 7107447"/>
              <a:gd name="connsiteY2" fmla="*/ 1857023 h 5145702"/>
              <a:gd name="connsiteX3" fmla="*/ 6632220 w 7107447"/>
              <a:gd name="connsiteY3" fmla="*/ 4126402 h 5145702"/>
              <a:gd name="connsiteX4" fmla="*/ 3231848 w 7107447"/>
              <a:gd name="connsiteY4" fmla="*/ 5091805 h 5145702"/>
              <a:gd name="connsiteX5" fmla="*/ 585750 w 7107447"/>
              <a:gd name="connsiteY5" fmla="*/ 4711522 h 5145702"/>
              <a:gd name="connsiteX6" fmla="*/ 13865 w 7107447"/>
              <a:gd name="connsiteY6" fmla="*/ 2310375 h 5145702"/>
              <a:gd name="connsiteX7" fmla="*/ 729414 w 7107447"/>
              <a:gd name="connsiteY7" fmla="*/ 1097375 h 5145702"/>
              <a:gd name="connsiteX8" fmla="*/ 680359 w 7107447"/>
              <a:gd name="connsiteY8" fmla="*/ 292093 h 5145702"/>
              <a:gd name="connsiteX9" fmla="*/ 1646021 w 7107447"/>
              <a:gd name="connsiteY9" fmla="*/ 530387 h 5145702"/>
              <a:gd name="connsiteX10" fmla="*/ 3603400 w 7107447"/>
              <a:gd name="connsiteY10" fmla="*/ 31042 h 5145702"/>
              <a:gd name="connsiteX0" fmla="*/ 3603400 w 7125591"/>
              <a:gd name="connsiteY0" fmla="*/ 31042 h 5145702"/>
              <a:gd name="connsiteX1" fmla="*/ 6197406 w 7125591"/>
              <a:gd name="connsiteY1" fmla="*/ 344781 h 5145702"/>
              <a:gd name="connsiteX2" fmla="*/ 7035528 w 7125591"/>
              <a:gd name="connsiteY2" fmla="*/ 1857023 h 5145702"/>
              <a:gd name="connsiteX3" fmla="*/ 6632220 w 7125591"/>
              <a:gd name="connsiteY3" fmla="*/ 4126402 h 5145702"/>
              <a:gd name="connsiteX4" fmla="*/ 3231848 w 7125591"/>
              <a:gd name="connsiteY4" fmla="*/ 5091805 h 5145702"/>
              <a:gd name="connsiteX5" fmla="*/ 585750 w 7125591"/>
              <a:gd name="connsiteY5" fmla="*/ 4711522 h 5145702"/>
              <a:gd name="connsiteX6" fmla="*/ 13865 w 7125591"/>
              <a:gd name="connsiteY6" fmla="*/ 2310375 h 5145702"/>
              <a:gd name="connsiteX7" fmla="*/ 729414 w 7125591"/>
              <a:gd name="connsiteY7" fmla="*/ 1097375 h 5145702"/>
              <a:gd name="connsiteX8" fmla="*/ 680359 w 7125591"/>
              <a:gd name="connsiteY8" fmla="*/ 292093 h 5145702"/>
              <a:gd name="connsiteX9" fmla="*/ 1646021 w 7125591"/>
              <a:gd name="connsiteY9" fmla="*/ 530387 h 5145702"/>
              <a:gd name="connsiteX10" fmla="*/ 3603400 w 7125591"/>
              <a:gd name="connsiteY10" fmla="*/ 31042 h 5145702"/>
              <a:gd name="connsiteX0" fmla="*/ 3603400 w 7073245"/>
              <a:gd name="connsiteY0" fmla="*/ 31042 h 5143141"/>
              <a:gd name="connsiteX1" fmla="*/ 6197406 w 7073245"/>
              <a:gd name="connsiteY1" fmla="*/ 344781 h 5143141"/>
              <a:gd name="connsiteX2" fmla="*/ 7035528 w 7073245"/>
              <a:gd name="connsiteY2" fmla="*/ 1857023 h 5143141"/>
              <a:gd name="connsiteX3" fmla="*/ 6538881 w 7073245"/>
              <a:gd name="connsiteY3" fmla="*/ 4160999 h 5143141"/>
              <a:gd name="connsiteX4" fmla="*/ 3231848 w 7073245"/>
              <a:gd name="connsiteY4" fmla="*/ 5091805 h 5143141"/>
              <a:gd name="connsiteX5" fmla="*/ 585750 w 7073245"/>
              <a:gd name="connsiteY5" fmla="*/ 4711522 h 5143141"/>
              <a:gd name="connsiteX6" fmla="*/ 13865 w 7073245"/>
              <a:gd name="connsiteY6" fmla="*/ 2310375 h 5143141"/>
              <a:gd name="connsiteX7" fmla="*/ 729414 w 7073245"/>
              <a:gd name="connsiteY7" fmla="*/ 1097375 h 5143141"/>
              <a:gd name="connsiteX8" fmla="*/ 680359 w 7073245"/>
              <a:gd name="connsiteY8" fmla="*/ 292093 h 5143141"/>
              <a:gd name="connsiteX9" fmla="*/ 1646021 w 7073245"/>
              <a:gd name="connsiteY9" fmla="*/ 530387 h 5143141"/>
              <a:gd name="connsiteX10" fmla="*/ 3603400 w 7073245"/>
              <a:gd name="connsiteY10" fmla="*/ 31042 h 5143141"/>
              <a:gd name="connsiteX0" fmla="*/ 3603400 w 7074446"/>
              <a:gd name="connsiteY0" fmla="*/ 31042 h 5143143"/>
              <a:gd name="connsiteX1" fmla="*/ 6197406 w 7074446"/>
              <a:gd name="connsiteY1" fmla="*/ 344781 h 5143143"/>
              <a:gd name="connsiteX2" fmla="*/ 7035528 w 7074446"/>
              <a:gd name="connsiteY2" fmla="*/ 1857023 h 5143143"/>
              <a:gd name="connsiteX3" fmla="*/ 6538881 w 7074446"/>
              <a:gd name="connsiteY3" fmla="*/ 4160999 h 5143143"/>
              <a:gd name="connsiteX4" fmla="*/ 3231848 w 7074446"/>
              <a:gd name="connsiteY4" fmla="*/ 5091805 h 5143143"/>
              <a:gd name="connsiteX5" fmla="*/ 585750 w 7074446"/>
              <a:gd name="connsiteY5" fmla="*/ 4711522 h 5143143"/>
              <a:gd name="connsiteX6" fmla="*/ 13865 w 7074446"/>
              <a:gd name="connsiteY6" fmla="*/ 2310375 h 5143143"/>
              <a:gd name="connsiteX7" fmla="*/ 729414 w 7074446"/>
              <a:gd name="connsiteY7" fmla="*/ 1097375 h 5143143"/>
              <a:gd name="connsiteX8" fmla="*/ 680359 w 7074446"/>
              <a:gd name="connsiteY8" fmla="*/ 292093 h 5143143"/>
              <a:gd name="connsiteX9" fmla="*/ 1646021 w 7074446"/>
              <a:gd name="connsiteY9" fmla="*/ 530387 h 5143143"/>
              <a:gd name="connsiteX10" fmla="*/ 3603400 w 7074446"/>
              <a:gd name="connsiteY10" fmla="*/ 31042 h 5143143"/>
              <a:gd name="connsiteX0" fmla="*/ 4992048 w 8463094"/>
              <a:gd name="connsiteY0" fmla="*/ 31042 h 5138527"/>
              <a:gd name="connsiteX1" fmla="*/ 7586054 w 8463094"/>
              <a:gd name="connsiteY1" fmla="*/ 344781 h 5138527"/>
              <a:gd name="connsiteX2" fmla="*/ 8424176 w 8463094"/>
              <a:gd name="connsiteY2" fmla="*/ 1857023 h 5138527"/>
              <a:gd name="connsiteX3" fmla="*/ 7927529 w 8463094"/>
              <a:gd name="connsiteY3" fmla="*/ 4160999 h 5138527"/>
              <a:gd name="connsiteX4" fmla="*/ 4620496 w 8463094"/>
              <a:gd name="connsiteY4" fmla="*/ 5091805 h 5138527"/>
              <a:gd name="connsiteX5" fmla="*/ 1974398 w 8463094"/>
              <a:gd name="connsiteY5" fmla="*/ 4711522 h 5138527"/>
              <a:gd name="connsiteX6" fmla="*/ 1715 w 8463094"/>
              <a:gd name="connsiteY6" fmla="*/ 2285571 h 5138527"/>
              <a:gd name="connsiteX7" fmla="*/ 2118062 w 8463094"/>
              <a:gd name="connsiteY7" fmla="*/ 1097375 h 5138527"/>
              <a:gd name="connsiteX8" fmla="*/ 2069007 w 8463094"/>
              <a:gd name="connsiteY8" fmla="*/ 292093 h 5138527"/>
              <a:gd name="connsiteX9" fmla="*/ 3034669 w 8463094"/>
              <a:gd name="connsiteY9" fmla="*/ 530387 h 5138527"/>
              <a:gd name="connsiteX10" fmla="*/ 4992048 w 8463094"/>
              <a:gd name="connsiteY10" fmla="*/ 31042 h 5138527"/>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122078 w 8467110"/>
              <a:gd name="connsiteY7" fmla="*/ 1097375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122078 w 8467110"/>
              <a:gd name="connsiteY7" fmla="*/ 1097375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015653 w 8467110"/>
              <a:gd name="connsiteY7" fmla="*/ 971604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42220"/>
              <a:gd name="connsiteY0" fmla="*/ 14812 h 5164759"/>
              <a:gd name="connsiteX1" fmla="*/ 8092456 w 8442220"/>
              <a:gd name="connsiteY1" fmla="*/ 564858 h 5164759"/>
              <a:gd name="connsiteX2" fmla="*/ 8428192 w 8442220"/>
              <a:gd name="connsiteY2" fmla="*/ 1840793 h 5164759"/>
              <a:gd name="connsiteX3" fmla="*/ 7931545 w 8442220"/>
              <a:gd name="connsiteY3" fmla="*/ 4144769 h 5164759"/>
              <a:gd name="connsiteX4" fmla="*/ 4624512 w 8442220"/>
              <a:gd name="connsiteY4" fmla="*/ 5075575 h 5164759"/>
              <a:gd name="connsiteX5" fmla="*/ 1054469 w 8442220"/>
              <a:gd name="connsiteY5" fmla="*/ 4809607 h 5164759"/>
              <a:gd name="connsiteX6" fmla="*/ 5731 w 8442220"/>
              <a:gd name="connsiteY6" fmla="*/ 2269341 h 5164759"/>
              <a:gd name="connsiteX7" fmla="*/ 2015653 w 8442220"/>
              <a:gd name="connsiteY7" fmla="*/ 955374 h 5164759"/>
              <a:gd name="connsiteX8" fmla="*/ 2073023 w 8442220"/>
              <a:gd name="connsiteY8" fmla="*/ 275863 h 5164759"/>
              <a:gd name="connsiteX9" fmla="*/ 3038685 w 8442220"/>
              <a:gd name="connsiteY9" fmla="*/ 514157 h 5164759"/>
              <a:gd name="connsiteX10" fmla="*/ 4996064 w 8442220"/>
              <a:gd name="connsiteY10" fmla="*/ 14812 h 5164759"/>
              <a:gd name="connsiteX0" fmla="*/ 4996064 w 9263691"/>
              <a:gd name="connsiteY0" fmla="*/ 20005 h 5169952"/>
              <a:gd name="connsiteX1" fmla="*/ 8092456 w 9263691"/>
              <a:gd name="connsiteY1" fmla="*/ 570051 h 5169952"/>
              <a:gd name="connsiteX2" fmla="*/ 9262635 w 9263691"/>
              <a:gd name="connsiteY2" fmla="*/ 2508205 h 5169952"/>
              <a:gd name="connsiteX3" fmla="*/ 7931545 w 9263691"/>
              <a:gd name="connsiteY3" fmla="*/ 4149962 h 5169952"/>
              <a:gd name="connsiteX4" fmla="*/ 4624512 w 9263691"/>
              <a:gd name="connsiteY4" fmla="*/ 5080768 h 5169952"/>
              <a:gd name="connsiteX5" fmla="*/ 1054469 w 9263691"/>
              <a:gd name="connsiteY5" fmla="*/ 4814800 h 5169952"/>
              <a:gd name="connsiteX6" fmla="*/ 5731 w 9263691"/>
              <a:gd name="connsiteY6" fmla="*/ 2274534 h 5169952"/>
              <a:gd name="connsiteX7" fmla="*/ 2015653 w 9263691"/>
              <a:gd name="connsiteY7" fmla="*/ 960567 h 5169952"/>
              <a:gd name="connsiteX8" fmla="*/ 2073023 w 9263691"/>
              <a:gd name="connsiteY8" fmla="*/ 281056 h 5169952"/>
              <a:gd name="connsiteX9" fmla="*/ 3038685 w 9263691"/>
              <a:gd name="connsiteY9" fmla="*/ 519350 h 5169952"/>
              <a:gd name="connsiteX10" fmla="*/ 4996064 w 9263691"/>
              <a:gd name="connsiteY10" fmla="*/ 20005 h 5169952"/>
              <a:gd name="connsiteX0" fmla="*/ 4996064 w 9352913"/>
              <a:gd name="connsiteY0" fmla="*/ 20005 h 5137479"/>
              <a:gd name="connsiteX1" fmla="*/ 8092456 w 9352913"/>
              <a:gd name="connsiteY1" fmla="*/ 570051 h 5137479"/>
              <a:gd name="connsiteX2" fmla="*/ 9262635 w 9352913"/>
              <a:gd name="connsiteY2" fmla="*/ 2508205 h 5137479"/>
              <a:gd name="connsiteX3" fmla="*/ 8751107 w 9352913"/>
              <a:gd name="connsiteY3" fmla="*/ 4615903 h 5137479"/>
              <a:gd name="connsiteX4" fmla="*/ 4624512 w 9352913"/>
              <a:gd name="connsiteY4" fmla="*/ 5080768 h 5137479"/>
              <a:gd name="connsiteX5" fmla="*/ 1054469 w 9352913"/>
              <a:gd name="connsiteY5" fmla="*/ 4814800 h 5137479"/>
              <a:gd name="connsiteX6" fmla="*/ 5731 w 9352913"/>
              <a:gd name="connsiteY6" fmla="*/ 2274534 h 5137479"/>
              <a:gd name="connsiteX7" fmla="*/ 2015653 w 9352913"/>
              <a:gd name="connsiteY7" fmla="*/ 960567 h 5137479"/>
              <a:gd name="connsiteX8" fmla="*/ 2073023 w 9352913"/>
              <a:gd name="connsiteY8" fmla="*/ 281056 h 5137479"/>
              <a:gd name="connsiteX9" fmla="*/ 3038685 w 9352913"/>
              <a:gd name="connsiteY9" fmla="*/ 519350 h 5137479"/>
              <a:gd name="connsiteX10" fmla="*/ 4996064 w 9352913"/>
              <a:gd name="connsiteY10" fmla="*/ 20005 h 5137479"/>
              <a:gd name="connsiteX0" fmla="*/ 4996064 w 9281803"/>
              <a:gd name="connsiteY0" fmla="*/ 20005 h 5148967"/>
              <a:gd name="connsiteX1" fmla="*/ 8092456 w 9281803"/>
              <a:gd name="connsiteY1" fmla="*/ 570051 h 5148967"/>
              <a:gd name="connsiteX2" fmla="*/ 9262635 w 9281803"/>
              <a:gd name="connsiteY2" fmla="*/ 2508205 h 5148967"/>
              <a:gd name="connsiteX3" fmla="*/ 8487147 w 9281803"/>
              <a:gd name="connsiteY3" fmla="*/ 4449157 h 5148967"/>
              <a:gd name="connsiteX4" fmla="*/ 4624512 w 9281803"/>
              <a:gd name="connsiteY4" fmla="*/ 5080768 h 5148967"/>
              <a:gd name="connsiteX5" fmla="*/ 1054469 w 9281803"/>
              <a:gd name="connsiteY5" fmla="*/ 4814800 h 5148967"/>
              <a:gd name="connsiteX6" fmla="*/ 5731 w 9281803"/>
              <a:gd name="connsiteY6" fmla="*/ 2274534 h 5148967"/>
              <a:gd name="connsiteX7" fmla="*/ 2015653 w 9281803"/>
              <a:gd name="connsiteY7" fmla="*/ 960567 h 5148967"/>
              <a:gd name="connsiteX8" fmla="*/ 2073023 w 9281803"/>
              <a:gd name="connsiteY8" fmla="*/ 281056 h 5148967"/>
              <a:gd name="connsiteX9" fmla="*/ 3038685 w 9281803"/>
              <a:gd name="connsiteY9" fmla="*/ 519350 h 5148967"/>
              <a:gd name="connsiteX10" fmla="*/ 4996064 w 9281803"/>
              <a:gd name="connsiteY10" fmla="*/ 20005 h 5148967"/>
              <a:gd name="connsiteX0" fmla="*/ 5111003 w 9281803"/>
              <a:gd name="connsiteY0" fmla="*/ 32074 h 5002868"/>
              <a:gd name="connsiteX1" fmla="*/ 8092456 w 9281803"/>
              <a:gd name="connsiteY1" fmla="*/ 423952 h 5002868"/>
              <a:gd name="connsiteX2" fmla="*/ 9262635 w 9281803"/>
              <a:gd name="connsiteY2" fmla="*/ 2362106 h 5002868"/>
              <a:gd name="connsiteX3" fmla="*/ 8487147 w 9281803"/>
              <a:gd name="connsiteY3" fmla="*/ 4303058 h 5002868"/>
              <a:gd name="connsiteX4" fmla="*/ 4624512 w 9281803"/>
              <a:gd name="connsiteY4" fmla="*/ 4934669 h 5002868"/>
              <a:gd name="connsiteX5" fmla="*/ 1054469 w 9281803"/>
              <a:gd name="connsiteY5" fmla="*/ 4668701 h 5002868"/>
              <a:gd name="connsiteX6" fmla="*/ 5731 w 9281803"/>
              <a:gd name="connsiteY6" fmla="*/ 2128435 h 5002868"/>
              <a:gd name="connsiteX7" fmla="*/ 2015653 w 9281803"/>
              <a:gd name="connsiteY7" fmla="*/ 814468 h 5002868"/>
              <a:gd name="connsiteX8" fmla="*/ 2073023 w 9281803"/>
              <a:gd name="connsiteY8" fmla="*/ 134957 h 5002868"/>
              <a:gd name="connsiteX9" fmla="*/ 3038685 w 9281803"/>
              <a:gd name="connsiteY9" fmla="*/ 373251 h 5002868"/>
              <a:gd name="connsiteX10" fmla="*/ 5111003 w 9281803"/>
              <a:gd name="connsiteY10" fmla="*/ 32074 h 5002868"/>
              <a:gd name="connsiteX0" fmla="*/ 5111003 w 9275212"/>
              <a:gd name="connsiteY0" fmla="*/ 13544 h 4984338"/>
              <a:gd name="connsiteX1" fmla="*/ 8205254 w 9275212"/>
              <a:gd name="connsiteY1" fmla="*/ 695078 h 4984338"/>
              <a:gd name="connsiteX2" fmla="*/ 9262635 w 9275212"/>
              <a:gd name="connsiteY2" fmla="*/ 2343576 h 4984338"/>
              <a:gd name="connsiteX3" fmla="*/ 8487147 w 9275212"/>
              <a:gd name="connsiteY3" fmla="*/ 4284528 h 4984338"/>
              <a:gd name="connsiteX4" fmla="*/ 4624512 w 9275212"/>
              <a:gd name="connsiteY4" fmla="*/ 4916139 h 4984338"/>
              <a:gd name="connsiteX5" fmla="*/ 1054469 w 9275212"/>
              <a:gd name="connsiteY5" fmla="*/ 4650171 h 4984338"/>
              <a:gd name="connsiteX6" fmla="*/ 5731 w 9275212"/>
              <a:gd name="connsiteY6" fmla="*/ 2109905 h 4984338"/>
              <a:gd name="connsiteX7" fmla="*/ 2015653 w 9275212"/>
              <a:gd name="connsiteY7" fmla="*/ 795938 h 4984338"/>
              <a:gd name="connsiteX8" fmla="*/ 2073023 w 9275212"/>
              <a:gd name="connsiteY8" fmla="*/ 116427 h 4984338"/>
              <a:gd name="connsiteX9" fmla="*/ 3038685 w 9275212"/>
              <a:gd name="connsiteY9" fmla="*/ 354721 h 4984338"/>
              <a:gd name="connsiteX10" fmla="*/ 5111003 w 9275212"/>
              <a:gd name="connsiteY10" fmla="*/ 13544 h 4984338"/>
              <a:gd name="connsiteX0" fmla="*/ 5108491 w 9272700"/>
              <a:gd name="connsiteY0" fmla="*/ 13544 h 4916198"/>
              <a:gd name="connsiteX1" fmla="*/ 8202742 w 9272700"/>
              <a:gd name="connsiteY1" fmla="*/ 695078 h 4916198"/>
              <a:gd name="connsiteX2" fmla="*/ 9260123 w 9272700"/>
              <a:gd name="connsiteY2" fmla="*/ 2343576 h 4916198"/>
              <a:gd name="connsiteX3" fmla="*/ 8484635 w 9272700"/>
              <a:gd name="connsiteY3" fmla="*/ 4284528 h 4916198"/>
              <a:gd name="connsiteX4" fmla="*/ 4622000 w 9272700"/>
              <a:gd name="connsiteY4" fmla="*/ 4916139 h 4916198"/>
              <a:gd name="connsiteX5" fmla="*/ 1364942 w 9272700"/>
              <a:gd name="connsiteY5" fmla="*/ 4305265 h 4916198"/>
              <a:gd name="connsiteX6" fmla="*/ 3219 w 9272700"/>
              <a:gd name="connsiteY6" fmla="*/ 2109905 h 4916198"/>
              <a:gd name="connsiteX7" fmla="*/ 2013141 w 9272700"/>
              <a:gd name="connsiteY7" fmla="*/ 795938 h 4916198"/>
              <a:gd name="connsiteX8" fmla="*/ 2070511 w 9272700"/>
              <a:gd name="connsiteY8" fmla="*/ 116427 h 4916198"/>
              <a:gd name="connsiteX9" fmla="*/ 3036173 w 9272700"/>
              <a:gd name="connsiteY9" fmla="*/ 354721 h 4916198"/>
              <a:gd name="connsiteX10" fmla="*/ 5108491 w 9272700"/>
              <a:gd name="connsiteY10" fmla="*/ 13544 h 4916198"/>
              <a:gd name="connsiteX0" fmla="*/ 5008893 w 9173102"/>
              <a:gd name="connsiteY0" fmla="*/ 13544 h 4916186"/>
              <a:gd name="connsiteX1" fmla="*/ 8103144 w 9173102"/>
              <a:gd name="connsiteY1" fmla="*/ 695078 h 4916186"/>
              <a:gd name="connsiteX2" fmla="*/ 9160525 w 9173102"/>
              <a:gd name="connsiteY2" fmla="*/ 2343576 h 4916186"/>
              <a:gd name="connsiteX3" fmla="*/ 8385037 w 9173102"/>
              <a:gd name="connsiteY3" fmla="*/ 4284528 h 4916186"/>
              <a:gd name="connsiteX4" fmla="*/ 4522402 w 9173102"/>
              <a:gd name="connsiteY4" fmla="*/ 4916139 h 4916186"/>
              <a:gd name="connsiteX5" fmla="*/ 1265344 w 9173102"/>
              <a:gd name="connsiteY5" fmla="*/ 4305265 h 4916186"/>
              <a:gd name="connsiteX6" fmla="*/ 3651 w 9173102"/>
              <a:gd name="connsiteY6" fmla="*/ 2350966 h 4916186"/>
              <a:gd name="connsiteX7" fmla="*/ 1913543 w 9173102"/>
              <a:gd name="connsiteY7" fmla="*/ 795938 h 4916186"/>
              <a:gd name="connsiteX8" fmla="*/ 1970913 w 9173102"/>
              <a:gd name="connsiteY8" fmla="*/ 116427 h 4916186"/>
              <a:gd name="connsiteX9" fmla="*/ 2936575 w 9173102"/>
              <a:gd name="connsiteY9" fmla="*/ 354721 h 4916186"/>
              <a:gd name="connsiteX10" fmla="*/ 5008893 w 9173102"/>
              <a:gd name="connsiteY10" fmla="*/ 13544 h 4916186"/>
              <a:gd name="connsiteX0" fmla="*/ 5005242 w 9169451"/>
              <a:gd name="connsiteY0" fmla="*/ 13544 h 4916186"/>
              <a:gd name="connsiteX1" fmla="*/ 8099493 w 9169451"/>
              <a:gd name="connsiteY1" fmla="*/ 695078 h 4916186"/>
              <a:gd name="connsiteX2" fmla="*/ 9156874 w 9169451"/>
              <a:gd name="connsiteY2" fmla="*/ 2343576 h 4916186"/>
              <a:gd name="connsiteX3" fmla="*/ 8381386 w 9169451"/>
              <a:gd name="connsiteY3" fmla="*/ 4284528 h 4916186"/>
              <a:gd name="connsiteX4" fmla="*/ 4518751 w 9169451"/>
              <a:gd name="connsiteY4" fmla="*/ 4916139 h 4916186"/>
              <a:gd name="connsiteX5" fmla="*/ 1261693 w 9169451"/>
              <a:gd name="connsiteY5" fmla="*/ 4305265 h 4916186"/>
              <a:gd name="connsiteX6" fmla="*/ 0 w 9169451"/>
              <a:gd name="connsiteY6" fmla="*/ 2350966 h 4916186"/>
              <a:gd name="connsiteX7" fmla="*/ 1909892 w 9169451"/>
              <a:gd name="connsiteY7" fmla="*/ 795938 h 4916186"/>
              <a:gd name="connsiteX8" fmla="*/ 1967262 w 9169451"/>
              <a:gd name="connsiteY8" fmla="*/ 116427 h 4916186"/>
              <a:gd name="connsiteX9" fmla="*/ 2932924 w 9169451"/>
              <a:gd name="connsiteY9" fmla="*/ 354721 h 4916186"/>
              <a:gd name="connsiteX10" fmla="*/ 5005242 w 9169451"/>
              <a:gd name="connsiteY10" fmla="*/ 13544 h 4916186"/>
              <a:gd name="connsiteX0" fmla="*/ 5005242 w 9169451"/>
              <a:gd name="connsiteY0" fmla="*/ 13544 h 4922015"/>
              <a:gd name="connsiteX1" fmla="*/ 8099493 w 9169451"/>
              <a:gd name="connsiteY1" fmla="*/ 695078 h 4922015"/>
              <a:gd name="connsiteX2" fmla="*/ 9156874 w 9169451"/>
              <a:gd name="connsiteY2" fmla="*/ 2343576 h 4922015"/>
              <a:gd name="connsiteX3" fmla="*/ 8381386 w 9169451"/>
              <a:gd name="connsiteY3" fmla="*/ 4284528 h 4922015"/>
              <a:gd name="connsiteX4" fmla="*/ 4518751 w 9169451"/>
              <a:gd name="connsiteY4" fmla="*/ 4916139 h 4922015"/>
              <a:gd name="connsiteX5" fmla="*/ 1227614 w 9169451"/>
              <a:gd name="connsiteY5" fmla="*/ 4454853 h 4922015"/>
              <a:gd name="connsiteX6" fmla="*/ 0 w 9169451"/>
              <a:gd name="connsiteY6" fmla="*/ 2350966 h 4922015"/>
              <a:gd name="connsiteX7" fmla="*/ 1909892 w 9169451"/>
              <a:gd name="connsiteY7" fmla="*/ 795938 h 4922015"/>
              <a:gd name="connsiteX8" fmla="*/ 1967262 w 9169451"/>
              <a:gd name="connsiteY8" fmla="*/ 116427 h 4922015"/>
              <a:gd name="connsiteX9" fmla="*/ 2932924 w 9169451"/>
              <a:gd name="connsiteY9" fmla="*/ 354721 h 4922015"/>
              <a:gd name="connsiteX10" fmla="*/ 5005242 w 9169451"/>
              <a:gd name="connsiteY10" fmla="*/ 13544 h 4922015"/>
              <a:gd name="connsiteX0" fmla="*/ 5005242 w 9459609"/>
              <a:gd name="connsiteY0" fmla="*/ 13544 h 4927809"/>
              <a:gd name="connsiteX1" fmla="*/ 8099493 w 9459609"/>
              <a:gd name="connsiteY1" fmla="*/ 695078 h 4927809"/>
              <a:gd name="connsiteX2" fmla="*/ 9156874 w 9459609"/>
              <a:gd name="connsiteY2" fmla="*/ 2343576 h 4927809"/>
              <a:gd name="connsiteX3" fmla="*/ 9038769 w 9459609"/>
              <a:gd name="connsiteY3" fmla="*/ 4176060 h 4927809"/>
              <a:gd name="connsiteX4" fmla="*/ 4518751 w 9459609"/>
              <a:gd name="connsiteY4" fmla="*/ 4916139 h 4927809"/>
              <a:gd name="connsiteX5" fmla="*/ 1227614 w 9459609"/>
              <a:gd name="connsiteY5" fmla="*/ 4454853 h 4927809"/>
              <a:gd name="connsiteX6" fmla="*/ 0 w 9459609"/>
              <a:gd name="connsiteY6" fmla="*/ 2350966 h 4927809"/>
              <a:gd name="connsiteX7" fmla="*/ 1909892 w 9459609"/>
              <a:gd name="connsiteY7" fmla="*/ 795938 h 4927809"/>
              <a:gd name="connsiteX8" fmla="*/ 1967262 w 9459609"/>
              <a:gd name="connsiteY8" fmla="*/ 116427 h 4927809"/>
              <a:gd name="connsiteX9" fmla="*/ 2932924 w 9459609"/>
              <a:gd name="connsiteY9" fmla="*/ 354721 h 4927809"/>
              <a:gd name="connsiteX10" fmla="*/ 5005242 w 9459609"/>
              <a:gd name="connsiteY10" fmla="*/ 13544 h 4927809"/>
              <a:gd name="connsiteX0" fmla="*/ 5005242 w 9439823"/>
              <a:gd name="connsiteY0" fmla="*/ 13544 h 4866936"/>
              <a:gd name="connsiteX1" fmla="*/ 8099493 w 9439823"/>
              <a:gd name="connsiteY1" fmla="*/ 695078 h 4866936"/>
              <a:gd name="connsiteX2" fmla="*/ 9156874 w 9439823"/>
              <a:gd name="connsiteY2" fmla="*/ 2343576 h 4866936"/>
              <a:gd name="connsiteX3" fmla="*/ 9038769 w 9439823"/>
              <a:gd name="connsiteY3" fmla="*/ 4176060 h 4866936"/>
              <a:gd name="connsiteX4" fmla="*/ 4797158 w 9439823"/>
              <a:gd name="connsiteY4" fmla="*/ 4850074 h 4866936"/>
              <a:gd name="connsiteX5" fmla="*/ 1227614 w 9439823"/>
              <a:gd name="connsiteY5" fmla="*/ 4454853 h 4866936"/>
              <a:gd name="connsiteX6" fmla="*/ 0 w 9439823"/>
              <a:gd name="connsiteY6" fmla="*/ 2350966 h 4866936"/>
              <a:gd name="connsiteX7" fmla="*/ 1909892 w 9439823"/>
              <a:gd name="connsiteY7" fmla="*/ 795938 h 4866936"/>
              <a:gd name="connsiteX8" fmla="*/ 1967262 w 9439823"/>
              <a:gd name="connsiteY8" fmla="*/ 116427 h 4866936"/>
              <a:gd name="connsiteX9" fmla="*/ 2932924 w 9439823"/>
              <a:gd name="connsiteY9" fmla="*/ 354721 h 4866936"/>
              <a:gd name="connsiteX10" fmla="*/ 5005242 w 9439823"/>
              <a:gd name="connsiteY10" fmla="*/ 13544 h 4866936"/>
              <a:gd name="connsiteX0" fmla="*/ 5005242 w 9439823"/>
              <a:gd name="connsiteY0" fmla="*/ 13544 h 4850488"/>
              <a:gd name="connsiteX1" fmla="*/ 8099493 w 9439823"/>
              <a:gd name="connsiteY1" fmla="*/ 695078 h 4850488"/>
              <a:gd name="connsiteX2" fmla="*/ 9156874 w 9439823"/>
              <a:gd name="connsiteY2" fmla="*/ 2343576 h 4850488"/>
              <a:gd name="connsiteX3" fmla="*/ 9038769 w 9439823"/>
              <a:gd name="connsiteY3" fmla="*/ 4176060 h 4850488"/>
              <a:gd name="connsiteX4" fmla="*/ 4797158 w 9439823"/>
              <a:gd name="connsiteY4" fmla="*/ 4850074 h 4850488"/>
              <a:gd name="connsiteX5" fmla="*/ 1326445 w 9439823"/>
              <a:gd name="connsiteY5" fmla="*/ 4241297 h 4850488"/>
              <a:gd name="connsiteX6" fmla="*/ 0 w 9439823"/>
              <a:gd name="connsiteY6" fmla="*/ 2350966 h 4850488"/>
              <a:gd name="connsiteX7" fmla="*/ 1909892 w 9439823"/>
              <a:gd name="connsiteY7" fmla="*/ 795938 h 4850488"/>
              <a:gd name="connsiteX8" fmla="*/ 1967262 w 9439823"/>
              <a:gd name="connsiteY8" fmla="*/ 116427 h 4850488"/>
              <a:gd name="connsiteX9" fmla="*/ 2932924 w 9439823"/>
              <a:gd name="connsiteY9" fmla="*/ 354721 h 4850488"/>
              <a:gd name="connsiteX10" fmla="*/ 5005242 w 9439823"/>
              <a:gd name="connsiteY10" fmla="*/ 13544 h 4850488"/>
              <a:gd name="connsiteX0" fmla="*/ 5005242 w 9456249"/>
              <a:gd name="connsiteY0" fmla="*/ 10750 h 4847694"/>
              <a:gd name="connsiteX1" fmla="*/ 7782461 w 9456249"/>
              <a:gd name="connsiteY1" fmla="*/ 815040 h 4847694"/>
              <a:gd name="connsiteX2" fmla="*/ 9156874 w 9456249"/>
              <a:gd name="connsiteY2" fmla="*/ 2340782 h 4847694"/>
              <a:gd name="connsiteX3" fmla="*/ 9038769 w 9456249"/>
              <a:gd name="connsiteY3" fmla="*/ 4173266 h 4847694"/>
              <a:gd name="connsiteX4" fmla="*/ 4797158 w 9456249"/>
              <a:gd name="connsiteY4" fmla="*/ 4847280 h 4847694"/>
              <a:gd name="connsiteX5" fmla="*/ 1326445 w 9456249"/>
              <a:gd name="connsiteY5" fmla="*/ 4238503 h 4847694"/>
              <a:gd name="connsiteX6" fmla="*/ 0 w 9456249"/>
              <a:gd name="connsiteY6" fmla="*/ 2348172 h 4847694"/>
              <a:gd name="connsiteX7" fmla="*/ 1909892 w 9456249"/>
              <a:gd name="connsiteY7" fmla="*/ 793144 h 4847694"/>
              <a:gd name="connsiteX8" fmla="*/ 1967262 w 9456249"/>
              <a:gd name="connsiteY8" fmla="*/ 113633 h 4847694"/>
              <a:gd name="connsiteX9" fmla="*/ 2932924 w 9456249"/>
              <a:gd name="connsiteY9" fmla="*/ 351927 h 4847694"/>
              <a:gd name="connsiteX10" fmla="*/ 5005242 w 9456249"/>
              <a:gd name="connsiteY10" fmla="*/ 10750 h 4847694"/>
              <a:gd name="connsiteX0" fmla="*/ 5005242 w 9847757"/>
              <a:gd name="connsiteY0" fmla="*/ 12286 h 4849230"/>
              <a:gd name="connsiteX1" fmla="*/ 7782461 w 9847757"/>
              <a:gd name="connsiteY1" fmla="*/ 816576 h 4849230"/>
              <a:gd name="connsiteX2" fmla="*/ 9753361 w 9847757"/>
              <a:gd name="connsiteY2" fmla="*/ 2802768 h 4849230"/>
              <a:gd name="connsiteX3" fmla="*/ 9038769 w 9847757"/>
              <a:gd name="connsiteY3" fmla="*/ 4174802 h 4849230"/>
              <a:gd name="connsiteX4" fmla="*/ 4797158 w 9847757"/>
              <a:gd name="connsiteY4" fmla="*/ 4848816 h 4849230"/>
              <a:gd name="connsiteX5" fmla="*/ 1326445 w 9847757"/>
              <a:gd name="connsiteY5" fmla="*/ 4240039 h 4849230"/>
              <a:gd name="connsiteX6" fmla="*/ 0 w 9847757"/>
              <a:gd name="connsiteY6" fmla="*/ 2349708 h 4849230"/>
              <a:gd name="connsiteX7" fmla="*/ 1909892 w 9847757"/>
              <a:gd name="connsiteY7" fmla="*/ 794680 h 4849230"/>
              <a:gd name="connsiteX8" fmla="*/ 1967262 w 9847757"/>
              <a:gd name="connsiteY8" fmla="*/ 115169 h 4849230"/>
              <a:gd name="connsiteX9" fmla="*/ 2932924 w 9847757"/>
              <a:gd name="connsiteY9" fmla="*/ 353463 h 4849230"/>
              <a:gd name="connsiteX10" fmla="*/ 5005242 w 9847757"/>
              <a:gd name="connsiteY10" fmla="*/ 12286 h 4849230"/>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392225 w 9847757"/>
              <a:gd name="connsiteY0" fmla="*/ 187272 h 4735838"/>
              <a:gd name="connsiteX1" fmla="*/ 7782461 w 9847757"/>
              <a:gd name="connsiteY1" fmla="*/ 703184 h 4735838"/>
              <a:gd name="connsiteX2" fmla="*/ 9753361 w 9847757"/>
              <a:gd name="connsiteY2" fmla="*/ 2689376 h 4735838"/>
              <a:gd name="connsiteX3" fmla="*/ 9038769 w 9847757"/>
              <a:gd name="connsiteY3" fmla="*/ 4061410 h 4735838"/>
              <a:gd name="connsiteX4" fmla="*/ 4797158 w 9847757"/>
              <a:gd name="connsiteY4" fmla="*/ 4735424 h 4735838"/>
              <a:gd name="connsiteX5" fmla="*/ 1326445 w 9847757"/>
              <a:gd name="connsiteY5" fmla="*/ 4126647 h 4735838"/>
              <a:gd name="connsiteX6" fmla="*/ 0 w 9847757"/>
              <a:gd name="connsiteY6" fmla="*/ 2236316 h 4735838"/>
              <a:gd name="connsiteX7" fmla="*/ 1909892 w 9847757"/>
              <a:gd name="connsiteY7" fmla="*/ 681288 h 4735838"/>
              <a:gd name="connsiteX8" fmla="*/ 1967262 w 9847757"/>
              <a:gd name="connsiteY8" fmla="*/ 1777 h 4735838"/>
              <a:gd name="connsiteX9" fmla="*/ 2932924 w 9847757"/>
              <a:gd name="connsiteY9" fmla="*/ 240071 h 4735838"/>
              <a:gd name="connsiteX10" fmla="*/ 5392225 w 9847757"/>
              <a:gd name="connsiteY10" fmla="*/ 187272 h 4735838"/>
              <a:gd name="connsiteX0" fmla="*/ 5259633 w 9847757"/>
              <a:gd name="connsiteY0" fmla="*/ 107754 h 4735751"/>
              <a:gd name="connsiteX1" fmla="*/ 7782461 w 9847757"/>
              <a:gd name="connsiteY1" fmla="*/ 703097 h 4735751"/>
              <a:gd name="connsiteX2" fmla="*/ 9753361 w 9847757"/>
              <a:gd name="connsiteY2" fmla="*/ 2689289 h 4735751"/>
              <a:gd name="connsiteX3" fmla="*/ 9038769 w 9847757"/>
              <a:gd name="connsiteY3" fmla="*/ 4061323 h 4735751"/>
              <a:gd name="connsiteX4" fmla="*/ 4797158 w 9847757"/>
              <a:gd name="connsiteY4" fmla="*/ 4735337 h 4735751"/>
              <a:gd name="connsiteX5" fmla="*/ 1326445 w 9847757"/>
              <a:gd name="connsiteY5" fmla="*/ 4126560 h 4735751"/>
              <a:gd name="connsiteX6" fmla="*/ 0 w 9847757"/>
              <a:gd name="connsiteY6" fmla="*/ 2236229 h 4735751"/>
              <a:gd name="connsiteX7" fmla="*/ 1909892 w 9847757"/>
              <a:gd name="connsiteY7" fmla="*/ 681201 h 4735751"/>
              <a:gd name="connsiteX8" fmla="*/ 1967262 w 9847757"/>
              <a:gd name="connsiteY8" fmla="*/ 1690 h 4735751"/>
              <a:gd name="connsiteX9" fmla="*/ 2932924 w 9847757"/>
              <a:gd name="connsiteY9" fmla="*/ 239984 h 4735751"/>
              <a:gd name="connsiteX10" fmla="*/ 5259633 w 9847757"/>
              <a:gd name="connsiteY10" fmla="*/ 107754 h 4735751"/>
              <a:gd name="connsiteX0" fmla="*/ 5259633 w 9847757"/>
              <a:gd name="connsiteY0" fmla="*/ 107754 h 4735751"/>
              <a:gd name="connsiteX1" fmla="*/ 7782461 w 9847757"/>
              <a:gd name="connsiteY1" fmla="*/ 703097 h 4735751"/>
              <a:gd name="connsiteX2" fmla="*/ 9753361 w 9847757"/>
              <a:gd name="connsiteY2" fmla="*/ 2689289 h 4735751"/>
              <a:gd name="connsiteX3" fmla="*/ 9038769 w 9847757"/>
              <a:gd name="connsiteY3" fmla="*/ 4061323 h 4735751"/>
              <a:gd name="connsiteX4" fmla="*/ 4797158 w 9847757"/>
              <a:gd name="connsiteY4" fmla="*/ 4735337 h 4735751"/>
              <a:gd name="connsiteX5" fmla="*/ 1326445 w 9847757"/>
              <a:gd name="connsiteY5" fmla="*/ 4126560 h 4735751"/>
              <a:gd name="connsiteX6" fmla="*/ 0 w 9847757"/>
              <a:gd name="connsiteY6" fmla="*/ 2236229 h 4735751"/>
              <a:gd name="connsiteX7" fmla="*/ 1909892 w 9847757"/>
              <a:gd name="connsiteY7" fmla="*/ 681201 h 4735751"/>
              <a:gd name="connsiteX8" fmla="*/ 1967262 w 9847757"/>
              <a:gd name="connsiteY8" fmla="*/ 1690 h 4735751"/>
              <a:gd name="connsiteX9" fmla="*/ 2932924 w 9847757"/>
              <a:gd name="connsiteY9" fmla="*/ 239984 h 4735751"/>
              <a:gd name="connsiteX10" fmla="*/ 5259633 w 9847757"/>
              <a:gd name="connsiteY10" fmla="*/ 107754 h 4735751"/>
              <a:gd name="connsiteX0" fmla="*/ 5278126 w 9866250"/>
              <a:gd name="connsiteY0" fmla="*/ 107754 h 4735751"/>
              <a:gd name="connsiteX1" fmla="*/ 7800954 w 9866250"/>
              <a:gd name="connsiteY1" fmla="*/ 703097 h 4735751"/>
              <a:gd name="connsiteX2" fmla="*/ 9771854 w 9866250"/>
              <a:gd name="connsiteY2" fmla="*/ 2689289 h 4735751"/>
              <a:gd name="connsiteX3" fmla="*/ 9057262 w 9866250"/>
              <a:gd name="connsiteY3" fmla="*/ 4061323 h 4735751"/>
              <a:gd name="connsiteX4" fmla="*/ 4815651 w 9866250"/>
              <a:gd name="connsiteY4" fmla="*/ 4735337 h 4735751"/>
              <a:gd name="connsiteX5" fmla="*/ 1344938 w 9866250"/>
              <a:gd name="connsiteY5" fmla="*/ 4126560 h 4735751"/>
              <a:gd name="connsiteX6" fmla="*/ 18493 w 9866250"/>
              <a:gd name="connsiteY6" fmla="*/ 2236229 h 4735751"/>
              <a:gd name="connsiteX7" fmla="*/ 1928385 w 9866250"/>
              <a:gd name="connsiteY7" fmla="*/ 681201 h 4735751"/>
              <a:gd name="connsiteX8" fmla="*/ 1985755 w 9866250"/>
              <a:gd name="connsiteY8" fmla="*/ 1690 h 4735751"/>
              <a:gd name="connsiteX9" fmla="*/ 2951417 w 9866250"/>
              <a:gd name="connsiteY9" fmla="*/ 239984 h 4735751"/>
              <a:gd name="connsiteX10" fmla="*/ 5278126 w 9866250"/>
              <a:gd name="connsiteY10" fmla="*/ 107754 h 4735751"/>
              <a:gd name="connsiteX0" fmla="*/ 5278126 w 9866250"/>
              <a:gd name="connsiteY0" fmla="*/ 107754 h 4735751"/>
              <a:gd name="connsiteX1" fmla="*/ 7800954 w 9866250"/>
              <a:gd name="connsiteY1" fmla="*/ 703097 h 4735751"/>
              <a:gd name="connsiteX2" fmla="*/ 9771854 w 9866250"/>
              <a:gd name="connsiteY2" fmla="*/ 2689289 h 4735751"/>
              <a:gd name="connsiteX3" fmla="*/ 9057262 w 9866250"/>
              <a:gd name="connsiteY3" fmla="*/ 4061323 h 4735751"/>
              <a:gd name="connsiteX4" fmla="*/ 4815651 w 9866250"/>
              <a:gd name="connsiteY4" fmla="*/ 4735337 h 4735751"/>
              <a:gd name="connsiteX5" fmla="*/ 1344938 w 9866250"/>
              <a:gd name="connsiteY5" fmla="*/ 4126560 h 4735751"/>
              <a:gd name="connsiteX6" fmla="*/ 18493 w 9866250"/>
              <a:gd name="connsiteY6" fmla="*/ 2236229 h 4735751"/>
              <a:gd name="connsiteX7" fmla="*/ 1928385 w 9866250"/>
              <a:gd name="connsiteY7" fmla="*/ 681201 h 4735751"/>
              <a:gd name="connsiteX8" fmla="*/ 1985755 w 9866250"/>
              <a:gd name="connsiteY8" fmla="*/ 1690 h 4735751"/>
              <a:gd name="connsiteX9" fmla="*/ 2951417 w 9866250"/>
              <a:gd name="connsiteY9" fmla="*/ 239984 h 4735751"/>
              <a:gd name="connsiteX10" fmla="*/ 5278126 w 9866250"/>
              <a:gd name="connsiteY10" fmla="*/ 107754 h 4735751"/>
              <a:gd name="connsiteX0" fmla="*/ 5278126 w 9866250"/>
              <a:gd name="connsiteY0" fmla="*/ 107754 h 4735964"/>
              <a:gd name="connsiteX1" fmla="*/ 7800954 w 9866250"/>
              <a:gd name="connsiteY1" fmla="*/ 703097 h 4735964"/>
              <a:gd name="connsiteX2" fmla="*/ 9771854 w 9866250"/>
              <a:gd name="connsiteY2" fmla="*/ 2689289 h 4735964"/>
              <a:gd name="connsiteX3" fmla="*/ 9057262 w 9866250"/>
              <a:gd name="connsiteY3" fmla="*/ 4061323 h 4735964"/>
              <a:gd name="connsiteX4" fmla="*/ 4815651 w 9866250"/>
              <a:gd name="connsiteY4" fmla="*/ 4735337 h 4735964"/>
              <a:gd name="connsiteX5" fmla="*/ 1755934 w 9866250"/>
              <a:gd name="connsiteY5" fmla="*/ 4139927 h 4735964"/>
              <a:gd name="connsiteX6" fmla="*/ 18493 w 9866250"/>
              <a:gd name="connsiteY6" fmla="*/ 2236229 h 4735964"/>
              <a:gd name="connsiteX7" fmla="*/ 1928385 w 9866250"/>
              <a:gd name="connsiteY7" fmla="*/ 681201 h 4735964"/>
              <a:gd name="connsiteX8" fmla="*/ 1985755 w 9866250"/>
              <a:gd name="connsiteY8" fmla="*/ 1690 h 4735964"/>
              <a:gd name="connsiteX9" fmla="*/ 2951417 w 9866250"/>
              <a:gd name="connsiteY9" fmla="*/ 239984 h 4735964"/>
              <a:gd name="connsiteX10" fmla="*/ 5278126 w 9866250"/>
              <a:gd name="connsiteY10" fmla="*/ 107754 h 4735964"/>
              <a:gd name="connsiteX0" fmla="*/ 5278126 w 9866250"/>
              <a:gd name="connsiteY0" fmla="*/ 107754 h 4735429"/>
              <a:gd name="connsiteX1" fmla="*/ 7800954 w 9866250"/>
              <a:gd name="connsiteY1" fmla="*/ 703097 h 4735429"/>
              <a:gd name="connsiteX2" fmla="*/ 9771854 w 9866250"/>
              <a:gd name="connsiteY2" fmla="*/ 2689289 h 4735429"/>
              <a:gd name="connsiteX3" fmla="*/ 9057262 w 9866250"/>
              <a:gd name="connsiteY3" fmla="*/ 4061323 h 4735429"/>
              <a:gd name="connsiteX4" fmla="*/ 4815651 w 9866250"/>
              <a:gd name="connsiteY4" fmla="*/ 4735337 h 4735429"/>
              <a:gd name="connsiteX5" fmla="*/ 1950818 w 9866250"/>
              <a:gd name="connsiteY5" fmla="*/ 4093683 h 4735429"/>
              <a:gd name="connsiteX6" fmla="*/ 18493 w 9866250"/>
              <a:gd name="connsiteY6" fmla="*/ 2236229 h 4735429"/>
              <a:gd name="connsiteX7" fmla="*/ 1928385 w 9866250"/>
              <a:gd name="connsiteY7" fmla="*/ 681201 h 4735429"/>
              <a:gd name="connsiteX8" fmla="*/ 1985755 w 9866250"/>
              <a:gd name="connsiteY8" fmla="*/ 1690 h 4735429"/>
              <a:gd name="connsiteX9" fmla="*/ 2951417 w 9866250"/>
              <a:gd name="connsiteY9" fmla="*/ 239984 h 4735429"/>
              <a:gd name="connsiteX10" fmla="*/ 5278126 w 9866250"/>
              <a:gd name="connsiteY10" fmla="*/ 107754 h 4735429"/>
              <a:gd name="connsiteX0" fmla="*/ 5278126 w 9862245"/>
              <a:gd name="connsiteY0" fmla="*/ 107754 h 4827904"/>
              <a:gd name="connsiteX1" fmla="*/ 7800954 w 9862245"/>
              <a:gd name="connsiteY1" fmla="*/ 703097 h 4827904"/>
              <a:gd name="connsiteX2" fmla="*/ 9771854 w 9862245"/>
              <a:gd name="connsiteY2" fmla="*/ 2689289 h 4827904"/>
              <a:gd name="connsiteX3" fmla="*/ 9057262 w 9862245"/>
              <a:gd name="connsiteY3" fmla="*/ 4061323 h 4827904"/>
              <a:gd name="connsiteX4" fmla="*/ 4957049 w 9862245"/>
              <a:gd name="connsiteY4" fmla="*/ 4827836 h 4827904"/>
              <a:gd name="connsiteX5" fmla="*/ 1950818 w 9862245"/>
              <a:gd name="connsiteY5" fmla="*/ 4093683 h 4827904"/>
              <a:gd name="connsiteX6" fmla="*/ 18493 w 9862245"/>
              <a:gd name="connsiteY6" fmla="*/ 2236229 h 4827904"/>
              <a:gd name="connsiteX7" fmla="*/ 1928385 w 9862245"/>
              <a:gd name="connsiteY7" fmla="*/ 681201 h 4827904"/>
              <a:gd name="connsiteX8" fmla="*/ 1985755 w 9862245"/>
              <a:gd name="connsiteY8" fmla="*/ 1690 h 4827904"/>
              <a:gd name="connsiteX9" fmla="*/ 2951417 w 9862245"/>
              <a:gd name="connsiteY9" fmla="*/ 239984 h 4827904"/>
              <a:gd name="connsiteX10" fmla="*/ 5278126 w 9862245"/>
              <a:gd name="connsiteY10" fmla="*/ 107754 h 4827904"/>
              <a:gd name="connsiteX0" fmla="*/ 5278126 w 9973885"/>
              <a:gd name="connsiteY0" fmla="*/ 107754 h 4828382"/>
              <a:gd name="connsiteX1" fmla="*/ 7800954 w 9973885"/>
              <a:gd name="connsiteY1" fmla="*/ 703097 h 4828382"/>
              <a:gd name="connsiteX2" fmla="*/ 9771854 w 9973885"/>
              <a:gd name="connsiteY2" fmla="*/ 2689289 h 4828382"/>
              <a:gd name="connsiteX3" fmla="*/ 9365064 w 9973885"/>
              <a:gd name="connsiteY3" fmla="*/ 4000432 h 4828382"/>
              <a:gd name="connsiteX4" fmla="*/ 4957049 w 9973885"/>
              <a:gd name="connsiteY4" fmla="*/ 4827836 h 4828382"/>
              <a:gd name="connsiteX5" fmla="*/ 1950818 w 9973885"/>
              <a:gd name="connsiteY5" fmla="*/ 4093683 h 4828382"/>
              <a:gd name="connsiteX6" fmla="*/ 18493 w 9973885"/>
              <a:gd name="connsiteY6" fmla="*/ 2236229 h 4828382"/>
              <a:gd name="connsiteX7" fmla="*/ 1928385 w 9973885"/>
              <a:gd name="connsiteY7" fmla="*/ 681201 h 4828382"/>
              <a:gd name="connsiteX8" fmla="*/ 1985755 w 9973885"/>
              <a:gd name="connsiteY8" fmla="*/ 1690 h 4828382"/>
              <a:gd name="connsiteX9" fmla="*/ 2951417 w 9973885"/>
              <a:gd name="connsiteY9" fmla="*/ 239984 h 4828382"/>
              <a:gd name="connsiteX10" fmla="*/ 5278126 w 9973885"/>
              <a:gd name="connsiteY10" fmla="*/ 107754 h 4828382"/>
              <a:gd name="connsiteX0" fmla="*/ 5278126 w 9973885"/>
              <a:gd name="connsiteY0" fmla="*/ 107754 h 4828382"/>
              <a:gd name="connsiteX1" fmla="*/ 7800954 w 9973885"/>
              <a:gd name="connsiteY1" fmla="*/ 703097 h 4828382"/>
              <a:gd name="connsiteX2" fmla="*/ 9771854 w 9973885"/>
              <a:gd name="connsiteY2" fmla="*/ 2689289 h 4828382"/>
              <a:gd name="connsiteX3" fmla="*/ 9365064 w 9973885"/>
              <a:gd name="connsiteY3" fmla="*/ 4000432 h 4828382"/>
              <a:gd name="connsiteX4" fmla="*/ 4957049 w 9973885"/>
              <a:gd name="connsiteY4" fmla="*/ 4827836 h 4828382"/>
              <a:gd name="connsiteX5" fmla="*/ 1950818 w 9973885"/>
              <a:gd name="connsiteY5" fmla="*/ 4093683 h 4828382"/>
              <a:gd name="connsiteX6" fmla="*/ 18493 w 9973885"/>
              <a:gd name="connsiteY6" fmla="*/ 2236229 h 4828382"/>
              <a:gd name="connsiteX7" fmla="*/ 1928385 w 9973885"/>
              <a:gd name="connsiteY7" fmla="*/ 681201 h 4828382"/>
              <a:gd name="connsiteX8" fmla="*/ 1985755 w 9973885"/>
              <a:gd name="connsiteY8" fmla="*/ 1690 h 4828382"/>
              <a:gd name="connsiteX9" fmla="*/ 2951417 w 9973885"/>
              <a:gd name="connsiteY9" fmla="*/ 239984 h 4828382"/>
              <a:gd name="connsiteX10" fmla="*/ 5278126 w 9973885"/>
              <a:gd name="connsiteY10" fmla="*/ 107754 h 482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73885" h="4828382">
                <a:moveTo>
                  <a:pt x="5278126" y="107754"/>
                </a:moveTo>
                <a:cubicBezTo>
                  <a:pt x="6346167" y="132024"/>
                  <a:pt x="7051999" y="272841"/>
                  <a:pt x="7800954" y="703097"/>
                </a:cubicBezTo>
                <a:cubicBezTo>
                  <a:pt x="8549909" y="1133353"/>
                  <a:pt x="9511169" y="2139733"/>
                  <a:pt x="9771854" y="2689289"/>
                </a:cubicBezTo>
                <a:cubicBezTo>
                  <a:pt x="10032539" y="3238845"/>
                  <a:pt x="10167531" y="3644008"/>
                  <a:pt x="9365064" y="4000432"/>
                </a:cubicBezTo>
                <a:cubicBezTo>
                  <a:pt x="8562597" y="4356856"/>
                  <a:pt x="6192757" y="4812294"/>
                  <a:pt x="4957049" y="4827836"/>
                </a:cubicBezTo>
                <a:cubicBezTo>
                  <a:pt x="3721341" y="4843378"/>
                  <a:pt x="2773910" y="4525617"/>
                  <a:pt x="1950818" y="4093683"/>
                </a:cubicBezTo>
                <a:cubicBezTo>
                  <a:pt x="1127726" y="3661749"/>
                  <a:pt x="184048" y="3104087"/>
                  <a:pt x="18493" y="2236229"/>
                </a:cubicBezTo>
                <a:cubicBezTo>
                  <a:pt x="-132464" y="1844612"/>
                  <a:pt x="652981" y="1221170"/>
                  <a:pt x="1928385" y="681201"/>
                </a:cubicBezTo>
                <a:cubicBezTo>
                  <a:pt x="2296693" y="375178"/>
                  <a:pt x="1985755" y="1690"/>
                  <a:pt x="1985755" y="1690"/>
                </a:cubicBezTo>
                <a:cubicBezTo>
                  <a:pt x="2054681" y="-22577"/>
                  <a:pt x="2402689" y="222307"/>
                  <a:pt x="2951417" y="239984"/>
                </a:cubicBezTo>
                <a:cubicBezTo>
                  <a:pt x="3500145" y="257661"/>
                  <a:pt x="4424029" y="137289"/>
                  <a:pt x="5278126" y="107754"/>
                </a:cubicBezTo>
                <a:close/>
              </a:path>
            </a:pathLst>
          </a:cu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FE15CEC-5DD7-4F24-A473-65BBE085D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095492" flipH="1" flipV="1">
            <a:off x="3058532" y="2115490"/>
            <a:ext cx="4409756" cy="4753693"/>
          </a:xfrm>
          <a:custGeom>
            <a:avLst/>
            <a:gdLst>
              <a:gd name="connsiteX0" fmla="*/ 3702321 w 7745301"/>
              <a:gd name="connsiteY0" fmla="*/ 1 h 5116750"/>
              <a:gd name="connsiteX1" fmla="*/ 6217926 w 7745301"/>
              <a:gd name="connsiteY1" fmla="*/ 504118 h 5116750"/>
              <a:gd name="connsiteX2" fmla="*/ 7691963 w 7745301"/>
              <a:gd name="connsiteY2" fmla="*/ 1956116 h 5116750"/>
              <a:gd name="connsiteX3" fmla="*/ 7018768 w 7745301"/>
              <a:gd name="connsiteY3" fmla="*/ 4594118 h 5116750"/>
              <a:gd name="connsiteX4" fmla="*/ 3330769 w 7745301"/>
              <a:gd name="connsiteY4" fmla="*/ 5060764 h 5116750"/>
              <a:gd name="connsiteX5" fmla="*/ 448565 w 7745301"/>
              <a:gd name="connsiteY5" fmla="*/ 4100663 h 5116750"/>
              <a:gd name="connsiteX6" fmla="*/ 444295 w 7745301"/>
              <a:gd name="connsiteY6" fmla="*/ 4094686 h 5116750"/>
              <a:gd name="connsiteX7" fmla="*/ 428551 w 7745301"/>
              <a:gd name="connsiteY7" fmla="*/ 4079438 h 5116750"/>
              <a:gd name="connsiteX8" fmla="*/ 0 w 7745301"/>
              <a:gd name="connsiteY8" fmla="*/ 2902523 h 5116750"/>
              <a:gd name="connsiteX9" fmla="*/ 23926 w 7745301"/>
              <a:gd name="connsiteY9" fmla="*/ 2595143 h 5116750"/>
              <a:gd name="connsiteX10" fmla="*/ 78299 w 7745301"/>
              <a:gd name="connsiteY10" fmla="*/ 2368287 h 5116750"/>
              <a:gd name="connsiteX11" fmla="*/ 96408 w 7745301"/>
              <a:gd name="connsiteY11" fmla="*/ 2246138 h 5116750"/>
              <a:gd name="connsiteX12" fmla="*/ 858938 w 7745301"/>
              <a:gd name="connsiteY12" fmla="*/ 998674 h 5116750"/>
              <a:gd name="connsiteX13" fmla="*/ 784483 w 7745301"/>
              <a:gd name="connsiteY13" fmla="*/ 373158 h 5116750"/>
              <a:gd name="connsiteX14" fmla="*/ 1744942 w 7745301"/>
              <a:gd name="connsiteY14" fmla="*/ 499346 h 5116750"/>
              <a:gd name="connsiteX15" fmla="*/ 3702321 w 7745301"/>
              <a:gd name="connsiteY15" fmla="*/ 1 h 5116750"/>
              <a:gd name="connsiteX0" fmla="*/ 3718157 w 7761137"/>
              <a:gd name="connsiteY0" fmla="*/ 1 h 5116750"/>
              <a:gd name="connsiteX1" fmla="*/ 6233762 w 7761137"/>
              <a:gd name="connsiteY1" fmla="*/ 504118 h 5116750"/>
              <a:gd name="connsiteX2" fmla="*/ 7707799 w 7761137"/>
              <a:gd name="connsiteY2" fmla="*/ 1956116 h 5116750"/>
              <a:gd name="connsiteX3" fmla="*/ 7034604 w 7761137"/>
              <a:gd name="connsiteY3" fmla="*/ 4594118 h 5116750"/>
              <a:gd name="connsiteX4" fmla="*/ 3346605 w 7761137"/>
              <a:gd name="connsiteY4" fmla="*/ 5060764 h 5116750"/>
              <a:gd name="connsiteX5" fmla="*/ 464401 w 7761137"/>
              <a:gd name="connsiteY5" fmla="*/ 4100663 h 5116750"/>
              <a:gd name="connsiteX6" fmla="*/ 460131 w 7761137"/>
              <a:gd name="connsiteY6" fmla="*/ 4094686 h 5116750"/>
              <a:gd name="connsiteX7" fmla="*/ 444387 w 7761137"/>
              <a:gd name="connsiteY7" fmla="*/ 4079438 h 5116750"/>
              <a:gd name="connsiteX8" fmla="*/ 15836 w 7761137"/>
              <a:gd name="connsiteY8" fmla="*/ 2902523 h 5116750"/>
              <a:gd name="connsiteX9" fmla="*/ 94135 w 7761137"/>
              <a:gd name="connsiteY9" fmla="*/ 2368287 h 5116750"/>
              <a:gd name="connsiteX10" fmla="*/ 112244 w 7761137"/>
              <a:gd name="connsiteY10" fmla="*/ 2246138 h 5116750"/>
              <a:gd name="connsiteX11" fmla="*/ 874774 w 7761137"/>
              <a:gd name="connsiteY11" fmla="*/ 998674 h 5116750"/>
              <a:gd name="connsiteX12" fmla="*/ 800319 w 7761137"/>
              <a:gd name="connsiteY12" fmla="*/ 373158 h 5116750"/>
              <a:gd name="connsiteX13" fmla="*/ 1760778 w 7761137"/>
              <a:gd name="connsiteY13" fmla="*/ 499346 h 5116750"/>
              <a:gd name="connsiteX14" fmla="*/ 3718157 w 7761137"/>
              <a:gd name="connsiteY14" fmla="*/ 1 h 5116750"/>
              <a:gd name="connsiteX0" fmla="*/ 3733943 w 7776923"/>
              <a:gd name="connsiteY0" fmla="*/ 1 h 5116750"/>
              <a:gd name="connsiteX1" fmla="*/ 6249548 w 7776923"/>
              <a:gd name="connsiteY1" fmla="*/ 504118 h 5116750"/>
              <a:gd name="connsiteX2" fmla="*/ 7723585 w 7776923"/>
              <a:gd name="connsiteY2" fmla="*/ 1956116 h 5116750"/>
              <a:gd name="connsiteX3" fmla="*/ 7050390 w 7776923"/>
              <a:gd name="connsiteY3" fmla="*/ 4594118 h 5116750"/>
              <a:gd name="connsiteX4" fmla="*/ 3362391 w 7776923"/>
              <a:gd name="connsiteY4" fmla="*/ 5060764 h 5116750"/>
              <a:gd name="connsiteX5" fmla="*/ 480187 w 7776923"/>
              <a:gd name="connsiteY5" fmla="*/ 4100663 h 5116750"/>
              <a:gd name="connsiteX6" fmla="*/ 475917 w 7776923"/>
              <a:gd name="connsiteY6" fmla="*/ 4094686 h 5116750"/>
              <a:gd name="connsiteX7" fmla="*/ 460173 w 7776923"/>
              <a:gd name="connsiteY7" fmla="*/ 4079438 h 5116750"/>
              <a:gd name="connsiteX8" fmla="*/ 31622 w 7776923"/>
              <a:gd name="connsiteY8" fmla="*/ 2902523 h 5116750"/>
              <a:gd name="connsiteX9" fmla="*/ 128030 w 7776923"/>
              <a:gd name="connsiteY9" fmla="*/ 2246138 h 5116750"/>
              <a:gd name="connsiteX10" fmla="*/ 890560 w 7776923"/>
              <a:gd name="connsiteY10" fmla="*/ 998674 h 5116750"/>
              <a:gd name="connsiteX11" fmla="*/ 816105 w 7776923"/>
              <a:gd name="connsiteY11" fmla="*/ 373158 h 5116750"/>
              <a:gd name="connsiteX12" fmla="*/ 1776564 w 7776923"/>
              <a:gd name="connsiteY12" fmla="*/ 499346 h 5116750"/>
              <a:gd name="connsiteX13" fmla="*/ 3733943 w 7776923"/>
              <a:gd name="connsiteY13" fmla="*/ 1 h 5116750"/>
              <a:gd name="connsiteX0" fmla="*/ 3729138 w 7772118"/>
              <a:gd name="connsiteY0" fmla="*/ 1 h 5116750"/>
              <a:gd name="connsiteX1" fmla="*/ 6244743 w 7772118"/>
              <a:gd name="connsiteY1" fmla="*/ 504118 h 5116750"/>
              <a:gd name="connsiteX2" fmla="*/ 7718780 w 7772118"/>
              <a:gd name="connsiteY2" fmla="*/ 1956116 h 5116750"/>
              <a:gd name="connsiteX3" fmla="*/ 7045585 w 7772118"/>
              <a:gd name="connsiteY3" fmla="*/ 4594118 h 5116750"/>
              <a:gd name="connsiteX4" fmla="*/ 3357586 w 7772118"/>
              <a:gd name="connsiteY4" fmla="*/ 5060764 h 5116750"/>
              <a:gd name="connsiteX5" fmla="*/ 475382 w 7772118"/>
              <a:gd name="connsiteY5" fmla="*/ 4100663 h 5116750"/>
              <a:gd name="connsiteX6" fmla="*/ 471112 w 7772118"/>
              <a:gd name="connsiteY6" fmla="*/ 4094686 h 5116750"/>
              <a:gd name="connsiteX7" fmla="*/ 455368 w 7772118"/>
              <a:gd name="connsiteY7" fmla="*/ 4079438 h 5116750"/>
              <a:gd name="connsiteX8" fmla="*/ 26817 w 7772118"/>
              <a:gd name="connsiteY8" fmla="*/ 2902523 h 5116750"/>
              <a:gd name="connsiteX9" fmla="*/ 137080 w 7772118"/>
              <a:gd name="connsiteY9" fmla="*/ 2116479 h 5116750"/>
              <a:gd name="connsiteX10" fmla="*/ 885755 w 7772118"/>
              <a:gd name="connsiteY10" fmla="*/ 998674 h 5116750"/>
              <a:gd name="connsiteX11" fmla="*/ 811300 w 7772118"/>
              <a:gd name="connsiteY11" fmla="*/ 373158 h 5116750"/>
              <a:gd name="connsiteX12" fmla="*/ 1771759 w 7772118"/>
              <a:gd name="connsiteY12" fmla="*/ 499346 h 5116750"/>
              <a:gd name="connsiteX13" fmla="*/ 3729138 w 7772118"/>
              <a:gd name="connsiteY13" fmla="*/ 1 h 5116750"/>
              <a:gd name="connsiteX0" fmla="*/ 3729138 w 7772118"/>
              <a:gd name="connsiteY0" fmla="*/ 1 h 5096139"/>
              <a:gd name="connsiteX1" fmla="*/ 6244743 w 7772118"/>
              <a:gd name="connsiteY1" fmla="*/ 504118 h 5096139"/>
              <a:gd name="connsiteX2" fmla="*/ 7718780 w 7772118"/>
              <a:gd name="connsiteY2" fmla="*/ 1956116 h 5096139"/>
              <a:gd name="connsiteX3" fmla="*/ 7045585 w 7772118"/>
              <a:gd name="connsiteY3" fmla="*/ 4594118 h 5096139"/>
              <a:gd name="connsiteX4" fmla="*/ 3357586 w 7772118"/>
              <a:gd name="connsiteY4" fmla="*/ 5060764 h 5096139"/>
              <a:gd name="connsiteX5" fmla="*/ 475382 w 7772118"/>
              <a:gd name="connsiteY5" fmla="*/ 4100663 h 5096139"/>
              <a:gd name="connsiteX6" fmla="*/ 471112 w 7772118"/>
              <a:gd name="connsiteY6" fmla="*/ 4094686 h 5096139"/>
              <a:gd name="connsiteX7" fmla="*/ 455368 w 7772118"/>
              <a:gd name="connsiteY7" fmla="*/ 4079438 h 5096139"/>
              <a:gd name="connsiteX8" fmla="*/ 26817 w 7772118"/>
              <a:gd name="connsiteY8" fmla="*/ 2902523 h 5096139"/>
              <a:gd name="connsiteX9" fmla="*/ 137080 w 7772118"/>
              <a:gd name="connsiteY9" fmla="*/ 2116479 h 5096139"/>
              <a:gd name="connsiteX10" fmla="*/ 885755 w 7772118"/>
              <a:gd name="connsiteY10" fmla="*/ 998674 h 5096139"/>
              <a:gd name="connsiteX11" fmla="*/ 811300 w 7772118"/>
              <a:gd name="connsiteY11" fmla="*/ 373158 h 5096139"/>
              <a:gd name="connsiteX12" fmla="*/ 1771759 w 7772118"/>
              <a:gd name="connsiteY12" fmla="*/ 499346 h 5096139"/>
              <a:gd name="connsiteX13" fmla="*/ 3729138 w 7772118"/>
              <a:gd name="connsiteY13" fmla="*/ 1 h 5096139"/>
              <a:gd name="connsiteX0" fmla="*/ 3729138 w 7764503"/>
              <a:gd name="connsiteY0" fmla="*/ 1 h 5061926"/>
              <a:gd name="connsiteX1" fmla="*/ 6244743 w 7764503"/>
              <a:gd name="connsiteY1" fmla="*/ 504118 h 5061926"/>
              <a:gd name="connsiteX2" fmla="*/ 7718780 w 7764503"/>
              <a:gd name="connsiteY2" fmla="*/ 1956116 h 5061926"/>
              <a:gd name="connsiteX3" fmla="*/ 7009765 w 7764503"/>
              <a:gd name="connsiteY3" fmla="*/ 4240028 h 5061926"/>
              <a:gd name="connsiteX4" fmla="*/ 3357586 w 7764503"/>
              <a:gd name="connsiteY4" fmla="*/ 5060764 h 5061926"/>
              <a:gd name="connsiteX5" fmla="*/ 475382 w 7764503"/>
              <a:gd name="connsiteY5" fmla="*/ 4100663 h 5061926"/>
              <a:gd name="connsiteX6" fmla="*/ 471112 w 7764503"/>
              <a:gd name="connsiteY6" fmla="*/ 4094686 h 5061926"/>
              <a:gd name="connsiteX7" fmla="*/ 455368 w 7764503"/>
              <a:gd name="connsiteY7" fmla="*/ 4079438 h 5061926"/>
              <a:gd name="connsiteX8" fmla="*/ 26817 w 7764503"/>
              <a:gd name="connsiteY8" fmla="*/ 2902523 h 5061926"/>
              <a:gd name="connsiteX9" fmla="*/ 137080 w 7764503"/>
              <a:gd name="connsiteY9" fmla="*/ 2116479 h 5061926"/>
              <a:gd name="connsiteX10" fmla="*/ 885755 w 7764503"/>
              <a:gd name="connsiteY10" fmla="*/ 998674 h 5061926"/>
              <a:gd name="connsiteX11" fmla="*/ 811300 w 7764503"/>
              <a:gd name="connsiteY11" fmla="*/ 373158 h 5061926"/>
              <a:gd name="connsiteX12" fmla="*/ 1771759 w 7764503"/>
              <a:gd name="connsiteY12" fmla="*/ 499346 h 5061926"/>
              <a:gd name="connsiteX13" fmla="*/ 3729138 w 7764503"/>
              <a:gd name="connsiteY13" fmla="*/ 1 h 5061926"/>
              <a:gd name="connsiteX0" fmla="*/ 3729138 w 7746582"/>
              <a:gd name="connsiteY0" fmla="*/ 1 h 5061961"/>
              <a:gd name="connsiteX1" fmla="*/ 6244743 w 7746582"/>
              <a:gd name="connsiteY1" fmla="*/ 504118 h 5061961"/>
              <a:gd name="connsiteX2" fmla="*/ 7698507 w 7746582"/>
              <a:gd name="connsiteY2" fmla="*/ 1893640 h 5061961"/>
              <a:gd name="connsiteX3" fmla="*/ 7009765 w 7746582"/>
              <a:gd name="connsiteY3" fmla="*/ 4240028 h 5061961"/>
              <a:gd name="connsiteX4" fmla="*/ 3357586 w 7746582"/>
              <a:gd name="connsiteY4" fmla="*/ 5060764 h 5061961"/>
              <a:gd name="connsiteX5" fmla="*/ 475382 w 7746582"/>
              <a:gd name="connsiteY5" fmla="*/ 4100663 h 5061961"/>
              <a:gd name="connsiteX6" fmla="*/ 471112 w 7746582"/>
              <a:gd name="connsiteY6" fmla="*/ 4094686 h 5061961"/>
              <a:gd name="connsiteX7" fmla="*/ 455368 w 7746582"/>
              <a:gd name="connsiteY7" fmla="*/ 4079438 h 5061961"/>
              <a:gd name="connsiteX8" fmla="*/ 26817 w 7746582"/>
              <a:gd name="connsiteY8" fmla="*/ 2902523 h 5061961"/>
              <a:gd name="connsiteX9" fmla="*/ 137080 w 7746582"/>
              <a:gd name="connsiteY9" fmla="*/ 2116479 h 5061961"/>
              <a:gd name="connsiteX10" fmla="*/ 885755 w 7746582"/>
              <a:gd name="connsiteY10" fmla="*/ 998674 h 5061961"/>
              <a:gd name="connsiteX11" fmla="*/ 811300 w 7746582"/>
              <a:gd name="connsiteY11" fmla="*/ 373158 h 5061961"/>
              <a:gd name="connsiteX12" fmla="*/ 1771759 w 7746582"/>
              <a:gd name="connsiteY12" fmla="*/ 499346 h 5061961"/>
              <a:gd name="connsiteX13" fmla="*/ 3729138 w 7746582"/>
              <a:gd name="connsiteY13" fmla="*/ 1 h 5061961"/>
              <a:gd name="connsiteX0" fmla="*/ 3729138 w 7748607"/>
              <a:gd name="connsiteY0" fmla="*/ 1 h 5061961"/>
              <a:gd name="connsiteX1" fmla="*/ 6244743 w 7748607"/>
              <a:gd name="connsiteY1" fmla="*/ 504118 h 5061961"/>
              <a:gd name="connsiteX2" fmla="*/ 7698507 w 7748607"/>
              <a:gd name="connsiteY2" fmla="*/ 1893640 h 5061961"/>
              <a:gd name="connsiteX3" fmla="*/ 7009765 w 7748607"/>
              <a:gd name="connsiteY3" fmla="*/ 4240028 h 5061961"/>
              <a:gd name="connsiteX4" fmla="*/ 3357586 w 7748607"/>
              <a:gd name="connsiteY4" fmla="*/ 5060764 h 5061961"/>
              <a:gd name="connsiteX5" fmla="*/ 475382 w 7748607"/>
              <a:gd name="connsiteY5" fmla="*/ 4100663 h 5061961"/>
              <a:gd name="connsiteX6" fmla="*/ 471112 w 7748607"/>
              <a:gd name="connsiteY6" fmla="*/ 4094686 h 5061961"/>
              <a:gd name="connsiteX7" fmla="*/ 455368 w 7748607"/>
              <a:gd name="connsiteY7" fmla="*/ 4079438 h 5061961"/>
              <a:gd name="connsiteX8" fmla="*/ 26817 w 7748607"/>
              <a:gd name="connsiteY8" fmla="*/ 2902523 h 5061961"/>
              <a:gd name="connsiteX9" fmla="*/ 137080 w 7748607"/>
              <a:gd name="connsiteY9" fmla="*/ 2116479 h 5061961"/>
              <a:gd name="connsiteX10" fmla="*/ 885755 w 7748607"/>
              <a:gd name="connsiteY10" fmla="*/ 998674 h 5061961"/>
              <a:gd name="connsiteX11" fmla="*/ 811300 w 7748607"/>
              <a:gd name="connsiteY11" fmla="*/ 373158 h 5061961"/>
              <a:gd name="connsiteX12" fmla="*/ 1771759 w 7748607"/>
              <a:gd name="connsiteY12" fmla="*/ 499346 h 5061961"/>
              <a:gd name="connsiteX13" fmla="*/ 3729138 w 7748607"/>
              <a:gd name="connsiteY13" fmla="*/ 1 h 5061961"/>
              <a:gd name="connsiteX0" fmla="*/ 3729138 w 7741343"/>
              <a:gd name="connsiteY0" fmla="*/ 1 h 5061961"/>
              <a:gd name="connsiteX1" fmla="*/ 6244743 w 7741343"/>
              <a:gd name="connsiteY1" fmla="*/ 504118 h 5061961"/>
              <a:gd name="connsiteX2" fmla="*/ 7698507 w 7741343"/>
              <a:gd name="connsiteY2" fmla="*/ 1893640 h 5061961"/>
              <a:gd name="connsiteX3" fmla="*/ 7009765 w 7741343"/>
              <a:gd name="connsiteY3" fmla="*/ 4240028 h 5061961"/>
              <a:gd name="connsiteX4" fmla="*/ 3357586 w 7741343"/>
              <a:gd name="connsiteY4" fmla="*/ 5060764 h 5061961"/>
              <a:gd name="connsiteX5" fmla="*/ 475382 w 7741343"/>
              <a:gd name="connsiteY5" fmla="*/ 4100663 h 5061961"/>
              <a:gd name="connsiteX6" fmla="*/ 471112 w 7741343"/>
              <a:gd name="connsiteY6" fmla="*/ 4094686 h 5061961"/>
              <a:gd name="connsiteX7" fmla="*/ 455368 w 7741343"/>
              <a:gd name="connsiteY7" fmla="*/ 4079438 h 5061961"/>
              <a:gd name="connsiteX8" fmla="*/ 26817 w 7741343"/>
              <a:gd name="connsiteY8" fmla="*/ 2902523 h 5061961"/>
              <a:gd name="connsiteX9" fmla="*/ 137080 w 7741343"/>
              <a:gd name="connsiteY9" fmla="*/ 2116479 h 5061961"/>
              <a:gd name="connsiteX10" fmla="*/ 885755 w 7741343"/>
              <a:gd name="connsiteY10" fmla="*/ 998674 h 5061961"/>
              <a:gd name="connsiteX11" fmla="*/ 811300 w 7741343"/>
              <a:gd name="connsiteY11" fmla="*/ 373158 h 5061961"/>
              <a:gd name="connsiteX12" fmla="*/ 1771759 w 7741343"/>
              <a:gd name="connsiteY12" fmla="*/ 499346 h 5061961"/>
              <a:gd name="connsiteX13" fmla="*/ 3729138 w 7741343"/>
              <a:gd name="connsiteY13" fmla="*/ 1 h 5061961"/>
              <a:gd name="connsiteX0" fmla="*/ 3729138 w 7741193"/>
              <a:gd name="connsiteY0" fmla="*/ 1 h 5061961"/>
              <a:gd name="connsiteX1" fmla="*/ 6323144 w 7741193"/>
              <a:gd name="connsiteY1" fmla="*/ 313740 h 5061961"/>
              <a:gd name="connsiteX2" fmla="*/ 7698507 w 7741193"/>
              <a:gd name="connsiteY2" fmla="*/ 1893640 h 5061961"/>
              <a:gd name="connsiteX3" fmla="*/ 7009765 w 7741193"/>
              <a:gd name="connsiteY3" fmla="*/ 4240028 h 5061961"/>
              <a:gd name="connsiteX4" fmla="*/ 3357586 w 7741193"/>
              <a:gd name="connsiteY4" fmla="*/ 5060764 h 5061961"/>
              <a:gd name="connsiteX5" fmla="*/ 475382 w 7741193"/>
              <a:gd name="connsiteY5" fmla="*/ 4100663 h 5061961"/>
              <a:gd name="connsiteX6" fmla="*/ 471112 w 7741193"/>
              <a:gd name="connsiteY6" fmla="*/ 4094686 h 5061961"/>
              <a:gd name="connsiteX7" fmla="*/ 455368 w 7741193"/>
              <a:gd name="connsiteY7" fmla="*/ 4079438 h 5061961"/>
              <a:gd name="connsiteX8" fmla="*/ 26817 w 7741193"/>
              <a:gd name="connsiteY8" fmla="*/ 2902523 h 5061961"/>
              <a:gd name="connsiteX9" fmla="*/ 137080 w 7741193"/>
              <a:gd name="connsiteY9" fmla="*/ 2116479 h 5061961"/>
              <a:gd name="connsiteX10" fmla="*/ 885755 w 7741193"/>
              <a:gd name="connsiteY10" fmla="*/ 998674 h 5061961"/>
              <a:gd name="connsiteX11" fmla="*/ 811300 w 7741193"/>
              <a:gd name="connsiteY11" fmla="*/ 373158 h 5061961"/>
              <a:gd name="connsiteX12" fmla="*/ 1771759 w 7741193"/>
              <a:gd name="connsiteY12" fmla="*/ 499346 h 5061961"/>
              <a:gd name="connsiteX13" fmla="*/ 3729138 w 7741193"/>
              <a:gd name="connsiteY13" fmla="*/ 1 h 5061961"/>
              <a:gd name="connsiteX0" fmla="*/ 3730409 w 7742464"/>
              <a:gd name="connsiteY0" fmla="*/ 1 h 5061961"/>
              <a:gd name="connsiteX1" fmla="*/ 6324415 w 7742464"/>
              <a:gd name="connsiteY1" fmla="*/ 313740 h 5061961"/>
              <a:gd name="connsiteX2" fmla="*/ 7699778 w 7742464"/>
              <a:gd name="connsiteY2" fmla="*/ 1893640 h 5061961"/>
              <a:gd name="connsiteX3" fmla="*/ 7011036 w 7742464"/>
              <a:gd name="connsiteY3" fmla="*/ 4240028 h 5061961"/>
              <a:gd name="connsiteX4" fmla="*/ 3358857 w 7742464"/>
              <a:gd name="connsiteY4" fmla="*/ 5060764 h 5061961"/>
              <a:gd name="connsiteX5" fmla="*/ 476653 w 7742464"/>
              <a:gd name="connsiteY5" fmla="*/ 4100663 h 5061961"/>
              <a:gd name="connsiteX6" fmla="*/ 472383 w 7742464"/>
              <a:gd name="connsiteY6" fmla="*/ 4094686 h 5061961"/>
              <a:gd name="connsiteX7" fmla="*/ 473817 w 7742464"/>
              <a:gd name="connsiteY7" fmla="*/ 4387149 h 5061961"/>
              <a:gd name="connsiteX8" fmla="*/ 28088 w 7742464"/>
              <a:gd name="connsiteY8" fmla="*/ 2902523 h 5061961"/>
              <a:gd name="connsiteX9" fmla="*/ 138351 w 7742464"/>
              <a:gd name="connsiteY9" fmla="*/ 2116479 h 5061961"/>
              <a:gd name="connsiteX10" fmla="*/ 887026 w 7742464"/>
              <a:gd name="connsiteY10" fmla="*/ 998674 h 5061961"/>
              <a:gd name="connsiteX11" fmla="*/ 812571 w 7742464"/>
              <a:gd name="connsiteY11" fmla="*/ 373158 h 5061961"/>
              <a:gd name="connsiteX12" fmla="*/ 1773030 w 7742464"/>
              <a:gd name="connsiteY12" fmla="*/ 499346 h 5061961"/>
              <a:gd name="connsiteX13" fmla="*/ 3730409 w 7742464"/>
              <a:gd name="connsiteY13" fmla="*/ 1 h 5061961"/>
              <a:gd name="connsiteX0" fmla="*/ 3730409 w 7742464"/>
              <a:gd name="connsiteY0" fmla="*/ 1 h 5061961"/>
              <a:gd name="connsiteX1" fmla="*/ 6324415 w 7742464"/>
              <a:gd name="connsiteY1" fmla="*/ 313740 h 5061961"/>
              <a:gd name="connsiteX2" fmla="*/ 7699778 w 7742464"/>
              <a:gd name="connsiteY2" fmla="*/ 1893640 h 5061961"/>
              <a:gd name="connsiteX3" fmla="*/ 7011036 w 7742464"/>
              <a:gd name="connsiteY3" fmla="*/ 4240028 h 5061961"/>
              <a:gd name="connsiteX4" fmla="*/ 3358857 w 7742464"/>
              <a:gd name="connsiteY4" fmla="*/ 5060764 h 5061961"/>
              <a:gd name="connsiteX5" fmla="*/ 476653 w 7742464"/>
              <a:gd name="connsiteY5" fmla="*/ 4100663 h 5061961"/>
              <a:gd name="connsiteX6" fmla="*/ 473817 w 7742464"/>
              <a:gd name="connsiteY6" fmla="*/ 4387149 h 5061961"/>
              <a:gd name="connsiteX7" fmla="*/ 28088 w 7742464"/>
              <a:gd name="connsiteY7" fmla="*/ 2902523 h 5061961"/>
              <a:gd name="connsiteX8" fmla="*/ 138351 w 7742464"/>
              <a:gd name="connsiteY8" fmla="*/ 2116479 h 5061961"/>
              <a:gd name="connsiteX9" fmla="*/ 887026 w 7742464"/>
              <a:gd name="connsiteY9" fmla="*/ 998674 h 5061961"/>
              <a:gd name="connsiteX10" fmla="*/ 812571 w 7742464"/>
              <a:gd name="connsiteY10" fmla="*/ 373158 h 5061961"/>
              <a:gd name="connsiteX11" fmla="*/ 1773030 w 7742464"/>
              <a:gd name="connsiteY11" fmla="*/ 499346 h 5061961"/>
              <a:gd name="connsiteX12" fmla="*/ 3730409 w 7742464"/>
              <a:gd name="connsiteY12" fmla="*/ 1 h 5061961"/>
              <a:gd name="connsiteX0" fmla="*/ 3730409 w 7742464"/>
              <a:gd name="connsiteY0" fmla="*/ 1 h 5062019"/>
              <a:gd name="connsiteX1" fmla="*/ 6324415 w 7742464"/>
              <a:gd name="connsiteY1" fmla="*/ 313740 h 5062019"/>
              <a:gd name="connsiteX2" fmla="*/ 7699778 w 7742464"/>
              <a:gd name="connsiteY2" fmla="*/ 1893640 h 5062019"/>
              <a:gd name="connsiteX3" fmla="*/ 7011036 w 7742464"/>
              <a:gd name="connsiteY3" fmla="*/ 4240028 h 5062019"/>
              <a:gd name="connsiteX4" fmla="*/ 3358857 w 7742464"/>
              <a:gd name="connsiteY4" fmla="*/ 5060764 h 5062019"/>
              <a:gd name="connsiteX5" fmla="*/ 473817 w 7742464"/>
              <a:gd name="connsiteY5" fmla="*/ 4387149 h 5062019"/>
              <a:gd name="connsiteX6" fmla="*/ 28088 w 7742464"/>
              <a:gd name="connsiteY6" fmla="*/ 2902523 h 5062019"/>
              <a:gd name="connsiteX7" fmla="*/ 138351 w 7742464"/>
              <a:gd name="connsiteY7" fmla="*/ 2116479 h 5062019"/>
              <a:gd name="connsiteX8" fmla="*/ 887026 w 7742464"/>
              <a:gd name="connsiteY8" fmla="*/ 998674 h 5062019"/>
              <a:gd name="connsiteX9" fmla="*/ 812571 w 7742464"/>
              <a:gd name="connsiteY9" fmla="*/ 373158 h 5062019"/>
              <a:gd name="connsiteX10" fmla="*/ 1773030 w 7742464"/>
              <a:gd name="connsiteY10" fmla="*/ 499346 h 5062019"/>
              <a:gd name="connsiteX11" fmla="*/ 3730409 w 7742464"/>
              <a:gd name="connsiteY11" fmla="*/ 1 h 5062019"/>
              <a:gd name="connsiteX0" fmla="*/ 3736775 w 7748830"/>
              <a:gd name="connsiteY0" fmla="*/ 1 h 5084826"/>
              <a:gd name="connsiteX1" fmla="*/ 6330781 w 7748830"/>
              <a:gd name="connsiteY1" fmla="*/ 313740 h 5084826"/>
              <a:gd name="connsiteX2" fmla="*/ 7706144 w 7748830"/>
              <a:gd name="connsiteY2" fmla="*/ 1893640 h 5084826"/>
              <a:gd name="connsiteX3" fmla="*/ 7017402 w 7748830"/>
              <a:gd name="connsiteY3" fmla="*/ 4240028 h 5084826"/>
              <a:gd name="connsiteX4" fmla="*/ 3365223 w 7748830"/>
              <a:gd name="connsiteY4" fmla="*/ 5060764 h 5084826"/>
              <a:gd name="connsiteX5" fmla="*/ 566153 w 7748830"/>
              <a:gd name="connsiteY5" fmla="*/ 4685337 h 5084826"/>
              <a:gd name="connsiteX6" fmla="*/ 34454 w 7748830"/>
              <a:gd name="connsiteY6" fmla="*/ 2902523 h 5084826"/>
              <a:gd name="connsiteX7" fmla="*/ 144717 w 7748830"/>
              <a:gd name="connsiteY7" fmla="*/ 2116479 h 5084826"/>
              <a:gd name="connsiteX8" fmla="*/ 893392 w 7748830"/>
              <a:gd name="connsiteY8" fmla="*/ 998674 h 5084826"/>
              <a:gd name="connsiteX9" fmla="*/ 818937 w 7748830"/>
              <a:gd name="connsiteY9" fmla="*/ 373158 h 5084826"/>
              <a:gd name="connsiteX10" fmla="*/ 1779396 w 7748830"/>
              <a:gd name="connsiteY10" fmla="*/ 499346 h 5084826"/>
              <a:gd name="connsiteX11" fmla="*/ 3736775 w 7748830"/>
              <a:gd name="connsiteY11" fmla="*/ 1 h 5084826"/>
              <a:gd name="connsiteX0" fmla="*/ 3626592 w 7638647"/>
              <a:gd name="connsiteY0" fmla="*/ 1 h 5105505"/>
              <a:gd name="connsiteX1" fmla="*/ 6220598 w 7638647"/>
              <a:gd name="connsiteY1" fmla="*/ 313740 h 5105505"/>
              <a:gd name="connsiteX2" fmla="*/ 7595961 w 7638647"/>
              <a:gd name="connsiteY2" fmla="*/ 1893640 h 5105505"/>
              <a:gd name="connsiteX3" fmla="*/ 6907219 w 7638647"/>
              <a:gd name="connsiteY3" fmla="*/ 4240028 h 5105505"/>
              <a:gd name="connsiteX4" fmla="*/ 3255040 w 7638647"/>
              <a:gd name="connsiteY4" fmla="*/ 5060764 h 5105505"/>
              <a:gd name="connsiteX5" fmla="*/ 455970 w 7638647"/>
              <a:gd name="connsiteY5" fmla="*/ 4685337 h 5105505"/>
              <a:gd name="connsiteX6" fmla="*/ 34534 w 7638647"/>
              <a:gd name="connsiteY6" fmla="*/ 2116479 h 5105505"/>
              <a:gd name="connsiteX7" fmla="*/ 783209 w 7638647"/>
              <a:gd name="connsiteY7" fmla="*/ 998674 h 5105505"/>
              <a:gd name="connsiteX8" fmla="*/ 708754 w 7638647"/>
              <a:gd name="connsiteY8" fmla="*/ 373158 h 5105505"/>
              <a:gd name="connsiteX9" fmla="*/ 1669213 w 7638647"/>
              <a:gd name="connsiteY9" fmla="*/ 499346 h 5105505"/>
              <a:gd name="connsiteX10" fmla="*/ 3626592 w 7638647"/>
              <a:gd name="connsiteY10" fmla="*/ 1 h 5105505"/>
              <a:gd name="connsiteX0" fmla="*/ 3603023 w 7615078"/>
              <a:gd name="connsiteY0" fmla="*/ 1 h 5124997"/>
              <a:gd name="connsiteX1" fmla="*/ 6197029 w 7615078"/>
              <a:gd name="connsiteY1" fmla="*/ 313740 h 5124997"/>
              <a:gd name="connsiteX2" fmla="*/ 7572392 w 7615078"/>
              <a:gd name="connsiteY2" fmla="*/ 1893640 h 5124997"/>
              <a:gd name="connsiteX3" fmla="*/ 6883650 w 7615078"/>
              <a:gd name="connsiteY3" fmla="*/ 4240028 h 5124997"/>
              <a:gd name="connsiteX4" fmla="*/ 3231471 w 7615078"/>
              <a:gd name="connsiteY4" fmla="*/ 5060764 h 5124997"/>
              <a:gd name="connsiteX5" fmla="*/ 633161 w 7615078"/>
              <a:gd name="connsiteY5" fmla="*/ 4739149 h 5124997"/>
              <a:gd name="connsiteX6" fmla="*/ 10965 w 7615078"/>
              <a:gd name="connsiteY6" fmla="*/ 2116479 h 5124997"/>
              <a:gd name="connsiteX7" fmla="*/ 759640 w 7615078"/>
              <a:gd name="connsiteY7" fmla="*/ 998674 h 5124997"/>
              <a:gd name="connsiteX8" fmla="*/ 685185 w 7615078"/>
              <a:gd name="connsiteY8" fmla="*/ 373158 h 5124997"/>
              <a:gd name="connsiteX9" fmla="*/ 1645644 w 7615078"/>
              <a:gd name="connsiteY9" fmla="*/ 499346 h 5124997"/>
              <a:gd name="connsiteX10" fmla="*/ 3603023 w 7615078"/>
              <a:gd name="connsiteY10" fmla="*/ 1 h 5124997"/>
              <a:gd name="connsiteX0" fmla="*/ 3604900 w 7616955"/>
              <a:gd name="connsiteY0" fmla="*/ 1 h 5156507"/>
              <a:gd name="connsiteX1" fmla="*/ 6198906 w 7616955"/>
              <a:gd name="connsiteY1" fmla="*/ 313740 h 5156507"/>
              <a:gd name="connsiteX2" fmla="*/ 7574269 w 7616955"/>
              <a:gd name="connsiteY2" fmla="*/ 1893640 h 5156507"/>
              <a:gd name="connsiteX3" fmla="*/ 6885527 w 7616955"/>
              <a:gd name="connsiteY3" fmla="*/ 4240028 h 5156507"/>
              <a:gd name="connsiteX4" fmla="*/ 3233348 w 7616955"/>
              <a:gd name="connsiteY4" fmla="*/ 5060764 h 5156507"/>
              <a:gd name="connsiteX5" fmla="*/ 600275 w 7616955"/>
              <a:gd name="connsiteY5" fmla="*/ 4809242 h 5156507"/>
              <a:gd name="connsiteX6" fmla="*/ 12842 w 7616955"/>
              <a:gd name="connsiteY6" fmla="*/ 2116479 h 5156507"/>
              <a:gd name="connsiteX7" fmla="*/ 761517 w 7616955"/>
              <a:gd name="connsiteY7" fmla="*/ 998674 h 5156507"/>
              <a:gd name="connsiteX8" fmla="*/ 687062 w 7616955"/>
              <a:gd name="connsiteY8" fmla="*/ 373158 h 5156507"/>
              <a:gd name="connsiteX9" fmla="*/ 1647521 w 7616955"/>
              <a:gd name="connsiteY9" fmla="*/ 499346 h 5156507"/>
              <a:gd name="connsiteX10" fmla="*/ 3604900 w 7616955"/>
              <a:gd name="connsiteY10" fmla="*/ 1 h 5156507"/>
              <a:gd name="connsiteX0" fmla="*/ 3605747 w 7617802"/>
              <a:gd name="connsiteY0" fmla="*/ 1 h 5103957"/>
              <a:gd name="connsiteX1" fmla="*/ 6199753 w 7617802"/>
              <a:gd name="connsiteY1" fmla="*/ 313740 h 5103957"/>
              <a:gd name="connsiteX2" fmla="*/ 7575116 w 7617802"/>
              <a:gd name="connsiteY2" fmla="*/ 1893640 h 5103957"/>
              <a:gd name="connsiteX3" fmla="*/ 6886374 w 7617802"/>
              <a:gd name="connsiteY3" fmla="*/ 4240028 h 5103957"/>
              <a:gd name="connsiteX4" fmla="*/ 3234195 w 7617802"/>
              <a:gd name="connsiteY4" fmla="*/ 5060764 h 5103957"/>
              <a:gd name="connsiteX5" fmla="*/ 588097 w 7617802"/>
              <a:gd name="connsiteY5" fmla="*/ 4680481 h 5103957"/>
              <a:gd name="connsiteX6" fmla="*/ 13689 w 7617802"/>
              <a:gd name="connsiteY6" fmla="*/ 2116479 h 5103957"/>
              <a:gd name="connsiteX7" fmla="*/ 762364 w 7617802"/>
              <a:gd name="connsiteY7" fmla="*/ 998674 h 5103957"/>
              <a:gd name="connsiteX8" fmla="*/ 687909 w 7617802"/>
              <a:gd name="connsiteY8" fmla="*/ 373158 h 5103957"/>
              <a:gd name="connsiteX9" fmla="*/ 1648368 w 7617802"/>
              <a:gd name="connsiteY9" fmla="*/ 499346 h 5103957"/>
              <a:gd name="connsiteX10" fmla="*/ 3605747 w 7617802"/>
              <a:gd name="connsiteY10" fmla="*/ 1 h 5103957"/>
              <a:gd name="connsiteX0" fmla="*/ 3603400 w 7615455"/>
              <a:gd name="connsiteY0" fmla="*/ 1 h 5103958"/>
              <a:gd name="connsiteX1" fmla="*/ 6197406 w 7615455"/>
              <a:gd name="connsiteY1" fmla="*/ 313740 h 5103958"/>
              <a:gd name="connsiteX2" fmla="*/ 7572769 w 7615455"/>
              <a:gd name="connsiteY2" fmla="*/ 1893640 h 5103958"/>
              <a:gd name="connsiteX3" fmla="*/ 6884027 w 7615455"/>
              <a:gd name="connsiteY3" fmla="*/ 4240028 h 5103958"/>
              <a:gd name="connsiteX4" fmla="*/ 3231848 w 7615455"/>
              <a:gd name="connsiteY4" fmla="*/ 5060764 h 5103958"/>
              <a:gd name="connsiteX5" fmla="*/ 585750 w 7615455"/>
              <a:gd name="connsiteY5" fmla="*/ 4680481 h 5103958"/>
              <a:gd name="connsiteX6" fmla="*/ 13865 w 7615455"/>
              <a:gd name="connsiteY6" fmla="*/ 2279334 h 5103958"/>
              <a:gd name="connsiteX7" fmla="*/ 760017 w 7615455"/>
              <a:gd name="connsiteY7" fmla="*/ 998674 h 5103958"/>
              <a:gd name="connsiteX8" fmla="*/ 685562 w 7615455"/>
              <a:gd name="connsiteY8" fmla="*/ 373158 h 5103958"/>
              <a:gd name="connsiteX9" fmla="*/ 1646021 w 7615455"/>
              <a:gd name="connsiteY9" fmla="*/ 499346 h 5103958"/>
              <a:gd name="connsiteX10" fmla="*/ 3603400 w 7615455"/>
              <a:gd name="connsiteY10" fmla="*/ 1 h 5103958"/>
              <a:gd name="connsiteX0" fmla="*/ 3603400 w 7554491"/>
              <a:gd name="connsiteY0" fmla="*/ 1 h 5103958"/>
              <a:gd name="connsiteX1" fmla="*/ 6197406 w 7554491"/>
              <a:gd name="connsiteY1" fmla="*/ 313740 h 5103958"/>
              <a:gd name="connsiteX2" fmla="*/ 7502348 w 7554491"/>
              <a:gd name="connsiteY2" fmla="*/ 1887069 h 5103958"/>
              <a:gd name="connsiteX3" fmla="*/ 6884027 w 7554491"/>
              <a:gd name="connsiteY3" fmla="*/ 4240028 h 5103958"/>
              <a:gd name="connsiteX4" fmla="*/ 3231848 w 7554491"/>
              <a:gd name="connsiteY4" fmla="*/ 5060764 h 5103958"/>
              <a:gd name="connsiteX5" fmla="*/ 585750 w 7554491"/>
              <a:gd name="connsiteY5" fmla="*/ 4680481 h 5103958"/>
              <a:gd name="connsiteX6" fmla="*/ 13865 w 7554491"/>
              <a:gd name="connsiteY6" fmla="*/ 2279334 h 5103958"/>
              <a:gd name="connsiteX7" fmla="*/ 760017 w 7554491"/>
              <a:gd name="connsiteY7" fmla="*/ 998674 h 5103958"/>
              <a:gd name="connsiteX8" fmla="*/ 685562 w 7554491"/>
              <a:gd name="connsiteY8" fmla="*/ 373158 h 5103958"/>
              <a:gd name="connsiteX9" fmla="*/ 1646021 w 7554491"/>
              <a:gd name="connsiteY9" fmla="*/ 499346 h 5103958"/>
              <a:gd name="connsiteX10" fmla="*/ 3603400 w 7554491"/>
              <a:gd name="connsiteY10" fmla="*/ 1 h 5103958"/>
              <a:gd name="connsiteX0" fmla="*/ 3603400 w 7546134"/>
              <a:gd name="connsiteY0" fmla="*/ 1 h 5103958"/>
              <a:gd name="connsiteX1" fmla="*/ 6197406 w 7546134"/>
              <a:gd name="connsiteY1" fmla="*/ 313740 h 5103958"/>
              <a:gd name="connsiteX2" fmla="*/ 7502348 w 7546134"/>
              <a:gd name="connsiteY2" fmla="*/ 1887069 h 5103958"/>
              <a:gd name="connsiteX3" fmla="*/ 6884027 w 7546134"/>
              <a:gd name="connsiteY3" fmla="*/ 4240028 h 5103958"/>
              <a:gd name="connsiteX4" fmla="*/ 3231848 w 7546134"/>
              <a:gd name="connsiteY4" fmla="*/ 5060764 h 5103958"/>
              <a:gd name="connsiteX5" fmla="*/ 585750 w 7546134"/>
              <a:gd name="connsiteY5" fmla="*/ 4680481 h 5103958"/>
              <a:gd name="connsiteX6" fmla="*/ 13865 w 7546134"/>
              <a:gd name="connsiteY6" fmla="*/ 2279334 h 5103958"/>
              <a:gd name="connsiteX7" fmla="*/ 760017 w 7546134"/>
              <a:gd name="connsiteY7" fmla="*/ 998674 h 5103958"/>
              <a:gd name="connsiteX8" fmla="*/ 685562 w 7546134"/>
              <a:gd name="connsiteY8" fmla="*/ 373158 h 5103958"/>
              <a:gd name="connsiteX9" fmla="*/ 1646021 w 7546134"/>
              <a:gd name="connsiteY9" fmla="*/ 499346 h 5103958"/>
              <a:gd name="connsiteX10" fmla="*/ 3603400 w 7546134"/>
              <a:gd name="connsiteY10" fmla="*/ 1 h 5103958"/>
              <a:gd name="connsiteX0" fmla="*/ 3603400 w 7546134"/>
              <a:gd name="connsiteY0" fmla="*/ 33665 h 5137622"/>
              <a:gd name="connsiteX1" fmla="*/ 6197406 w 7546134"/>
              <a:gd name="connsiteY1" fmla="*/ 347404 h 5137622"/>
              <a:gd name="connsiteX2" fmla="*/ 7502348 w 7546134"/>
              <a:gd name="connsiteY2" fmla="*/ 1920733 h 5137622"/>
              <a:gd name="connsiteX3" fmla="*/ 6884027 w 7546134"/>
              <a:gd name="connsiteY3" fmla="*/ 4273692 h 5137622"/>
              <a:gd name="connsiteX4" fmla="*/ 3231848 w 7546134"/>
              <a:gd name="connsiteY4" fmla="*/ 5094428 h 5137622"/>
              <a:gd name="connsiteX5" fmla="*/ 585750 w 7546134"/>
              <a:gd name="connsiteY5" fmla="*/ 4714145 h 5137622"/>
              <a:gd name="connsiteX6" fmla="*/ 13865 w 7546134"/>
              <a:gd name="connsiteY6" fmla="*/ 2312998 h 5137622"/>
              <a:gd name="connsiteX7" fmla="*/ 760017 w 7546134"/>
              <a:gd name="connsiteY7" fmla="*/ 1032338 h 5137622"/>
              <a:gd name="connsiteX8" fmla="*/ 685562 w 7546134"/>
              <a:gd name="connsiteY8" fmla="*/ 406822 h 5137622"/>
              <a:gd name="connsiteX9" fmla="*/ 1646021 w 7546134"/>
              <a:gd name="connsiteY9" fmla="*/ 533010 h 5137622"/>
              <a:gd name="connsiteX10" fmla="*/ 3603400 w 7546134"/>
              <a:gd name="connsiteY10" fmla="*/ 33665 h 5137622"/>
              <a:gd name="connsiteX0" fmla="*/ 3603400 w 7546134"/>
              <a:gd name="connsiteY0" fmla="*/ 33665 h 5137622"/>
              <a:gd name="connsiteX1" fmla="*/ 6197406 w 7546134"/>
              <a:gd name="connsiteY1" fmla="*/ 347404 h 5137622"/>
              <a:gd name="connsiteX2" fmla="*/ 7502348 w 7546134"/>
              <a:gd name="connsiteY2" fmla="*/ 1920733 h 5137622"/>
              <a:gd name="connsiteX3" fmla="*/ 6884027 w 7546134"/>
              <a:gd name="connsiteY3" fmla="*/ 4273692 h 5137622"/>
              <a:gd name="connsiteX4" fmla="*/ 3231848 w 7546134"/>
              <a:gd name="connsiteY4" fmla="*/ 5094428 h 5137622"/>
              <a:gd name="connsiteX5" fmla="*/ 585750 w 7546134"/>
              <a:gd name="connsiteY5" fmla="*/ 4714145 h 5137622"/>
              <a:gd name="connsiteX6" fmla="*/ 13865 w 7546134"/>
              <a:gd name="connsiteY6" fmla="*/ 2312998 h 5137622"/>
              <a:gd name="connsiteX7" fmla="*/ 760017 w 7546134"/>
              <a:gd name="connsiteY7" fmla="*/ 1032338 h 5137622"/>
              <a:gd name="connsiteX8" fmla="*/ 685562 w 7546134"/>
              <a:gd name="connsiteY8" fmla="*/ 406822 h 5137622"/>
              <a:gd name="connsiteX9" fmla="*/ 1646021 w 7546134"/>
              <a:gd name="connsiteY9" fmla="*/ 533010 h 5137622"/>
              <a:gd name="connsiteX10" fmla="*/ 3603400 w 7546134"/>
              <a:gd name="connsiteY10" fmla="*/ 33665 h 5137622"/>
              <a:gd name="connsiteX0" fmla="*/ 3603400 w 7417783"/>
              <a:gd name="connsiteY0" fmla="*/ 31687 h 5135644"/>
              <a:gd name="connsiteX1" fmla="*/ 6197406 w 7417783"/>
              <a:gd name="connsiteY1" fmla="*/ 345426 h 5135644"/>
              <a:gd name="connsiteX2" fmla="*/ 7339607 w 7417783"/>
              <a:gd name="connsiteY2" fmla="*/ 1827041 h 5135644"/>
              <a:gd name="connsiteX3" fmla="*/ 6884027 w 7417783"/>
              <a:gd name="connsiteY3" fmla="*/ 4271714 h 5135644"/>
              <a:gd name="connsiteX4" fmla="*/ 3231848 w 7417783"/>
              <a:gd name="connsiteY4" fmla="*/ 5092450 h 5135644"/>
              <a:gd name="connsiteX5" fmla="*/ 585750 w 7417783"/>
              <a:gd name="connsiteY5" fmla="*/ 4712167 h 5135644"/>
              <a:gd name="connsiteX6" fmla="*/ 13865 w 7417783"/>
              <a:gd name="connsiteY6" fmla="*/ 2311020 h 5135644"/>
              <a:gd name="connsiteX7" fmla="*/ 760017 w 7417783"/>
              <a:gd name="connsiteY7" fmla="*/ 1030360 h 5135644"/>
              <a:gd name="connsiteX8" fmla="*/ 685562 w 7417783"/>
              <a:gd name="connsiteY8" fmla="*/ 404844 h 5135644"/>
              <a:gd name="connsiteX9" fmla="*/ 1646021 w 7417783"/>
              <a:gd name="connsiteY9" fmla="*/ 531032 h 5135644"/>
              <a:gd name="connsiteX10" fmla="*/ 3603400 w 7417783"/>
              <a:gd name="connsiteY10" fmla="*/ 31687 h 5135644"/>
              <a:gd name="connsiteX0" fmla="*/ 3603400 w 7374876"/>
              <a:gd name="connsiteY0" fmla="*/ 31687 h 5136334"/>
              <a:gd name="connsiteX1" fmla="*/ 6197406 w 7374876"/>
              <a:gd name="connsiteY1" fmla="*/ 345426 h 5136334"/>
              <a:gd name="connsiteX2" fmla="*/ 7339607 w 7374876"/>
              <a:gd name="connsiteY2" fmla="*/ 1827041 h 5136334"/>
              <a:gd name="connsiteX3" fmla="*/ 6715667 w 7374876"/>
              <a:gd name="connsiteY3" fmla="*/ 4262378 h 5136334"/>
              <a:gd name="connsiteX4" fmla="*/ 3231848 w 7374876"/>
              <a:gd name="connsiteY4" fmla="*/ 5092450 h 5136334"/>
              <a:gd name="connsiteX5" fmla="*/ 585750 w 7374876"/>
              <a:gd name="connsiteY5" fmla="*/ 4712167 h 5136334"/>
              <a:gd name="connsiteX6" fmla="*/ 13865 w 7374876"/>
              <a:gd name="connsiteY6" fmla="*/ 2311020 h 5136334"/>
              <a:gd name="connsiteX7" fmla="*/ 760017 w 7374876"/>
              <a:gd name="connsiteY7" fmla="*/ 1030360 h 5136334"/>
              <a:gd name="connsiteX8" fmla="*/ 685562 w 7374876"/>
              <a:gd name="connsiteY8" fmla="*/ 404844 h 5136334"/>
              <a:gd name="connsiteX9" fmla="*/ 1646021 w 7374876"/>
              <a:gd name="connsiteY9" fmla="*/ 531032 h 5136334"/>
              <a:gd name="connsiteX10" fmla="*/ 3603400 w 7374876"/>
              <a:gd name="connsiteY10" fmla="*/ 31687 h 5136334"/>
              <a:gd name="connsiteX0" fmla="*/ 3603400 w 7366286"/>
              <a:gd name="connsiteY0" fmla="*/ 31687 h 5147961"/>
              <a:gd name="connsiteX1" fmla="*/ 6197406 w 7366286"/>
              <a:gd name="connsiteY1" fmla="*/ 345426 h 5147961"/>
              <a:gd name="connsiteX2" fmla="*/ 7339607 w 7366286"/>
              <a:gd name="connsiteY2" fmla="*/ 1827041 h 5147961"/>
              <a:gd name="connsiteX3" fmla="*/ 6671868 w 7366286"/>
              <a:gd name="connsiteY3" fmla="*/ 4105237 h 5147961"/>
              <a:gd name="connsiteX4" fmla="*/ 3231848 w 7366286"/>
              <a:gd name="connsiteY4" fmla="*/ 5092450 h 5147961"/>
              <a:gd name="connsiteX5" fmla="*/ 585750 w 7366286"/>
              <a:gd name="connsiteY5" fmla="*/ 4712167 h 5147961"/>
              <a:gd name="connsiteX6" fmla="*/ 13865 w 7366286"/>
              <a:gd name="connsiteY6" fmla="*/ 2311020 h 5147961"/>
              <a:gd name="connsiteX7" fmla="*/ 760017 w 7366286"/>
              <a:gd name="connsiteY7" fmla="*/ 1030360 h 5147961"/>
              <a:gd name="connsiteX8" fmla="*/ 685562 w 7366286"/>
              <a:gd name="connsiteY8" fmla="*/ 404844 h 5147961"/>
              <a:gd name="connsiteX9" fmla="*/ 1646021 w 7366286"/>
              <a:gd name="connsiteY9" fmla="*/ 531032 h 5147961"/>
              <a:gd name="connsiteX10" fmla="*/ 3603400 w 7366286"/>
              <a:gd name="connsiteY10" fmla="*/ 31687 h 5147961"/>
              <a:gd name="connsiteX0" fmla="*/ 3603400 w 7359988"/>
              <a:gd name="connsiteY0" fmla="*/ 31687 h 5146347"/>
              <a:gd name="connsiteX1" fmla="*/ 6197406 w 7359988"/>
              <a:gd name="connsiteY1" fmla="*/ 345426 h 5146347"/>
              <a:gd name="connsiteX2" fmla="*/ 7339607 w 7359988"/>
              <a:gd name="connsiteY2" fmla="*/ 1827041 h 5146347"/>
              <a:gd name="connsiteX3" fmla="*/ 6632220 w 7359988"/>
              <a:gd name="connsiteY3" fmla="*/ 4127047 h 5146347"/>
              <a:gd name="connsiteX4" fmla="*/ 3231848 w 7359988"/>
              <a:gd name="connsiteY4" fmla="*/ 5092450 h 5146347"/>
              <a:gd name="connsiteX5" fmla="*/ 585750 w 7359988"/>
              <a:gd name="connsiteY5" fmla="*/ 4712167 h 5146347"/>
              <a:gd name="connsiteX6" fmla="*/ 13865 w 7359988"/>
              <a:gd name="connsiteY6" fmla="*/ 2311020 h 5146347"/>
              <a:gd name="connsiteX7" fmla="*/ 760017 w 7359988"/>
              <a:gd name="connsiteY7" fmla="*/ 1030360 h 5146347"/>
              <a:gd name="connsiteX8" fmla="*/ 685562 w 7359988"/>
              <a:gd name="connsiteY8" fmla="*/ 404844 h 5146347"/>
              <a:gd name="connsiteX9" fmla="*/ 1646021 w 7359988"/>
              <a:gd name="connsiteY9" fmla="*/ 531032 h 5146347"/>
              <a:gd name="connsiteX10" fmla="*/ 3603400 w 7359988"/>
              <a:gd name="connsiteY10" fmla="*/ 31687 h 5146347"/>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60017 w 7283289"/>
              <a:gd name="connsiteY7" fmla="*/ 1030263 h 5146250"/>
              <a:gd name="connsiteX8" fmla="*/ 685562 w 7283289"/>
              <a:gd name="connsiteY8" fmla="*/ 404747 h 5146250"/>
              <a:gd name="connsiteX9" fmla="*/ 1646021 w 7283289"/>
              <a:gd name="connsiteY9" fmla="*/ 530935 h 5146250"/>
              <a:gd name="connsiteX10" fmla="*/ 3603400 w 7283289"/>
              <a:gd name="connsiteY10" fmla="*/ 31590 h 5146250"/>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60017 w 7283289"/>
              <a:gd name="connsiteY7" fmla="*/ 1030263 h 5146250"/>
              <a:gd name="connsiteX8" fmla="*/ 680359 w 7283289"/>
              <a:gd name="connsiteY8" fmla="*/ 292641 h 5146250"/>
              <a:gd name="connsiteX9" fmla="*/ 1646021 w 7283289"/>
              <a:gd name="connsiteY9" fmla="*/ 530935 h 5146250"/>
              <a:gd name="connsiteX10" fmla="*/ 3603400 w 7283289"/>
              <a:gd name="connsiteY10" fmla="*/ 31590 h 5146250"/>
              <a:gd name="connsiteX0" fmla="*/ 3603400 w 7283289"/>
              <a:gd name="connsiteY0" fmla="*/ 31590 h 5146250"/>
              <a:gd name="connsiteX1" fmla="*/ 6197406 w 7283289"/>
              <a:gd name="connsiteY1" fmla="*/ 345329 h 5146250"/>
              <a:gd name="connsiteX2" fmla="*/ 7255428 w 7283289"/>
              <a:gd name="connsiteY2" fmla="*/ 1822276 h 5146250"/>
              <a:gd name="connsiteX3" fmla="*/ 6632220 w 7283289"/>
              <a:gd name="connsiteY3" fmla="*/ 4126950 h 5146250"/>
              <a:gd name="connsiteX4" fmla="*/ 3231848 w 7283289"/>
              <a:gd name="connsiteY4" fmla="*/ 5092353 h 5146250"/>
              <a:gd name="connsiteX5" fmla="*/ 585750 w 7283289"/>
              <a:gd name="connsiteY5" fmla="*/ 4712070 h 5146250"/>
              <a:gd name="connsiteX6" fmla="*/ 13865 w 7283289"/>
              <a:gd name="connsiteY6" fmla="*/ 2310923 h 5146250"/>
              <a:gd name="connsiteX7" fmla="*/ 729414 w 7283289"/>
              <a:gd name="connsiteY7" fmla="*/ 1097923 h 5146250"/>
              <a:gd name="connsiteX8" fmla="*/ 680359 w 7283289"/>
              <a:gd name="connsiteY8" fmla="*/ 292641 h 5146250"/>
              <a:gd name="connsiteX9" fmla="*/ 1646021 w 7283289"/>
              <a:gd name="connsiteY9" fmla="*/ 530935 h 5146250"/>
              <a:gd name="connsiteX10" fmla="*/ 3603400 w 7283289"/>
              <a:gd name="connsiteY10" fmla="*/ 31590 h 5146250"/>
              <a:gd name="connsiteX0" fmla="*/ 3603400 w 7194149"/>
              <a:gd name="connsiteY0" fmla="*/ 31938 h 5146598"/>
              <a:gd name="connsiteX1" fmla="*/ 6197406 w 7194149"/>
              <a:gd name="connsiteY1" fmla="*/ 345677 h 5146598"/>
              <a:gd name="connsiteX2" fmla="*/ 7150714 w 7194149"/>
              <a:gd name="connsiteY2" fmla="*/ 1839431 h 5146598"/>
              <a:gd name="connsiteX3" fmla="*/ 6632220 w 7194149"/>
              <a:gd name="connsiteY3" fmla="*/ 4127298 h 5146598"/>
              <a:gd name="connsiteX4" fmla="*/ 3231848 w 7194149"/>
              <a:gd name="connsiteY4" fmla="*/ 5092701 h 5146598"/>
              <a:gd name="connsiteX5" fmla="*/ 585750 w 7194149"/>
              <a:gd name="connsiteY5" fmla="*/ 4712418 h 5146598"/>
              <a:gd name="connsiteX6" fmla="*/ 13865 w 7194149"/>
              <a:gd name="connsiteY6" fmla="*/ 2311271 h 5146598"/>
              <a:gd name="connsiteX7" fmla="*/ 729414 w 7194149"/>
              <a:gd name="connsiteY7" fmla="*/ 1098271 h 5146598"/>
              <a:gd name="connsiteX8" fmla="*/ 680359 w 7194149"/>
              <a:gd name="connsiteY8" fmla="*/ 292989 h 5146598"/>
              <a:gd name="connsiteX9" fmla="*/ 1646021 w 7194149"/>
              <a:gd name="connsiteY9" fmla="*/ 531283 h 5146598"/>
              <a:gd name="connsiteX10" fmla="*/ 3603400 w 7194149"/>
              <a:gd name="connsiteY10" fmla="*/ 31938 h 5146598"/>
              <a:gd name="connsiteX0" fmla="*/ 3603400 w 7107447"/>
              <a:gd name="connsiteY0" fmla="*/ 32329 h 5146989"/>
              <a:gd name="connsiteX1" fmla="*/ 6197406 w 7107447"/>
              <a:gd name="connsiteY1" fmla="*/ 346068 h 5146989"/>
              <a:gd name="connsiteX2" fmla="*/ 7035528 w 7107447"/>
              <a:gd name="connsiteY2" fmla="*/ 1858310 h 5146989"/>
              <a:gd name="connsiteX3" fmla="*/ 6632220 w 7107447"/>
              <a:gd name="connsiteY3" fmla="*/ 4127689 h 5146989"/>
              <a:gd name="connsiteX4" fmla="*/ 3231848 w 7107447"/>
              <a:gd name="connsiteY4" fmla="*/ 5093092 h 5146989"/>
              <a:gd name="connsiteX5" fmla="*/ 585750 w 7107447"/>
              <a:gd name="connsiteY5" fmla="*/ 4712809 h 5146989"/>
              <a:gd name="connsiteX6" fmla="*/ 13865 w 7107447"/>
              <a:gd name="connsiteY6" fmla="*/ 2311662 h 5146989"/>
              <a:gd name="connsiteX7" fmla="*/ 729414 w 7107447"/>
              <a:gd name="connsiteY7" fmla="*/ 1098662 h 5146989"/>
              <a:gd name="connsiteX8" fmla="*/ 680359 w 7107447"/>
              <a:gd name="connsiteY8" fmla="*/ 293380 h 5146989"/>
              <a:gd name="connsiteX9" fmla="*/ 1646021 w 7107447"/>
              <a:gd name="connsiteY9" fmla="*/ 531674 h 5146989"/>
              <a:gd name="connsiteX10" fmla="*/ 3603400 w 7107447"/>
              <a:gd name="connsiteY10" fmla="*/ 32329 h 5146989"/>
              <a:gd name="connsiteX0" fmla="*/ 3603400 w 7107447"/>
              <a:gd name="connsiteY0" fmla="*/ 31042 h 5145702"/>
              <a:gd name="connsiteX1" fmla="*/ 6197406 w 7107447"/>
              <a:gd name="connsiteY1" fmla="*/ 344781 h 5145702"/>
              <a:gd name="connsiteX2" fmla="*/ 7035528 w 7107447"/>
              <a:gd name="connsiteY2" fmla="*/ 1857023 h 5145702"/>
              <a:gd name="connsiteX3" fmla="*/ 6632220 w 7107447"/>
              <a:gd name="connsiteY3" fmla="*/ 4126402 h 5145702"/>
              <a:gd name="connsiteX4" fmla="*/ 3231848 w 7107447"/>
              <a:gd name="connsiteY4" fmla="*/ 5091805 h 5145702"/>
              <a:gd name="connsiteX5" fmla="*/ 585750 w 7107447"/>
              <a:gd name="connsiteY5" fmla="*/ 4711522 h 5145702"/>
              <a:gd name="connsiteX6" fmla="*/ 13865 w 7107447"/>
              <a:gd name="connsiteY6" fmla="*/ 2310375 h 5145702"/>
              <a:gd name="connsiteX7" fmla="*/ 729414 w 7107447"/>
              <a:gd name="connsiteY7" fmla="*/ 1097375 h 5145702"/>
              <a:gd name="connsiteX8" fmla="*/ 680359 w 7107447"/>
              <a:gd name="connsiteY8" fmla="*/ 292093 h 5145702"/>
              <a:gd name="connsiteX9" fmla="*/ 1646021 w 7107447"/>
              <a:gd name="connsiteY9" fmla="*/ 530387 h 5145702"/>
              <a:gd name="connsiteX10" fmla="*/ 3603400 w 7107447"/>
              <a:gd name="connsiteY10" fmla="*/ 31042 h 5145702"/>
              <a:gd name="connsiteX0" fmla="*/ 3603400 w 7125591"/>
              <a:gd name="connsiteY0" fmla="*/ 31042 h 5145702"/>
              <a:gd name="connsiteX1" fmla="*/ 6197406 w 7125591"/>
              <a:gd name="connsiteY1" fmla="*/ 344781 h 5145702"/>
              <a:gd name="connsiteX2" fmla="*/ 7035528 w 7125591"/>
              <a:gd name="connsiteY2" fmla="*/ 1857023 h 5145702"/>
              <a:gd name="connsiteX3" fmla="*/ 6632220 w 7125591"/>
              <a:gd name="connsiteY3" fmla="*/ 4126402 h 5145702"/>
              <a:gd name="connsiteX4" fmla="*/ 3231848 w 7125591"/>
              <a:gd name="connsiteY4" fmla="*/ 5091805 h 5145702"/>
              <a:gd name="connsiteX5" fmla="*/ 585750 w 7125591"/>
              <a:gd name="connsiteY5" fmla="*/ 4711522 h 5145702"/>
              <a:gd name="connsiteX6" fmla="*/ 13865 w 7125591"/>
              <a:gd name="connsiteY6" fmla="*/ 2310375 h 5145702"/>
              <a:gd name="connsiteX7" fmla="*/ 729414 w 7125591"/>
              <a:gd name="connsiteY7" fmla="*/ 1097375 h 5145702"/>
              <a:gd name="connsiteX8" fmla="*/ 680359 w 7125591"/>
              <a:gd name="connsiteY8" fmla="*/ 292093 h 5145702"/>
              <a:gd name="connsiteX9" fmla="*/ 1646021 w 7125591"/>
              <a:gd name="connsiteY9" fmla="*/ 530387 h 5145702"/>
              <a:gd name="connsiteX10" fmla="*/ 3603400 w 7125591"/>
              <a:gd name="connsiteY10" fmla="*/ 31042 h 5145702"/>
              <a:gd name="connsiteX0" fmla="*/ 3603400 w 7073245"/>
              <a:gd name="connsiteY0" fmla="*/ 31042 h 5143141"/>
              <a:gd name="connsiteX1" fmla="*/ 6197406 w 7073245"/>
              <a:gd name="connsiteY1" fmla="*/ 344781 h 5143141"/>
              <a:gd name="connsiteX2" fmla="*/ 7035528 w 7073245"/>
              <a:gd name="connsiteY2" fmla="*/ 1857023 h 5143141"/>
              <a:gd name="connsiteX3" fmla="*/ 6538881 w 7073245"/>
              <a:gd name="connsiteY3" fmla="*/ 4160999 h 5143141"/>
              <a:gd name="connsiteX4" fmla="*/ 3231848 w 7073245"/>
              <a:gd name="connsiteY4" fmla="*/ 5091805 h 5143141"/>
              <a:gd name="connsiteX5" fmla="*/ 585750 w 7073245"/>
              <a:gd name="connsiteY5" fmla="*/ 4711522 h 5143141"/>
              <a:gd name="connsiteX6" fmla="*/ 13865 w 7073245"/>
              <a:gd name="connsiteY6" fmla="*/ 2310375 h 5143141"/>
              <a:gd name="connsiteX7" fmla="*/ 729414 w 7073245"/>
              <a:gd name="connsiteY7" fmla="*/ 1097375 h 5143141"/>
              <a:gd name="connsiteX8" fmla="*/ 680359 w 7073245"/>
              <a:gd name="connsiteY8" fmla="*/ 292093 h 5143141"/>
              <a:gd name="connsiteX9" fmla="*/ 1646021 w 7073245"/>
              <a:gd name="connsiteY9" fmla="*/ 530387 h 5143141"/>
              <a:gd name="connsiteX10" fmla="*/ 3603400 w 7073245"/>
              <a:gd name="connsiteY10" fmla="*/ 31042 h 5143141"/>
              <a:gd name="connsiteX0" fmla="*/ 3603400 w 7074446"/>
              <a:gd name="connsiteY0" fmla="*/ 31042 h 5143143"/>
              <a:gd name="connsiteX1" fmla="*/ 6197406 w 7074446"/>
              <a:gd name="connsiteY1" fmla="*/ 344781 h 5143143"/>
              <a:gd name="connsiteX2" fmla="*/ 7035528 w 7074446"/>
              <a:gd name="connsiteY2" fmla="*/ 1857023 h 5143143"/>
              <a:gd name="connsiteX3" fmla="*/ 6538881 w 7074446"/>
              <a:gd name="connsiteY3" fmla="*/ 4160999 h 5143143"/>
              <a:gd name="connsiteX4" fmla="*/ 3231848 w 7074446"/>
              <a:gd name="connsiteY4" fmla="*/ 5091805 h 5143143"/>
              <a:gd name="connsiteX5" fmla="*/ 585750 w 7074446"/>
              <a:gd name="connsiteY5" fmla="*/ 4711522 h 5143143"/>
              <a:gd name="connsiteX6" fmla="*/ 13865 w 7074446"/>
              <a:gd name="connsiteY6" fmla="*/ 2310375 h 5143143"/>
              <a:gd name="connsiteX7" fmla="*/ 729414 w 7074446"/>
              <a:gd name="connsiteY7" fmla="*/ 1097375 h 5143143"/>
              <a:gd name="connsiteX8" fmla="*/ 680359 w 7074446"/>
              <a:gd name="connsiteY8" fmla="*/ 292093 h 5143143"/>
              <a:gd name="connsiteX9" fmla="*/ 1646021 w 7074446"/>
              <a:gd name="connsiteY9" fmla="*/ 530387 h 5143143"/>
              <a:gd name="connsiteX10" fmla="*/ 3603400 w 7074446"/>
              <a:gd name="connsiteY10" fmla="*/ 31042 h 5143143"/>
              <a:gd name="connsiteX0" fmla="*/ 4992048 w 8463094"/>
              <a:gd name="connsiteY0" fmla="*/ 31042 h 5138527"/>
              <a:gd name="connsiteX1" fmla="*/ 7586054 w 8463094"/>
              <a:gd name="connsiteY1" fmla="*/ 344781 h 5138527"/>
              <a:gd name="connsiteX2" fmla="*/ 8424176 w 8463094"/>
              <a:gd name="connsiteY2" fmla="*/ 1857023 h 5138527"/>
              <a:gd name="connsiteX3" fmla="*/ 7927529 w 8463094"/>
              <a:gd name="connsiteY3" fmla="*/ 4160999 h 5138527"/>
              <a:gd name="connsiteX4" fmla="*/ 4620496 w 8463094"/>
              <a:gd name="connsiteY4" fmla="*/ 5091805 h 5138527"/>
              <a:gd name="connsiteX5" fmla="*/ 1974398 w 8463094"/>
              <a:gd name="connsiteY5" fmla="*/ 4711522 h 5138527"/>
              <a:gd name="connsiteX6" fmla="*/ 1715 w 8463094"/>
              <a:gd name="connsiteY6" fmla="*/ 2285571 h 5138527"/>
              <a:gd name="connsiteX7" fmla="*/ 2118062 w 8463094"/>
              <a:gd name="connsiteY7" fmla="*/ 1097375 h 5138527"/>
              <a:gd name="connsiteX8" fmla="*/ 2069007 w 8463094"/>
              <a:gd name="connsiteY8" fmla="*/ 292093 h 5138527"/>
              <a:gd name="connsiteX9" fmla="*/ 3034669 w 8463094"/>
              <a:gd name="connsiteY9" fmla="*/ 530387 h 5138527"/>
              <a:gd name="connsiteX10" fmla="*/ 4992048 w 8463094"/>
              <a:gd name="connsiteY10" fmla="*/ 31042 h 5138527"/>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122078 w 8467110"/>
              <a:gd name="connsiteY7" fmla="*/ 1097375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122078 w 8467110"/>
              <a:gd name="connsiteY7" fmla="*/ 1097375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67110"/>
              <a:gd name="connsiteY0" fmla="*/ 31042 h 5180989"/>
              <a:gd name="connsiteX1" fmla="*/ 7590070 w 8467110"/>
              <a:gd name="connsiteY1" fmla="*/ 344781 h 5180989"/>
              <a:gd name="connsiteX2" fmla="*/ 8428192 w 8467110"/>
              <a:gd name="connsiteY2" fmla="*/ 1857023 h 5180989"/>
              <a:gd name="connsiteX3" fmla="*/ 7931545 w 8467110"/>
              <a:gd name="connsiteY3" fmla="*/ 4160999 h 5180989"/>
              <a:gd name="connsiteX4" fmla="*/ 4624512 w 8467110"/>
              <a:gd name="connsiteY4" fmla="*/ 5091805 h 5180989"/>
              <a:gd name="connsiteX5" fmla="*/ 1054469 w 8467110"/>
              <a:gd name="connsiteY5" fmla="*/ 4825837 h 5180989"/>
              <a:gd name="connsiteX6" fmla="*/ 5731 w 8467110"/>
              <a:gd name="connsiteY6" fmla="*/ 2285571 h 5180989"/>
              <a:gd name="connsiteX7" fmla="*/ 2015653 w 8467110"/>
              <a:gd name="connsiteY7" fmla="*/ 971604 h 5180989"/>
              <a:gd name="connsiteX8" fmla="*/ 2073023 w 8467110"/>
              <a:gd name="connsiteY8" fmla="*/ 292093 h 5180989"/>
              <a:gd name="connsiteX9" fmla="*/ 3038685 w 8467110"/>
              <a:gd name="connsiteY9" fmla="*/ 530387 h 5180989"/>
              <a:gd name="connsiteX10" fmla="*/ 4996064 w 8467110"/>
              <a:gd name="connsiteY10" fmla="*/ 31042 h 5180989"/>
              <a:gd name="connsiteX0" fmla="*/ 4996064 w 8442220"/>
              <a:gd name="connsiteY0" fmla="*/ 14812 h 5164759"/>
              <a:gd name="connsiteX1" fmla="*/ 8092456 w 8442220"/>
              <a:gd name="connsiteY1" fmla="*/ 564858 h 5164759"/>
              <a:gd name="connsiteX2" fmla="*/ 8428192 w 8442220"/>
              <a:gd name="connsiteY2" fmla="*/ 1840793 h 5164759"/>
              <a:gd name="connsiteX3" fmla="*/ 7931545 w 8442220"/>
              <a:gd name="connsiteY3" fmla="*/ 4144769 h 5164759"/>
              <a:gd name="connsiteX4" fmla="*/ 4624512 w 8442220"/>
              <a:gd name="connsiteY4" fmla="*/ 5075575 h 5164759"/>
              <a:gd name="connsiteX5" fmla="*/ 1054469 w 8442220"/>
              <a:gd name="connsiteY5" fmla="*/ 4809607 h 5164759"/>
              <a:gd name="connsiteX6" fmla="*/ 5731 w 8442220"/>
              <a:gd name="connsiteY6" fmla="*/ 2269341 h 5164759"/>
              <a:gd name="connsiteX7" fmla="*/ 2015653 w 8442220"/>
              <a:gd name="connsiteY7" fmla="*/ 955374 h 5164759"/>
              <a:gd name="connsiteX8" fmla="*/ 2073023 w 8442220"/>
              <a:gd name="connsiteY8" fmla="*/ 275863 h 5164759"/>
              <a:gd name="connsiteX9" fmla="*/ 3038685 w 8442220"/>
              <a:gd name="connsiteY9" fmla="*/ 514157 h 5164759"/>
              <a:gd name="connsiteX10" fmla="*/ 4996064 w 8442220"/>
              <a:gd name="connsiteY10" fmla="*/ 14812 h 5164759"/>
              <a:gd name="connsiteX0" fmla="*/ 4996064 w 9263691"/>
              <a:gd name="connsiteY0" fmla="*/ 20005 h 5169952"/>
              <a:gd name="connsiteX1" fmla="*/ 8092456 w 9263691"/>
              <a:gd name="connsiteY1" fmla="*/ 570051 h 5169952"/>
              <a:gd name="connsiteX2" fmla="*/ 9262635 w 9263691"/>
              <a:gd name="connsiteY2" fmla="*/ 2508205 h 5169952"/>
              <a:gd name="connsiteX3" fmla="*/ 7931545 w 9263691"/>
              <a:gd name="connsiteY3" fmla="*/ 4149962 h 5169952"/>
              <a:gd name="connsiteX4" fmla="*/ 4624512 w 9263691"/>
              <a:gd name="connsiteY4" fmla="*/ 5080768 h 5169952"/>
              <a:gd name="connsiteX5" fmla="*/ 1054469 w 9263691"/>
              <a:gd name="connsiteY5" fmla="*/ 4814800 h 5169952"/>
              <a:gd name="connsiteX6" fmla="*/ 5731 w 9263691"/>
              <a:gd name="connsiteY6" fmla="*/ 2274534 h 5169952"/>
              <a:gd name="connsiteX7" fmla="*/ 2015653 w 9263691"/>
              <a:gd name="connsiteY7" fmla="*/ 960567 h 5169952"/>
              <a:gd name="connsiteX8" fmla="*/ 2073023 w 9263691"/>
              <a:gd name="connsiteY8" fmla="*/ 281056 h 5169952"/>
              <a:gd name="connsiteX9" fmla="*/ 3038685 w 9263691"/>
              <a:gd name="connsiteY9" fmla="*/ 519350 h 5169952"/>
              <a:gd name="connsiteX10" fmla="*/ 4996064 w 9263691"/>
              <a:gd name="connsiteY10" fmla="*/ 20005 h 5169952"/>
              <a:gd name="connsiteX0" fmla="*/ 4996064 w 9352913"/>
              <a:gd name="connsiteY0" fmla="*/ 20005 h 5137479"/>
              <a:gd name="connsiteX1" fmla="*/ 8092456 w 9352913"/>
              <a:gd name="connsiteY1" fmla="*/ 570051 h 5137479"/>
              <a:gd name="connsiteX2" fmla="*/ 9262635 w 9352913"/>
              <a:gd name="connsiteY2" fmla="*/ 2508205 h 5137479"/>
              <a:gd name="connsiteX3" fmla="*/ 8751107 w 9352913"/>
              <a:gd name="connsiteY3" fmla="*/ 4615903 h 5137479"/>
              <a:gd name="connsiteX4" fmla="*/ 4624512 w 9352913"/>
              <a:gd name="connsiteY4" fmla="*/ 5080768 h 5137479"/>
              <a:gd name="connsiteX5" fmla="*/ 1054469 w 9352913"/>
              <a:gd name="connsiteY5" fmla="*/ 4814800 h 5137479"/>
              <a:gd name="connsiteX6" fmla="*/ 5731 w 9352913"/>
              <a:gd name="connsiteY6" fmla="*/ 2274534 h 5137479"/>
              <a:gd name="connsiteX7" fmla="*/ 2015653 w 9352913"/>
              <a:gd name="connsiteY7" fmla="*/ 960567 h 5137479"/>
              <a:gd name="connsiteX8" fmla="*/ 2073023 w 9352913"/>
              <a:gd name="connsiteY8" fmla="*/ 281056 h 5137479"/>
              <a:gd name="connsiteX9" fmla="*/ 3038685 w 9352913"/>
              <a:gd name="connsiteY9" fmla="*/ 519350 h 5137479"/>
              <a:gd name="connsiteX10" fmla="*/ 4996064 w 9352913"/>
              <a:gd name="connsiteY10" fmla="*/ 20005 h 5137479"/>
              <a:gd name="connsiteX0" fmla="*/ 4996064 w 9281803"/>
              <a:gd name="connsiteY0" fmla="*/ 20005 h 5148967"/>
              <a:gd name="connsiteX1" fmla="*/ 8092456 w 9281803"/>
              <a:gd name="connsiteY1" fmla="*/ 570051 h 5148967"/>
              <a:gd name="connsiteX2" fmla="*/ 9262635 w 9281803"/>
              <a:gd name="connsiteY2" fmla="*/ 2508205 h 5148967"/>
              <a:gd name="connsiteX3" fmla="*/ 8487147 w 9281803"/>
              <a:gd name="connsiteY3" fmla="*/ 4449157 h 5148967"/>
              <a:gd name="connsiteX4" fmla="*/ 4624512 w 9281803"/>
              <a:gd name="connsiteY4" fmla="*/ 5080768 h 5148967"/>
              <a:gd name="connsiteX5" fmla="*/ 1054469 w 9281803"/>
              <a:gd name="connsiteY5" fmla="*/ 4814800 h 5148967"/>
              <a:gd name="connsiteX6" fmla="*/ 5731 w 9281803"/>
              <a:gd name="connsiteY6" fmla="*/ 2274534 h 5148967"/>
              <a:gd name="connsiteX7" fmla="*/ 2015653 w 9281803"/>
              <a:gd name="connsiteY7" fmla="*/ 960567 h 5148967"/>
              <a:gd name="connsiteX8" fmla="*/ 2073023 w 9281803"/>
              <a:gd name="connsiteY8" fmla="*/ 281056 h 5148967"/>
              <a:gd name="connsiteX9" fmla="*/ 3038685 w 9281803"/>
              <a:gd name="connsiteY9" fmla="*/ 519350 h 5148967"/>
              <a:gd name="connsiteX10" fmla="*/ 4996064 w 9281803"/>
              <a:gd name="connsiteY10" fmla="*/ 20005 h 5148967"/>
              <a:gd name="connsiteX0" fmla="*/ 5111003 w 9281803"/>
              <a:gd name="connsiteY0" fmla="*/ 32074 h 5002868"/>
              <a:gd name="connsiteX1" fmla="*/ 8092456 w 9281803"/>
              <a:gd name="connsiteY1" fmla="*/ 423952 h 5002868"/>
              <a:gd name="connsiteX2" fmla="*/ 9262635 w 9281803"/>
              <a:gd name="connsiteY2" fmla="*/ 2362106 h 5002868"/>
              <a:gd name="connsiteX3" fmla="*/ 8487147 w 9281803"/>
              <a:gd name="connsiteY3" fmla="*/ 4303058 h 5002868"/>
              <a:gd name="connsiteX4" fmla="*/ 4624512 w 9281803"/>
              <a:gd name="connsiteY4" fmla="*/ 4934669 h 5002868"/>
              <a:gd name="connsiteX5" fmla="*/ 1054469 w 9281803"/>
              <a:gd name="connsiteY5" fmla="*/ 4668701 h 5002868"/>
              <a:gd name="connsiteX6" fmla="*/ 5731 w 9281803"/>
              <a:gd name="connsiteY6" fmla="*/ 2128435 h 5002868"/>
              <a:gd name="connsiteX7" fmla="*/ 2015653 w 9281803"/>
              <a:gd name="connsiteY7" fmla="*/ 814468 h 5002868"/>
              <a:gd name="connsiteX8" fmla="*/ 2073023 w 9281803"/>
              <a:gd name="connsiteY8" fmla="*/ 134957 h 5002868"/>
              <a:gd name="connsiteX9" fmla="*/ 3038685 w 9281803"/>
              <a:gd name="connsiteY9" fmla="*/ 373251 h 5002868"/>
              <a:gd name="connsiteX10" fmla="*/ 5111003 w 9281803"/>
              <a:gd name="connsiteY10" fmla="*/ 32074 h 5002868"/>
              <a:gd name="connsiteX0" fmla="*/ 5111003 w 9275212"/>
              <a:gd name="connsiteY0" fmla="*/ 13544 h 4984338"/>
              <a:gd name="connsiteX1" fmla="*/ 8205254 w 9275212"/>
              <a:gd name="connsiteY1" fmla="*/ 695078 h 4984338"/>
              <a:gd name="connsiteX2" fmla="*/ 9262635 w 9275212"/>
              <a:gd name="connsiteY2" fmla="*/ 2343576 h 4984338"/>
              <a:gd name="connsiteX3" fmla="*/ 8487147 w 9275212"/>
              <a:gd name="connsiteY3" fmla="*/ 4284528 h 4984338"/>
              <a:gd name="connsiteX4" fmla="*/ 4624512 w 9275212"/>
              <a:gd name="connsiteY4" fmla="*/ 4916139 h 4984338"/>
              <a:gd name="connsiteX5" fmla="*/ 1054469 w 9275212"/>
              <a:gd name="connsiteY5" fmla="*/ 4650171 h 4984338"/>
              <a:gd name="connsiteX6" fmla="*/ 5731 w 9275212"/>
              <a:gd name="connsiteY6" fmla="*/ 2109905 h 4984338"/>
              <a:gd name="connsiteX7" fmla="*/ 2015653 w 9275212"/>
              <a:gd name="connsiteY7" fmla="*/ 795938 h 4984338"/>
              <a:gd name="connsiteX8" fmla="*/ 2073023 w 9275212"/>
              <a:gd name="connsiteY8" fmla="*/ 116427 h 4984338"/>
              <a:gd name="connsiteX9" fmla="*/ 3038685 w 9275212"/>
              <a:gd name="connsiteY9" fmla="*/ 354721 h 4984338"/>
              <a:gd name="connsiteX10" fmla="*/ 5111003 w 9275212"/>
              <a:gd name="connsiteY10" fmla="*/ 13544 h 4984338"/>
              <a:gd name="connsiteX0" fmla="*/ 5108491 w 9272700"/>
              <a:gd name="connsiteY0" fmla="*/ 13544 h 4916198"/>
              <a:gd name="connsiteX1" fmla="*/ 8202742 w 9272700"/>
              <a:gd name="connsiteY1" fmla="*/ 695078 h 4916198"/>
              <a:gd name="connsiteX2" fmla="*/ 9260123 w 9272700"/>
              <a:gd name="connsiteY2" fmla="*/ 2343576 h 4916198"/>
              <a:gd name="connsiteX3" fmla="*/ 8484635 w 9272700"/>
              <a:gd name="connsiteY3" fmla="*/ 4284528 h 4916198"/>
              <a:gd name="connsiteX4" fmla="*/ 4622000 w 9272700"/>
              <a:gd name="connsiteY4" fmla="*/ 4916139 h 4916198"/>
              <a:gd name="connsiteX5" fmla="*/ 1364942 w 9272700"/>
              <a:gd name="connsiteY5" fmla="*/ 4305265 h 4916198"/>
              <a:gd name="connsiteX6" fmla="*/ 3219 w 9272700"/>
              <a:gd name="connsiteY6" fmla="*/ 2109905 h 4916198"/>
              <a:gd name="connsiteX7" fmla="*/ 2013141 w 9272700"/>
              <a:gd name="connsiteY7" fmla="*/ 795938 h 4916198"/>
              <a:gd name="connsiteX8" fmla="*/ 2070511 w 9272700"/>
              <a:gd name="connsiteY8" fmla="*/ 116427 h 4916198"/>
              <a:gd name="connsiteX9" fmla="*/ 3036173 w 9272700"/>
              <a:gd name="connsiteY9" fmla="*/ 354721 h 4916198"/>
              <a:gd name="connsiteX10" fmla="*/ 5108491 w 9272700"/>
              <a:gd name="connsiteY10" fmla="*/ 13544 h 4916198"/>
              <a:gd name="connsiteX0" fmla="*/ 5008893 w 9173102"/>
              <a:gd name="connsiteY0" fmla="*/ 13544 h 4916186"/>
              <a:gd name="connsiteX1" fmla="*/ 8103144 w 9173102"/>
              <a:gd name="connsiteY1" fmla="*/ 695078 h 4916186"/>
              <a:gd name="connsiteX2" fmla="*/ 9160525 w 9173102"/>
              <a:gd name="connsiteY2" fmla="*/ 2343576 h 4916186"/>
              <a:gd name="connsiteX3" fmla="*/ 8385037 w 9173102"/>
              <a:gd name="connsiteY3" fmla="*/ 4284528 h 4916186"/>
              <a:gd name="connsiteX4" fmla="*/ 4522402 w 9173102"/>
              <a:gd name="connsiteY4" fmla="*/ 4916139 h 4916186"/>
              <a:gd name="connsiteX5" fmla="*/ 1265344 w 9173102"/>
              <a:gd name="connsiteY5" fmla="*/ 4305265 h 4916186"/>
              <a:gd name="connsiteX6" fmla="*/ 3651 w 9173102"/>
              <a:gd name="connsiteY6" fmla="*/ 2350966 h 4916186"/>
              <a:gd name="connsiteX7" fmla="*/ 1913543 w 9173102"/>
              <a:gd name="connsiteY7" fmla="*/ 795938 h 4916186"/>
              <a:gd name="connsiteX8" fmla="*/ 1970913 w 9173102"/>
              <a:gd name="connsiteY8" fmla="*/ 116427 h 4916186"/>
              <a:gd name="connsiteX9" fmla="*/ 2936575 w 9173102"/>
              <a:gd name="connsiteY9" fmla="*/ 354721 h 4916186"/>
              <a:gd name="connsiteX10" fmla="*/ 5008893 w 9173102"/>
              <a:gd name="connsiteY10" fmla="*/ 13544 h 4916186"/>
              <a:gd name="connsiteX0" fmla="*/ 5005242 w 9169451"/>
              <a:gd name="connsiteY0" fmla="*/ 13544 h 4916186"/>
              <a:gd name="connsiteX1" fmla="*/ 8099493 w 9169451"/>
              <a:gd name="connsiteY1" fmla="*/ 695078 h 4916186"/>
              <a:gd name="connsiteX2" fmla="*/ 9156874 w 9169451"/>
              <a:gd name="connsiteY2" fmla="*/ 2343576 h 4916186"/>
              <a:gd name="connsiteX3" fmla="*/ 8381386 w 9169451"/>
              <a:gd name="connsiteY3" fmla="*/ 4284528 h 4916186"/>
              <a:gd name="connsiteX4" fmla="*/ 4518751 w 9169451"/>
              <a:gd name="connsiteY4" fmla="*/ 4916139 h 4916186"/>
              <a:gd name="connsiteX5" fmla="*/ 1261693 w 9169451"/>
              <a:gd name="connsiteY5" fmla="*/ 4305265 h 4916186"/>
              <a:gd name="connsiteX6" fmla="*/ 0 w 9169451"/>
              <a:gd name="connsiteY6" fmla="*/ 2350966 h 4916186"/>
              <a:gd name="connsiteX7" fmla="*/ 1909892 w 9169451"/>
              <a:gd name="connsiteY7" fmla="*/ 795938 h 4916186"/>
              <a:gd name="connsiteX8" fmla="*/ 1967262 w 9169451"/>
              <a:gd name="connsiteY8" fmla="*/ 116427 h 4916186"/>
              <a:gd name="connsiteX9" fmla="*/ 2932924 w 9169451"/>
              <a:gd name="connsiteY9" fmla="*/ 354721 h 4916186"/>
              <a:gd name="connsiteX10" fmla="*/ 5005242 w 9169451"/>
              <a:gd name="connsiteY10" fmla="*/ 13544 h 4916186"/>
              <a:gd name="connsiteX0" fmla="*/ 5005242 w 9169451"/>
              <a:gd name="connsiteY0" fmla="*/ 13544 h 4922015"/>
              <a:gd name="connsiteX1" fmla="*/ 8099493 w 9169451"/>
              <a:gd name="connsiteY1" fmla="*/ 695078 h 4922015"/>
              <a:gd name="connsiteX2" fmla="*/ 9156874 w 9169451"/>
              <a:gd name="connsiteY2" fmla="*/ 2343576 h 4922015"/>
              <a:gd name="connsiteX3" fmla="*/ 8381386 w 9169451"/>
              <a:gd name="connsiteY3" fmla="*/ 4284528 h 4922015"/>
              <a:gd name="connsiteX4" fmla="*/ 4518751 w 9169451"/>
              <a:gd name="connsiteY4" fmla="*/ 4916139 h 4922015"/>
              <a:gd name="connsiteX5" fmla="*/ 1227614 w 9169451"/>
              <a:gd name="connsiteY5" fmla="*/ 4454853 h 4922015"/>
              <a:gd name="connsiteX6" fmla="*/ 0 w 9169451"/>
              <a:gd name="connsiteY6" fmla="*/ 2350966 h 4922015"/>
              <a:gd name="connsiteX7" fmla="*/ 1909892 w 9169451"/>
              <a:gd name="connsiteY7" fmla="*/ 795938 h 4922015"/>
              <a:gd name="connsiteX8" fmla="*/ 1967262 w 9169451"/>
              <a:gd name="connsiteY8" fmla="*/ 116427 h 4922015"/>
              <a:gd name="connsiteX9" fmla="*/ 2932924 w 9169451"/>
              <a:gd name="connsiteY9" fmla="*/ 354721 h 4922015"/>
              <a:gd name="connsiteX10" fmla="*/ 5005242 w 9169451"/>
              <a:gd name="connsiteY10" fmla="*/ 13544 h 4922015"/>
              <a:gd name="connsiteX0" fmla="*/ 5005242 w 9459609"/>
              <a:gd name="connsiteY0" fmla="*/ 13544 h 4927809"/>
              <a:gd name="connsiteX1" fmla="*/ 8099493 w 9459609"/>
              <a:gd name="connsiteY1" fmla="*/ 695078 h 4927809"/>
              <a:gd name="connsiteX2" fmla="*/ 9156874 w 9459609"/>
              <a:gd name="connsiteY2" fmla="*/ 2343576 h 4927809"/>
              <a:gd name="connsiteX3" fmla="*/ 9038769 w 9459609"/>
              <a:gd name="connsiteY3" fmla="*/ 4176060 h 4927809"/>
              <a:gd name="connsiteX4" fmla="*/ 4518751 w 9459609"/>
              <a:gd name="connsiteY4" fmla="*/ 4916139 h 4927809"/>
              <a:gd name="connsiteX5" fmla="*/ 1227614 w 9459609"/>
              <a:gd name="connsiteY5" fmla="*/ 4454853 h 4927809"/>
              <a:gd name="connsiteX6" fmla="*/ 0 w 9459609"/>
              <a:gd name="connsiteY6" fmla="*/ 2350966 h 4927809"/>
              <a:gd name="connsiteX7" fmla="*/ 1909892 w 9459609"/>
              <a:gd name="connsiteY7" fmla="*/ 795938 h 4927809"/>
              <a:gd name="connsiteX8" fmla="*/ 1967262 w 9459609"/>
              <a:gd name="connsiteY8" fmla="*/ 116427 h 4927809"/>
              <a:gd name="connsiteX9" fmla="*/ 2932924 w 9459609"/>
              <a:gd name="connsiteY9" fmla="*/ 354721 h 4927809"/>
              <a:gd name="connsiteX10" fmla="*/ 5005242 w 9459609"/>
              <a:gd name="connsiteY10" fmla="*/ 13544 h 4927809"/>
              <a:gd name="connsiteX0" fmla="*/ 5005242 w 9439823"/>
              <a:gd name="connsiteY0" fmla="*/ 13544 h 4866936"/>
              <a:gd name="connsiteX1" fmla="*/ 8099493 w 9439823"/>
              <a:gd name="connsiteY1" fmla="*/ 695078 h 4866936"/>
              <a:gd name="connsiteX2" fmla="*/ 9156874 w 9439823"/>
              <a:gd name="connsiteY2" fmla="*/ 2343576 h 4866936"/>
              <a:gd name="connsiteX3" fmla="*/ 9038769 w 9439823"/>
              <a:gd name="connsiteY3" fmla="*/ 4176060 h 4866936"/>
              <a:gd name="connsiteX4" fmla="*/ 4797158 w 9439823"/>
              <a:gd name="connsiteY4" fmla="*/ 4850074 h 4866936"/>
              <a:gd name="connsiteX5" fmla="*/ 1227614 w 9439823"/>
              <a:gd name="connsiteY5" fmla="*/ 4454853 h 4866936"/>
              <a:gd name="connsiteX6" fmla="*/ 0 w 9439823"/>
              <a:gd name="connsiteY6" fmla="*/ 2350966 h 4866936"/>
              <a:gd name="connsiteX7" fmla="*/ 1909892 w 9439823"/>
              <a:gd name="connsiteY7" fmla="*/ 795938 h 4866936"/>
              <a:gd name="connsiteX8" fmla="*/ 1967262 w 9439823"/>
              <a:gd name="connsiteY8" fmla="*/ 116427 h 4866936"/>
              <a:gd name="connsiteX9" fmla="*/ 2932924 w 9439823"/>
              <a:gd name="connsiteY9" fmla="*/ 354721 h 4866936"/>
              <a:gd name="connsiteX10" fmla="*/ 5005242 w 9439823"/>
              <a:gd name="connsiteY10" fmla="*/ 13544 h 4866936"/>
              <a:gd name="connsiteX0" fmla="*/ 5005242 w 9439823"/>
              <a:gd name="connsiteY0" fmla="*/ 13544 h 4850488"/>
              <a:gd name="connsiteX1" fmla="*/ 8099493 w 9439823"/>
              <a:gd name="connsiteY1" fmla="*/ 695078 h 4850488"/>
              <a:gd name="connsiteX2" fmla="*/ 9156874 w 9439823"/>
              <a:gd name="connsiteY2" fmla="*/ 2343576 h 4850488"/>
              <a:gd name="connsiteX3" fmla="*/ 9038769 w 9439823"/>
              <a:gd name="connsiteY3" fmla="*/ 4176060 h 4850488"/>
              <a:gd name="connsiteX4" fmla="*/ 4797158 w 9439823"/>
              <a:gd name="connsiteY4" fmla="*/ 4850074 h 4850488"/>
              <a:gd name="connsiteX5" fmla="*/ 1326445 w 9439823"/>
              <a:gd name="connsiteY5" fmla="*/ 4241297 h 4850488"/>
              <a:gd name="connsiteX6" fmla="*/ 0 w 9439823"/>
              <a:gd name="connsiteY6" fmla="*/ 2350966 h 4850488"/>
              <a:gd name="connsiteX7" fmla="*/ 1909892 w 9439823"/>
              <a:gd name="connsiteY7" fmla="*/ 795938 h 4850488"/>
              <a:gd name="connsiteX8" fmla="*/ 1967262 w 9439823"/>
              <a:gd name="connsiteY8" fmla="*/ 116427 h 4850488"/>
              <a:gd name="connsiteX9" fmla="*/ 2932924 w 9439823"/>
              <a:gd name="connsiteY9" fmla="*/ 354721 h 4850488"/>
              <a:gd name="connsiteX10" fmla="*/ 5005242 w 9439823"/>
              <a:gd name="connsiteY10" fmla="*/ 13544 h 4850488"/>
              <a:gd name="connsiteX0" fmla="*/ 5005242 w 9456249"/>
              <a:gd name="connsiteY0" fmla="*/ 10750 h 4847694"/>
              <a:gd name="connsiteX1" fmla="*/ 7782461 w 9456249"/>
              <a:gd name="connsiteY1" fmla="*/ 815040 h 4847694"/>
              <a:gd name="connsiteX2" fmla="*/ 9156874 w 9456249"/>
              <a:gd name="connsiteY2" fmla="*/ 2340782 h 4847694"/>
              <a:gd name="connsiteX3" fmla="*/ 9038769 w 9456249"/>
              <a:gd name="connsiteY3" fmla="*/ 4173266 h 4847694"/>
              <a:gd name="connsiteX4" fmla="*/ 4797158 w 9456249"/>
              <a:gd name="connsiteY4" fmla="*/ 4847280 h 4847694"/>
              <a:gd name="connsiteX5" fmla="*/ 1326445 w 9456249"/>
              <a:gd name="connsiteY5" fmla="*/ 4238503 h 4847694"/>
              <a:gd name="connsiteX6" fmla="*/ 0 w 9456249"/>
              <a:gd name="connsiteY6" fmla="*/ 2348172 h 4847694"/>
              <a:gd name="connsiteX7" fmla="*/ 1909892 w 9456249"/>
              <a:gd name="connsiteY7" fmla="*/ 793144 h 4847694"/>
              <a:gd name="connsiteX8" fmla="*/ 1967262 w 9456249"/>
              <a:gd name="connsiteY8" fmla="*/ 113633 h 4847694"/>
              <a:gd name="connsiteX9" fmla="*/ 2932924 w 9456249"/>
              <a:gd name="connsiteY9" fmla="*/ 351927 h 4847694"/>
              <a:gd name="connsiteX10" fmla="*/ 5005242 w 9456249"/>
              <a:gd name="connsiteY10" fmla="*/ 10750 h 4847694"/>
              <a:gd name="connsiteX0" fmla="*/ 5005242 w 9847757"/>
              <a:gd name="connsiteY0" fmla="*/ 12286 h 4849230"/>
              <a:gd name="connsiteX1" fmla="*/ 7782461 w 9847757"/>
              <a:gd name="connsiteY1" fmla="*/ 816576 h 4849230"/>
              <a:gd name="connsiteX2" fmla="*/ 9753361 w 9847757"/>
              <a:gd name="connsiteY2" fmla="*/ 2802768 h 4849230"/>
              <a:gd name="connsiteX3" fmla="*/ 9038769 w 9847757"/>
              <a:gd name="connsiteY3" fmla="*/ 4174802 h 4849230"/>
              <a:gd name="connsiteX4" fmla="*/ 4797158 w 9847757"/>
              <a:gd name="connsiteY4" fmla="*/ 4848816 h 4849230"/>
              <a:gd name="connsiteX5" fmla="*/ 1326445 w 9847757"/>
              <a:gd name="connsiteY5" fmla="*/ 4240039 h 4849230"/>
              <a:gd name="connsiteX6" fmla="*/ 0 w 9847757"/>
              <a:gd name="connsiteY6" fmla="*/ 2349708 h 4849230"/>
              <a:gd name="connsiteX7" fmla="*/ 1909892 w 9847757"/>
              <a:gd name="connsiteY7" fmla="*/ 794680 h 4849230"/>
              <a:gd name="connsiteX8" fmla="*/ 1967262 w 9847757"/>
              <a:gd name="connsiteY8" fmla="*/ 115169 h 4849230"/>
              <a:gd name="connsiteX9" fmla="*/ 2932924 w 9847757"/>
              <a:gd name="connsiteY9" fmla="*/ 353463 h 4849230"/>
              <a:gd name="connsiteX10" fmla="*/ 5005242 w 9847757"/>
              <a:gd name="connsiteY10" fmla="*/ 12286 h 4849230"/>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127044 w 9847757"/>
              <a:gd name="connsiteY0" fmla="*/ 28244 h 4735671"/>
              <a:gd name="connsiteX1" fmla="*/ 7782461 w 9847757"/>
              <a:gd name="connsiteY1" fmla="*/ 703017 h 4735671"/>
              <a:gd name="connsiteX2" fmla="*/ 9753361 w 9847757"/>
              <a:gd name="connsiteY2" fmla="*/ 2689209 h 4735671"/>
              <a:gd name="connsiteX3" fmla="*/ 9038769 w 9847757"/>
              <a:gd name="connsiteY3" fmla="*/ 4061243 h 4735671"/>
              <a:gd name="connsiteX4" fmla="*/ 4797158 w 9847757"/>
              <a:gd name="connsiteY4" fmla="*/ 4735257 h 4735671"/>
              <a:gd name="connsiteX5" fmla="*/ 1326445 w 9847757"/>
              <a:gd name="connsiteY5" fmla="*/ 4126480 h 4735671"/>
              <a:gd name="connsiteX6" fmla="*/ 0 w 9847757"/>
              <a:gd name="connsiteY6" fmla="*/ 2236149 h 4735671"/>
              <a:gd name="connsiteX7" fmla="*/ 1909892 w 9847757"/>
              <a:gd name="connsiteY7" fmla="*/ 681121 h 4735671"/>
              <a:gd name="connsiteX8" fmla="*/ 1967262 w 9847757"/>
              <a:gd name="connsiteY8" fmla="*/ 1610 h 4735671"/>
              <a:gd name="connsiteX9" fmla="*/ 2932924 w 9847757"/>
              <a:gd name="connsiteY9" fmla="*/ 239904 h 4735671"/>
              <a:gd name="connsiteX10" fmla="*/ 5127044 w 9847757"/>
              <a:gd name="connsiteY10" fmla="*/ 28244 h 4735671"/>
              <a:gd name="connsiteX0" fmla="*/ 5392225 w 9847757"/>
              <a:gd name="connsiteY0" fmla="*/ 187272 h 4735838"/>
              <a:gd name="connsiteX1" fmla="*/ 7782461 w 9847757"/>
              <a:gd name="connsiteY1" fmla="*/ 703184 h 4735838"/>
              <a:gd name="connsiteX2" fmla="*/ 9753361 w 9847757"/>
              <a:gd name="connsiteY2" fmla="*/ 2689376 h 4735838"/>
              <a:gd name="connsiteX3" fmla="*/ 9038769 w 9847757"/>
              <a:gd name="connsiteY3" fmla="*/ 4061410 h 4735838"/>
              <a:gd name="connsiteX4" fmla="*/ 4797158 w 9847757"/>
              <a:gd name="connsiteY4" fmla="*/ 4735424 h 4735838"/>
              <a:gd name="connsiteX5" fmla="*/ 1326445 w 9847757"/>
              <a:gd name="connsiteY5" fmla="*/ 4126647 h 4735838"/>
              <a:gd name="connsiteX6" fmla="*/ 0 w 9847757"/>
              <a:gd name="connsiteY6" fmla="*/ 2236316 h 4735838"/>
              <a:gd name="connsiteX7" fmla="*/ 1909892 w 9847757"/>
              <a:gd name="connsiteY7" fmla="*/ 681288 h 4735838"/>
              <a:gd name="connsiteX8" fmla="*/ 1967262 w 9847757"/>
              <a:gd name="connsiteY8" fmla="*/ 1777 h 4735838"/>
              <a:gd name="connsiteX9" fmla="*/ 2932924 w 9847757"/>
              <a:gd name="connsiteY9" fmla="*/ 240071 h 4735838"/>
              <a:gd name="connsiteX10" fmla="*/ 5392225 w 9847757"/>
              <a:gd name="connsiteY10" fmla="*/ 187272 h 4735838"/>
              <a:gd name="connsiteX0" fmla="*/ 5259633 w 9847757"/>
              <a:gd name="connsiteY0" fmla="*/ 107754 h 4735751"/>
              <a:gd name="connsiteX1" fmla="*/ 7782461 w 9847757"/>
              <a:gd name="connsiteY1" fmla="*/ 703097 h 4735751"/>
              <a:gd name="connsiteX2" fmla="*/ 9753361 w 9847757"/>
              <a:gd name="connsiteY2" fmla="*/ 2689289 h 4735751"/>
              <a:gd name="connsiteX3" fmla="*/ 9038769 w 9847757"/>
              <a:gd name="connsiteY3" fmla="*/ 4061323 h 4735751"/>
              <a:gd name="connsiteX4" fmla="*/ 4797158 w 9847757"/>
              <a:gd name="connsiteY4" fmla="*/ 4735337 h 4735751"/>
              <a:gd name="connsiteX5" fmla="*/ 1326445 w 9847757"/>
              <a:gd name="connsiteY5" fmla="*/ 4126560 h 4735751"/>
              <a:gd name="connsiteX6" fmla="*/ 0 w 9847757"/>
              <a:gd name="connsiteY6" fmla="*/ 2236229 h 4735751"/>
              <a:gd name="connsiteX7" fmla="*/ 1909892 w 9847757"/>
              <a:gd name="connsiteY7" fmla="*/ 681201 h 4735751"/>
              <a:gd name="connsiteX8" fmla="*/ 1967262 w 9847757"/>
              <a:gd name="connsiteY8" fmla="*/ 1690 h 4735751"/>
              <a:gd name="connsiteX9" fmla="*/ 2932924 w 9847757"/>
              <a:gd name="connsiteY9" fmla="*/ 239984 h 4735751"/>
              <a:gd name="connsiteX10" fmla="*/ 5259633 w 9847757"/>
              <a:gd name="connsiteY10" fmla="*/ 107754 h 4735751"/>
              <a:gd name="connsiteX0" fmla="*/ 5259633 w 9847757"/>
              <a:gd name="connsiteY0" fmla="*/ 107754 h 4735751"/>
              <a:gd name="connsiteX1" fmla="*/ 7782461 w 9847757"/>
              <a:gd name="connsiteY1" fmla="*/ 703097 h 4735751"/>
              <a:gd name="connsiteX2" fmla="*/ 9753361 w 9847757"/>
              <a:gd name="connsiteY2" fmla="*/ 2689289 h 4735751"/>
              <a:gd name="connsiteX3" fmla="*/ 9038769 w 9847757"/>
              <a:gd name="connsiteY3" fmla="*/ 4061323 h 4735751"/>
              <a:gd name="connsiteX4" fmla="*/ 4797158 w 9847757"/>
              <a:gd name="connsiteY4" fmla="*/ 4735337 h 4735751"/>
              <a:gd name="connsiteX5" fmla="*/ 1326445 w 9847757"/>
              <a:gd name="connsiteY5" fmla="*/ 4126560 h 4735751"/>
              <a:gd name="connsiteX6" fmla="*/ 0 w 9847757"/>
              <a:gd name="connsiteY6" fmla="*/ 2236229 h 4735751"/>
              <a:gd name="connsiteX7" fmla="*/ 1909892 w 9847757"/>
              <a:gd name="connsiteY7" fmla="*/ 681201 h 4735751"/>
              <a:gd name="connsiteX8" fmla="*/ 1967262 w 9847757"/>
              <a:gd name="connsiteY8" fmla="*/ 1690 h 4735751"/>
              <a:gd name="connsiteX9" fmla="*/ 2932924 w 9847757"/>
              <a:gd name="connsiteY9" fmla="*/ 239984 h 4735751"/>
              <a:gd name="connsiteX10" fmla="*/ 5259633 w 9847757"/>
              <a:gd name="connsiteY10" fmla="*/ 107754 h 4735751"/>
              <a:gd name="connsiteX0" fmla="*/ 5278126 w 9866250"/>
              <a:gd name="connsiteY0" fmla="*/ 107754 h 4735751"/>
              <a:gd name="connsiteX1" fmla="*/ 7800954 w 9866250"/>
              <a:gd name="connsiteY1" fmla="*/ 703097 h 4735751"/>
              <a:gd name="connsiteX2" fmla="*/ 9771854 w 9866250"/>
              <a:gd name="connsiteY2" fmla="*/ 2689289 h 4735751"/>
              <a:gd name="connsiteX3" fmla="*/ 9057262 w 9866250"/>
              <a:gd name="connsiteY3" fmla="*/ 4061323 h 4735751"/>
              <a:gd name="connsiteX4" fmla="*/ 4815651 w 9866250"/>
              <a:gd name="connsiteY4" fmla="*/ 4735337 h 4735751"/>
              <a:gd name="connsiteX5" fmla="*/ 1344938 w 9866250"/>
              <a:gd name="connsiteY5" fmla="*/ 4126560 h 4735751"/>
              <a:gd name="connsiteX6" fmla="*/ 18493 w 9866250"/>
              <a:gd name="connsiteY6" fmla="*/ 2236229 h 4735751"/>
              <a:gd name="connsiteX7" fmla="*/ 1928385 w 9866250"/>
              <a:gd name="connsiteY7" fmla="*/ 681201 h 4735751"/>
              <a:gd name="connsiteX8" fmla="*/ 1985755 w 9866250"/>
              <a:gd name="connsiteY8" fmla="*/ 1690 h 4735751"/>
              <a:gd name="connsiteX9" fmla="*/ 2951417 w 9866250"/>
              <a:gd name="connsiteY9" fmla="*/ 239984 h 4735751"/>
              <a:gd name="connsiteX10" fmla="*/ 5278126 w 9866250"/>
              <a:gd name="connsiteY10" fmla="*/ 107754 h 4735751"/>
              <a:gd name="connsiteX0" fmla="*/ 5278126 w 9866250"/>
              <a:gd name="connsiteY0" fmla="*/ 107754 h 4735751"/>
              <a:gd name="connsiteX1" fmla="*/ 7800954 w 9866250"/>
              <a:gd name="connsiteY1" fmla="*/ 703097 h 4735751"/>
              <a:gd name="connsiteX2" fmla="*/ 9771854 w 9866250"/>
              <a:gd name="connsiteY2" fmla="*/ 2689289 h 4735751"/>
              <a:gd name="connsiteX3" fmla="*/ 9057262 w 9866250"/>
              <a:gd name="connsiteY3" fmla="*/ 4061323 h 4735751"/>
              <a:gd name="connsiteX4" fmla="*/ 4815651 w 9866250"/>
              <a:gd name="connsiteY4" fmla="*/ 4735337 h 4735751"/>
              <a:gd name="connsiteX5" fmla="*/ 1344938 w 9866250"/>
              <a:gd name="connsiteY5" fmla="*/ 4126560 h 4735751"/>
              <a:gd name="connsiteX6" fmla="*/ 18493 w 9866250"/>
              <a:gd name="connsiteY6" fmla="*/ 2236229 h 4735751"/>
              <a:gd name="connsiteX7" fmla="*/ 1928385 w 9866250"/>
              <a:gd name="connsiteY7" fmla="*/ 681201 h 4735751"/>
              <a:gd name="connsiteX8" fmla="*/ 1985755 w 9866250"/>
              <a:gd name="connsiteY8" fmla="*/ 1690 h 4735751"/>
              <a:gd name="connsiteX9" fmla="*/ 2951417 w 9866250"/>
              <a:gd name="connsiteY9" fmla="*/ 239984 h 4735751"/>
              <a:gd name="connsiteX10" fmla="*/ 5278126 w 9866250"/>
              <a:gd name="connsiteY10" fmla="*/ 107754 h 4735751"/>
              <a:gd name="connsiteX0" fmla="*/ 5278126 w 9866250"/>
              <a:gd name="connsiteY0" fmla="*/ 107754 h 4735964"/>
              <a:gd name="connsiteX1" fmla="*/ 7800954 w 9866250"/>
              <a:gd name="connsiteY1" fmla="*/ 703097 h 4735964"/>
              <a:gd name="connsiteX2" fmla="*/ 9771854 w 9866250"/>
              <a:gd name="connsiteY2" fmla="*/ 2689289 h 4735964"/>
              <a:gd name="connsiteX3" fmla="*/ 9057262 w 9866250"/>
              <a:gd name="connsiteY3" fmla="*/ 4061323 h 4735964"/>
              <a:gd name="connsiteX4" fmla="*/ 4815651 w 9866250"/>
              <a:gd name="connsiteY4" fmla="*/ 4735337 h 4735964"/>
              <a:gd name="connsiteX5" fmla="*/ 1755934 w 9866250"/>
              <a:gd name="connsiteY5" fmla="*/ 4139927 h 4735964"/>
              <a:gd name="connsiteX6" fmla="*/ 18493 w 9866250"/>
              <a:gd name="connsiteY6" fmla="*/ 2236229 h 4735964"/>
              <a:gd name="connsiteX7" fmla="*/ 1928385 w 9866250"/>
              <a:gd name="connsiteY7" fmla="*/ 681201 h 4735964"/>
              <a:gd name="connsiteX8" fmla="*/ 1985755 w 9866250"/>
              <a:gd name="connsiteY8" fmla="*/ 1690 h 4735964"/>
              <a:gd name="connsiteX9" fmla="*/ 2951417 w 9866250"/>
              <a:gd name="connsiteY9" fmla="*/ 239984 h 4735964"/>
              <a:gd name="connsiteX10" fmla="*/ 5278126 w 9866250"/>
              <a:gd name="connsiteY10" fmla="*/ 107754 h 4735964"/>
              <a:gd name="connsiteX0" fmla="*/ 5278126 w 9866250"/>
              <a:gd name="connsiteY0" fmla="*/ 107754 h 4735429"/>
              <a:gd name="connsiteX1" fmla="*/ 7800954 w 9866250"/>
              <a:gd name="connsiteY1" fmla="*/ 703097 h 4735429"/>
              <a:gd name="connsiteX2" fmla="*/ 9771854 w 9866250"/>
              <a:gd name="connsiteY2" fmla="*/ 2689289 h 4735429"/>
              <a:gd name="connsiteX3" fmla="*/ 9057262 w 9866250"/>
              <a:gd name="connsiteY3" fmla="*/ 4061323 h 4735429"/>
              <a:gd name="connsiteX4" fmla="*/ 4815651 w 9866250"/>
              <a:gd name="connsiteY4" fmla="*/ 4735337 h 4735429"/>
              <a:gd name="connsiteX5" fmla="*/ 1950818 w 9866250"/>
              <a:gd name="connsiteY5" fmla="*/ 4093683 h 4735429"/>
              <a:gd name="connsiteX6" fmla="*/ 18493 w 9866250"/>
              <a:gd name="connsiteY6" fmla="*/ 2236229 h 4735429"/>
              <a:gd name="connsiteX7" fmla="*/ 1928385 w 9866250"/>
              <a:gd name="connsiteY7" fmla="*/ 681201 h 4735429"/>
              <a:gd name="connsiteX8" fmla="*/ 1985755 w 9866250"/>
              <a:gd name="connsiteY8" fmla="*/ 1690 h 4735429"/>
              <a:gd name="connsiteX9" fmla="*/ 2951417 w 9866250"/>
              <a:gd name="connsiteY9" fmla="*/ 239984 h 4735429"/>
              <a:gd name="connsiteX10" fmla="*/ 5278126 w 9866250"/>
              <a:gd name="connsiteY10" fmla="*/ 107754 h 4735429"/>
              <a:gd name="connsiteX0" fmla="*/ 5278126 w 9862245"/>
              <a:gd name="connsiteY0" fmla="*/ 107754 h 4827904"/>
              <a:gd name="connsiteX1" fmla="*/ 7800954 w 9862245"/>
              <a:gd name="connsiteY1" fmla="*/ 703097 h 4827904"/>
              <a:gd name="connsiteX2" fmla="*/ 9771854 w 9862245"/>
              <a:gd name="connsiteY2" fmla="*/ 2689289 h 4827904"/>
              <a:gd name="connsiteX3" fmla="*/ 9057262 w 9862245"/>
              <a:gd name="connsiteY3" fmla="*/ 4061323 h 4827904"/>
              <a:gd name="connsiteX4" fmla="*/ 4957049 w 9862245"/>
              <a:gd name="connsiteY4" fmla="*/ 4827836 h 4827904"/>
              <a:gd name="connsiteX5" fmla="*/ 1950818 w 9862245"/>
              <a:gd name="connsiteY5" fmla="*/ 4093683 h 4827904"/>
              <a:gd name="connsiteX6" fmla="*/ 18493 w 9862245"/>
              <a:gd name="connsiteY6" fmla="*/ 2236229 h 4827904"/>
              <a:gd name="connsiteX7" fmla="*/ 1928385 w 9862245"/>
              <a:gd name="connsiteY7" fmla="*/ 681201 h 4827904"/>
              <a:gd name="connsiteX8" fmla="*/ 1985755 w 9862245"/>
              <a:gd name="connsiteY8" fmla="*/ 1690 h 4827904"/>
              <a:gd name="connsiteX9" fmla="*/ 2951417 w 9862245"/>
              <a:gd name="connsiteY9" fmla="*/ 239984 h 4827904"/>
              <a:gd name="connsiteX10" fmla="*/ 5278126 w 9862245"/>
              <a:gd name="connsiteY10" fmla="*/ 107754 h 4827904"/>
              <a:gd name="connsiteX0" fmla="*/ 5278126 w 9973885"/>
              <a:gd name="connsiteY0" fmla="*/ 107754 h 4828382"/>
              <a:gd name="connsiteX1" fmla="*/ 7800954 w 9973885"/>
              <a:gd name="connsiteY1" fmla="*/ 703097 h 4828382"/>
              <a:gd name="connsiteX2" fmla="*/ 9771854 w 9973885"/>
              <a:gd name="connsiteY2" fmla="*/ 2689289 h 4828382"/>
              <a:gd name="connsiteX3" fmla="*/ 9365064 w 9973885"/>
              <a:gd name="connsiteY3" fmla="*/ 4000432 h 4828382"/>
              <a:gd name="connsiteX4" fmla="*/ 4957049 w 9973885"/>
              <a:gd name="connsiteY4" fmla="*/ 4827836 h 4828382"/>
              <a:gd name="connsiteX5" fmla="*/ 1950818 w 9973885"/>
              <a:gd name="connsiteY5" fmla="*/ 4093683 h 4828382"/>
              <a:gd name="connsiteX6" fmla="*/ 18493 w 9973885"/>
              <a:gd name="connsiteY6" fmla="*/ 2236229 h 4828382"/>
              <a:gd name="connsiteX7" fmla="*/ 1928385 w 9973885"/>
              <a:gd name="connsiteY7" fmla="*/ 681201 h 4828382"/>
              <a:gd name="connsiteX8" fmla="*/ 1985755 w 9973885"/>
              <a:gd name="connsiteY8" fmla="*/ 1690 h 4828382"/>
              <a:gd name="connsiteX9" fmla="*/ 2951417 w 9973885"/>
              <a:gd name="connsiteY9" fmla="*/ 239984 h 4828382"/>
              <a:gd name="connsiteX10" fmla="*/ 5278126 w 9973885"/>
              <a:gd name="connsiteY10" fmla="*/ 107754 h 4828382"/>
              <a:gd name="connsiteX0" fmla="*/ 5278126 w 9973885"/>
              <a:gd name="connsiteY0" fmla="*/ 107754 h 4828382"/>
              <a:gd name="connsiteX1" fmla="*/ 7800954 w 9973885"/>
              <a:gd name="connsiteY1" fmla="*/ 703097 h 4828382"/>
              <a:gd name="connsiteX2" fmla="*/ 9771854 w 9973885"/>
              <a:gd name="connsiteY2" fmla="*/ 2689289 h 4828382"/>
              <a:gd name="connsiteX3" fmla="*/ 9365064 w 9973885"/>
              <a:gd name="connsiteY3" fmla="*/ 4000432 h 4828382"/>
              <a:gd name="connsiteX4" fmla="*/ 4957049 w 9973885"/>
              <a:gd name="connsiteY4" fmla="*/ 4827836 h 4828382"/>
              <a:gd name="connsiteX5" fmla="*/ 1950818 w 9973885"/>
              <a:gd name="connsiteY5" fmla="*/ 4093683 h 4828382"/>
              <a:gd name="connsiteX6" fmla="*/ 18493 w 9973885"/>
              <a:gd name="connsiteY6" fmla="*/ 2236229 h 4828382"/>
              <a:gd name="connsiteX7" fmla="*/ 1928385 w 9973885"/>
              <a:gd name="connsiteY7" fmla="*/ 681201 h 4828382"/>
              <a:gd name="connsiteX8" fmla="*/ 1985755 w 9973885"/>
              <a:gd name="connsiteY8" fmla="*/ 1690 h 4828382"/>
              <a:gd name="connsiteX9" fmla="*/ 2951417 w 9973885"/>
              <a:gd name="connsiteY9" fmla="*/ 239984 h 4828382"/>
              <a:gd name="connsiteX10" fmla="*/ 5278126 w 9973885"/>
              <a:gd name="connsiteY10" fmla="*/ 107754 h 482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73885" h="4828382">
                <a:moveTo>
                  <a:pt x="5278126" y="107754"/>
                </a:moveTo>
                <a:cubicBezTo>
                  <a:pt x="6346167" y="132024"/>
                  <a:pt x="7051999" y="272841"/>
                  <a:pt x="7800954" y="703097"/>
                </a:cubicBezTo>
                <a:cubicBezTo>
                  <a:pt x="8549909" y="1133353"/>
                  <a:pt x="9511169" y="2139733"/>
                  <a:pt x="9771854" y="2689289"/>
                </a:cubicBezTo>
                <a:cubicBezTo>
                  <a:pt x="10032539" y="3238845"/>
                  <a:pt x="10167531" y="3644008"/>
                  <a:pt x="9365064" y="4000432"/>
                </a:cubicBezTo>
                <a:cubicBezTo>
                  <a:pt x="8562597" y="4356856"/>
                  <a:pt x="6192757" y="4812294"/>
                  <a:pt x="4957049" y="4827836"/>
                </a:cubicBezTo>
                <a:cubicBezTo>
                  <a:pt x="3721341" y="4843378"/>
                  <a:pt x="2773910" y="4525617"/>
                  <a:pt x="1950818" y="4093683"/>
                </a:cubicBezTo>
                <a:cubicBezTo>
                  <a:pt x="1127726" y="3661749"/>
                  <a:pt x="184048" y="3104087"/>
                  <a:pt x="18493" y="2236229"/>
                </a:cubicBezTo>
                <a:cubicBezTo>
                  <a:pt x="-132464" y="1844612"/>
                  <a:pt x="652981" y="1221170"/>
                  <a:pt x="1928385" y="681201"/>
                </a:cubicBezTo>
                <a:cubicBezTo>
                  <a:pt x="2296693" y="375178"/>
                  <a:pt x="1985755" y="1690"/>
                  <a:pt x="1985755" y="1690"/>
                </a:cubicBezTo>
                <a:cubicBezTo>
                  <a:pt x="2054681" y="-22577"/>
                  <a:pt x="2402689" y="222307"/>
                  <a:pt x="2951417" y="239984"/>
                </a:cubicBezTo>
                <a:cubicBezTo>
                  <a:pt x="3500145" y="257661"/>
                  <a:pt x="4424029" y="137289"/>
                  <a:pt x="5278126" y="107754"/>
                </a:cubicBez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b="1468"/>
          <a:stretch/>
        </p:blipFill>
        <p:spPr>
          <a:xfrm>
            <a:off x="654914" y="4153417"/>
            <a:ext cx="1871792" cy="1881956"/>
          </a:xfrm>
          <a:custGeom>
            <a:avLst/>
            <a:gdLst/>
            <a:ahLst/>
            <a:cxnLst/>
            <a:rect l="l" t="t" r="r" b="b"/>
            <a:pathLst>
              <a:path w="1871792" h="1881956">
                <a:moveTo>
                  <a:pt x="877135" y="164"/>
                </a:moveTo>
                <a:cubicBezTo>
                  <a:pt x="1558745" y="-9620"/>
                  <a:pt x="1871792" y="421365"/>
                  <a:pt x="1871792" y="940942"/>
                </a:cubicBezTo>
                <a:cubicBezTo>
                  <a:pt x="1871792" y="1773602"/>
                  <a:pt x="1262661" y="1871937"/>
                  <a:pt x="951156" y="1881721"/>
                </a:cubicBezTo>
                <a:cubicBezTo>
                  <a:pt x="639650" y="1891505"/>
                  <a:pt x="33603" y="1596969"/>
                  <a:pt x="2761" y="999645"/>
                </a:cubicBezTo>
                <a:cubicBezTo>
                  <a:pt x="-28081" y="402322"/>
                  <a:pt x="195525" y="9948"/>
                  <a:pt x="877135" y="164"/>
                </a:cubicBezTo>
                <a:close/>
              </a:path>
            </a:pathLst>
          </a:custGeom>
        </p:spPr>
      </p:pic>
      <p:sp>
        <p:nvSpPr>
          <p:cNvPr id="16" name="Oval 5">
            <a:extLst>
              <a:ext uri="{FF2B5EF4-FFF2-40B4-BE49-F238E27FC236}">
                <a16:creationId xmlns:a16="http://schemas.microsoft.com/office/drawing/2014/main" id="{6D6E0911-AEEA-4ADF-84EB-1115E0FE3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933" y="4145911"/>
            <a:ext cx="1871791" cy="1881955"/>
          </a:xfrm>
          <a:custGeom>
            <a:avLst/>
            <a:gdLst>
              <a:gd name="connsiteX0" fmla="*/ 0 w 3164619"/>
              <a:gd name="connsiteY0" fmla="*/ 1529142 h 3058283"/>
              <a:gd name="connsiteX1" fmla="*/ 1582310 w 3164619"/>
              <a:gd name="connsiteY1" fmla="*/ 0 h 3058283"/>
              <a:gd name="connsiteX2" fmla="*/ 3164620 w 3164619"/>
              <a:gd name="connsiteY2" fmla="*/ 1529142 h 3058283"/>
              <a:gd name="connsiteX3" fmla="*/ 1582310 w 3164619"/>
              <a:gd name="connsiteY3" fmla="*/ 3058284 h 3058283"/>
              <a:gd name="connsiteX4" fmla="*/ 0 w 3164619"/>
              <a:gd name="connsiteY4" fmla="*/ 1529142 h 3058283"/>
              <a:gd name="connsiteX0" fmla="*/ 294 w 3164914"/>
              <a:gd name="connsiteY0" fmla="*/ 1529142 h 3058284"/>
              <a:gd name="connsiteX1" fmla="*/ 1487189 w 3164914"/>
              <a:gd name="connsiteY1" fmla="*/ 0 h 3058284"/>
              <a:gd name="connsiteX2" fmla="*/ 3164914 w 3164914"/>
              <a:gd name="connsiteY2" fmla="*/ 1529142 h 3058284"/>
              <a:gd name="connsiteX3" fmla="*/ 1582604 w 3164914"/>
              <a:gd name="connsiteY3" fmla="*/ 3058284 h 3058284"/>
              <a:gd name="connsiteX4" fmla="*/ 294 w 3164914"/>
              <a:gd name="connsiteY4" fmla="*/ 1529142 h 3058284"/>
              <a:gd name="connsiteX0" fmla="*/ 193 w 3164813"/>
              <a:gd name="connsiteY0" fmla="*/ 1529142 h 3058284"/>
              <a:gd name="connsiteX1" fmla="*/ 1487088 w 3164813"/>
              <a:gd name="connsiteY1" fmla="*/ 0 h 3058284"/>
              <a:gd name="connsiteX2" fmla="*/ 3164813 w 3164813"/>
              <a:gd name="connsiteY2" fmla="*/ 1529142 h 3058284"/>
              <a:gd name="connsiteX3" fmla="*/ 1582503 w 3164813"/>
              <a:gd name="connsiteY3" fmla="*/ 3058284 h 3058284"/>
              <a:gd name="connsiteX4" fmla="*/ 193 w 3164813"/>
              <a:gd name="connsiteY4" fmla="*/ 1529142 h 3058284"/>
              <a:gd name="connsiteX0" fmla="*/ 193 w 3164813"/>
              <a:gd name="connsiteY0" fmla="*/ 1529142 h 3058284"/>
              <a:gd name="connsiteX1" fmla="*/ 1487088 w 3164813"/>
              <a:gd name="connsiteY1" fmla="*/ 0 h 3058284"/>
              <a:gd name="connsiteX2" fmla="*/ 3164813 w 3164813"/>
              <a:gd name="connsiteY2" fmla="*/ 1529142 h 3058284"/>
              <a:gd name="connsiteX3" fmla="*/ 1582503 w 3164813"/>
              <a:gd name="connsiteY3" fmla="*/ 3058284 h 3058284"/>
              <a:gd name="connsiteX4" fmla="*/ 193 w 3164813"/>
              <a:gd name="connsiteY4" fmla="*/ 1529142 h 3058284"/>
              <a:gd name="connsiteX0" fmla="*/ 193 w 3164813"/>
              <a:gd name="connsiteY0" fmla="*/ 1529142 h 3058284"/>
              <a:gd name="connsiteX1" fmla="*/ 1487088 w 3164813"/>
              <a:gd name="connsiteY1" fmla="*/ 0 h 3058284"/>
              <a:gd name="connsiteX2" fmla="*/ 3164813 w 3164813"/>
              <a:gd name="connsiteY2" fmla="*/ 1529142 h 3058284"/>
              <a:gd name="connsiteX3" fmla="*/ 1582503 w 3164813"/>
              <a:gd name="connsiteY3" fmla="*/ 3058284 h 3058284"/>
              <a:gd name="connsiteX4" fmla="*/ 193 w 3164813"/>
              <a:gd name="connsiteY4" fmla="*/ 1529142 h 3058284"/>
              <a:gd name="connsiteX0" fmla="*/ 193 w 3164813"/>
              <a:gd name="connsiteY0" fmla="*/ 1529142 h 3058284"/>
              <a:gd name="connsiteX1" fmla="*/ 1487088 w 3164813"/>
              <a:gd name="connsiteY1" fmla="*/ 0 h 3058284"/>
              <a:gd name="connsiteX2" fmla="*/ 3164813 w 3164813"/>
              <a:gd name="connsiteY2" fmla="*/ 1529142 h 3058284"/>
              <a:gd name="connsiteX3" fmla="*/ 1582503 w 3164813"/>
              <a:gd name="connsiteY3" fmla="*/ 3058284 h 3058284"/>
              <a:gd name="connsiteX4" fmla="*/ 193 w 3164813"/>
              <a:gd name="connsiteY4" fmla="*/ 1529142 h 3058284"/>
              <a:gd name="connsiteX0" fmla="*/ 184 w 3212512"/>
              <a:gd name="connsiteY0" fmla="*/ 1624823 h 3061381"/>
              <a:gd name="connsiteX1" fmla="*/ 1534787 w 3212512"/>
              <a:gd name="connsiteY1" fmla="*/ 265 h 3061381"/>
              <a:gd name="connsiteX2" fmla="*/ 3212512 w 3212512"/>
              <a:gd name="connsiteY2" fmla="*/ 1529407 h 3061381"/>
              <a:gd name="connsiteX3" fmla="*/ 1630202 w 3212512"/>
              <a:gd name="connsiteY3" fmla="*/ 3058549 h 3061381"/>
              <a:gd name="connsiteX4" fmla="*/ 184 w 3212512"/>
              <a:gd name="connsiteY4" fmla="*/ 1624823 h 3061381"/>
              <a:gd name="connsiteX0" fmla="*/ 335 w 3212663"/>
              <a:gd name="connsiteY0" fmla="*/ 1624823 h 3058748"/>
              <a:gd name="connsiteX1" fmla="*/ 1503133 w 3212663"/>
              <a:gd name="connsiteY1" fmla="*/ 265 h 3058748"/>
              <a:gd name="connsiteX2" fmla="*/ 3212663 w 3212663"/>
              <a:gd name="connsiteY2" fmla="*/ 1529407 h 3058748"/>
              <a:gd name="connsiteX3" fmla="*/ 1630353 w 3212663"/>
              <a:gd name="connsiteY3" fmla="*/ 3058549 h 3058748"/>
              <a:gd name="connsiteX4" fmla="*/ 335 w 3212663"/>
              <a:gd name="connsiteY4" fmla="*/ 1624823 h 3058748"/>
              <a:gd name="connsiteX0" fmla="*/ 892 w 3213220"/>
              <a:gd name="connsiteY0" fmla="*/ 1624823 h 3058748"/>
              <a:gd name="connsiteX1" fmla="*/ 1503690 w 3213220"/>
              <a:gd name="connsiteY1" fmla="*/ 265 h 3058748"/>
              <a:gd name="connsiteX2" fmla="*/ 3213220 w 3213220"/>
              <a:gd name="connsiteY2" fmla="*/ 1529407 h 3058748"/>
              <a:gd name="connsiteX3" fmla="*/ 1630910 w 3213220"/>
              <a:gd name="connsiteY3" fmla="*/ 3058549 h 3058748"/>
              <a:gd name="connsiteX4" fmla="*/ 892 w 3213220"/>
              <a:gd name="connsiteY4" fmla="*/ 1624823 h 3058748"/>
              <a:gd name="connsiteX0" fmla="*/ 4743 w 3217071"/>
              <a:gd name="connsiteY0" fmla="*/ 1624823 h 3058932"/>
              <a:gd name="connsiteX1" fmla="*/ 1507541 w 3217071"/>
              <a:gd name="connsiteY1" fmla="*/ 265 h 3058932"/>
              <a:gd name="connsiteX2" fmla="*/ 3217071 w 3217071"/>
              <a:gd name="connsiteY2" fmla="*/ 1529407 h 3058932"/>
              <a:gd name="connsiteX3" fmla="*/ 1634761 w 3217071"/>
              <a:gd name="connsiteY3" fmla="*/ 3058549 h 3058932"/>
              <a:gd name="connsiteX4" fmla="*/ 4743 w 3217071"/>
              <a:gd name="connsiteY4" fmla="*/ 1624823 h 3058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7071" h="3058932">
                <a:moveTo>
                  <a:pt x="4743" y="1624823"/>
                </a:moveTo>
                <a:cubicBezTo>
                  <a:pt x="-48265" y="653933"/>
                  <a:pt x="336049" y="16168"/>
                  <a:pt x="1507541" y="265"/>
                </a:cubicBezTo>
                <a:cubicBezTo>
                  <a:pt x="2679033" y="-15638"/>
                  <a:pt x="3217071" y="684885"/>
                  <a:pt x="3217071" y="1529407"/>
                </a:cubicBezTo>
                <a:cubicBezTo>
                  <a:pt x="3217071" y="2882813"/>
                  <a:pt x="2170149" y="3042646"/>
                  <a:pt x="1634761" y="3058549"/>
                </a:cubicBezTo>
                <a:cubicBezTo>
                  <a:pt x="1099373" y="3074452"/>
                  <a:pt x="57751" y="2595713"/>
                  <a:pt x="4743" y="1624823"/>
                </a:cubicBez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504116" y="2971800"/>
            <a:ext cx="3644993" cy="3036859"/>
          </a:xfrm>
        </p:spPr>
        <p:txBody>
          <a:bodyPr anchor="ctr">
            <a:normAutofit/>
          </a:bodyPr>
          <a:lstStyle/>
          <a:p>
            <a:pPr algn="ctr"/>
            <a:r>
              <a:rPr lang="en-AU" sz="3000" dirty="0"/>
              <a:t>Embedding a quote from a text is like ‘weaving’ someone else’s words into your own piece of writing. It has to fit perfectly in order for it to work. It needs to support your own writing, your ideas.</a:t>
            </a:r>
            <a:endParaRPr lang="en-US" sz="3000" dirty="0"/>
          </a:p>
        </p:txBody>
      </p:sp>
    </p:spTree>
    <p:extLst>
      <p:ext uri="{BB962C8B-B14F-4D97-AF65-F5344CB8AC3E}">
        <p14:creationId xmlns:p14="http://schemas.microsoft.com/office/powerpoint/2010/main" val="27397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96A35EAA-ED80-4FF1-942C-82B1D483A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33683" flipH="1">
            <a:off x="977627" y="481134"/>
            <a:ext cx="9378187" cy="5238589"/>
          </a:xfrm>
          <a:custGeom>
            <a:avLst/>
            <a:gdLst/>
            <a:ahLst/>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solidFill>
            <a:schemeClr val="bg1"/>
          </a:solidFill>
          <a:ln w="1905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415F49B-3CBC-46CF-AFB5-988852D04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33683" flipH="1">
            <a:off x="1010574" y="456230"/>
            <a:ext cx="9378187" cy="5238589"/>
          </a:xfrm>
          <a:custGeom>
            <a:avLst/>
            <a:gdLst/>
            <a:ahLst/>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noFill/>
          <a:ln w="19050" cap="flat">
            <a:solidFill>
              <a:schemeClr val="tx1"/>
            </a:solidFill>
            <a:prstDash val="solid"/>
            <a:miter/>
          </a:ln>
        </p:spPr>
        <p:txBody>
          <a:bodyPr rtlCol="0" anchor="ctr"/>
          <a:lstStyle/>
          <a:p>
            <a:endParaRPr lang="en-US"/>
          </a:p>
        </p:txBody>
      </p:sp>
      <p:sp useBgFill="1">
        <p:nvSpPr>
          <p:cNvPr id="13" name="Rectangle 12">
            <a:extLst>
              <a:ext uri="{FF2B5EF4-FFF2-40B4-BE49-F238E27FC236}">
                <a16:creationId xmlns:a16="http://schemas.microsoft.com/office/drawing/2014/main" id="{83AF9C6E-31D5-480C-AE10-9BA3E4ED1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AFC2EB4-5EBE-7DC6-DB30-AAFD5C0E93C1}"/>
              </a:ext>
            </a:extLst>
          </p:cNvPr>
          <p:cNvPicPr>
            <a:picLocks noChangeAspect="1"/>
          </p:cNvPicPr>
          <p:nvPr/>
        </p:nvPicPr>
        <p:blipFill>
          <a:blip r:embed="rId2"/>
          <a:srcRect l="1060" r="10051"/>
          <a:stretch/>
        </p:blipFill>
        <p:spPr>
          <a:xfrm>
            <a:off x="20" y="10"/>
            <a:ext cx="12191979" cy="6857989"/>
          </a:xfrm>
          <a:prstGeom prst="rect">
            <a:avLst/>
          </a:prstGeom>
        </p:spPr>
      </p:pic>
      <p:sp>
        <p:nvSpPr>
          <p:cNvPr id="15" name="Freeform: Shape 14">
            <a:extLst>
              <a:ext uri="{FF2B5EF4-FFF2-40B4-BE49-F238E27FC236}">
                <a16:creationId xmlns:a16="http://schemas.microsoft.com/office/drawing/2014/main" id="{4F63EBA1-848C-4958-811B-0BEF4A0D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17769" y="3367630"/>
            <a:ext cx="4808784" cy="2769498"/>
          </a:xfrm>
          <a:custGeom>
            <a:avLst/>
            <a:gdLst>
              <a:gd name="connsiteX0" fmla="*/ 4456852 w 7096563"/>
              <a:gd name="connsiteY0" fmla="*/ 382 h 2526654"/>
              <a:gd name="connsiteX1" fmla="*/ 5996285 w 7096563"/>
              <a:gd name="connsiteY1" fmla="*/ 12882 h 2526654"/>
              <a:gd name="connsiteX2" fmla="*/ 7029234 w 7096563"/>
              <a:gd name="connsiteY2" fmla="*/ 444804 h 2526654"/>
              <a:gd name="connsiteX3" fmla="*/ 6956662 w 7096563"/>
              <a:gd name="connsiteY3" fmla="*/ 1562396 h 2526654"/>
              <a:gd name="connsiteX4" fmla="*/ 6145668 w 7096563"/>
              <a:gd name="connsiteY4" fmla="*/ 1942015 h 2526654"/>
              <a:gd name="connsiteX5" fmla="*/ 5837370 w 7096563"/>
              <a:gd name="connsiteY5" fmla="*/ 1959647 h 2526654"/>
              <a:gd name="connsiteX6" fmla="*/ 5815841 w 7096563"/>
              <a:gd name="connsiteY6" fmla="*/ 2526654 h 2526654"/>
              <a:gd name="connsiteX7" fmla="*/ 5303195 w 7096563"/>
              <a:gd name="connsiteY7" fmla="*/ 1946413 h 2526654"/>
              <a:gd name="connsiteX8" fmla="*/ 5039055 w 7096563"/>
              <a:gd name="connsiteY8" fmla="*/ 1933347 h 2526654"/>
              <a:gd name="connsiteX9" fmla="*/ 875181 w 7096563"/>
              <a:gd name="connsiteY9" fmla="*/ 1954285 h 2526654"/>
              <a:gd name="connsiteX10" fmla="*/ 149462 w 7096563"/>
              <a:gd name="connsiteY10" fmla="*/ 1489824 h 2526654"/>
              <a:gd name="connsiteX11" fmla="*/ 33346 w 7096563"/>
              <a:gd name="connsiteY11" fmla="*/ 604461 h 2526654"/>
              <a:gd name="connsiteX12" fmla="*/ 761024 w 7096563"/>
              <a:gd name="connsiteY12" fmla="*/ 99968 h 2526654"/>
              <a:gd name="connsiteX13" fmla="*/ 2289456 w 7096563"/>
              <a:gd name="connsiteY13" fmla="*/ 35686 h 2526654"/>
              <a:gd name="connsiteX14" fmla="*/ 2355877 w 7096563"/>
              <a:gd name="connsiteY14" fmla="*/ 33952 h 2526654"/>
              <a:gd name="connsiteX15" fmla="*/ 2355877 w 7096563"/>
              <a:gd name="connsiteY15" fmla="*/ 18770 h 2526654"/>
              <a:gd name="connsiteX16" fmla="*/ 2878392 w 7096563"/>
              <a:gd name="connsiteY16" fmla="*/ 18770 h 2526654"/>
              <a:gd name="connsiteX17" fmla="*/ 2878392 w 7096563"/>
              <a:gd name="connsiteY17" fmla="*/ 20840 h 2526654"/>
              <a:gd name="connsiteX18" fmla="*/ 3326250 w 7096563"/>
              <a:gd name="connsiteY18" fmla="*/ 11889 h 2526654"/>
              <a:gd name="connsiteX19" fmla="*/ 4456852 w 7096563"/>
              <a:gd name="connsiteY19" fmla="*/ 382 h 2526654"/>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355877 w 7096563"/>
              <a:gd name="connsiteY14" fmla="*/ 33570 h 2526272"/>
              <a:gd name="connsiteX15" fmla="*/ 2878392 w 7096563"/>
              <a:gd name="connsiteY15" fmla="*/ 18388 h 2526272"/>
              <a:gd name="connsiteX16" fmla="*/ 2878392 w 7096563"/>
              <a:gd name="connsiteY16" fmla="*/ 20458 h 2526272"/>
              <a:gd name="connsiteX17" fmla="*/ 3326250 w 7096563"/>
              <a:gd name="connsiteY17" fmla="*/ 11507 h 2526272"/>
              <a:gd name="connsiteX18" fmla="*/ 4456852 w 7096563"/>
              <a:gd name="connsiteY18"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355877 w 7096563"/>
              <a:gd name="connsiteY14" fmla="*/ 33570 h 2526272"/>
              <a:gd name="connsiteX15" fmla="*/ 2878392 w 7096563"/>
              <a:gd name="connsiteY15" fmla="*/ 18388 h 2526272"/>
              <a:gd name="connsiteX16" fmla="*/ 3326250 w 7096563"/>
              <a:gd name="connsiteY16" fmla="*/ 11507 h 2526272"/>
              <a:gd name="connsiteX17" fmla="*/ 4456852 w 7096563"/>
              <a:gd name="connsiteY17"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878392 w 7096563"/>
              <a:gd name="connsiteY14" fmla="*/ 18388 h 2526272"/>
              <a:gd name="connsiteX15" fmla="*/ 3326250 w 7096563"/>
              <a:gd name="connsiteY15" fmla="*/ 11507 h 2526272"/>
              <a:gd name="connsiteX16" fmla="*/ 4456852 w 7096563"/>
              <a:gd name="connsiteY16"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3326250 w 7096563"/>
              <a:gd name="connsiteY14" fmla="*/ 11507 h 2526272"/>
              <a:gd name="connsiteX15" fmla="*/ 4456852 w 7096563"/>
              <a:gd name="connsiteY15"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4456852 w 7096563"/>
              <a:gd name="connsiteY14" fmla="*/ 0 h 2526272"/>
              <a:gd name="connsiteX0" fmla="*/ 2289456 w 7096563"/>
              <a:gd name="connsiteY0" fmla="*/ 22804 h 2513772"/>
              <a:gd name="connsiteX1" fmla="*/ 5996285 w 7096563"/>
              <a:gd name="connsiteY1" fmla="*/ 0 h 2513772"/>
              <a:gd name="connsiteX2" fmla="*/ 7029234 w 7096563"/>
              <a:gd name="connsiteY2" fmla="*/ 431922 h 2513772"/>
              <a:gd name="connsiteX3" fmla="*/ 6956662 w 7096563"/>
              <a:gd name="connsiteY3" fmla="*/ 1549514 h 2513772"/>
              <a:gd name="connsiteX4" fmla="*/ 6145668 w 7096563"/>
              <a:gd name="connsiteY4" fmla="*/ 1929133 h 2513772"/>
              <a:gd name="connsiteX5" fmla="*/ 5837370 w 7096563"/>
              <a:gd name="connsiteY5" fmla="*/ 1946765 h 2513772"/>
              <a:gd name="connsiteX6" fmla="*/ 5815841 w 7096563"/>
              <a:gd name="connsiteY6" fmla="*/ 2513772 h 2513772"/>
              <a:gd name="connsiteX7" fmla="*/ 5303195 w 7096563"/>
              <a:gd name="connsiteY7" fmla="*/ 1933531 h 2513772"/>
              <a:gd name="connsiteX8" fmla="*/ 5039055 w 7096563"/>
              <a:gd name="connsiteY8" fmla="*/ 1920465 h 2513772"/>
              <a:gd name="connsiteX9" fmla="*/ 875181 w 7096563"/>
              <a:gd name="connsiteY9" fmla="*/ 1941403 h 2513772"/>
              <a:gd name="connsiteX10" fmla="*/ 149462 w 7096563"/>
              <a:gd name="connsiteY10" fmla="*/ 1476942 h 2513772"/>
              <a:gd name="connsiteX11" fmla="*/ 33346 w 7096563"/>
              <a:gd name="connsiteY11" fmla="*/ 591579 h 2513772"/>
              <a:gd name="connsiteX12" fmla="*/ 761024 w 7096563"/>
              <a:gd name="connsiteY12" fmla="*/ 87086 h 2513772"/>
              <a:gd name="connsiteX13" fmla="*/ 2289456 w 7096563"/>
              <a:gd name="connsiteY13" fmla="*/ 22804 h 2513772"/>
              <a:gd name="connsiteX0" fmla="*/ 2289456 w 7096563"/>
              <a:gd name="connsiteY0" fmla="*/ 33636 h 2524604"/>
              <a:gd name="connsiteX1" fmla="*/ 5996285 w 7096563"/>
              <a:gd name="connsiteY1" fmla="*/ 10832 h 2524604"/>
              <a:gd name="connsiteX2" fmla="*/ 7029234 w 7096563"/>
              <a:gd name="connsiteY2" fmla="*/ 442754 h 2524604"/>
              <a:gd name="connsiteX3" fmla="*/ 6956662 w 7096563"/>
              <a:gd name="connsiteY3" fmla="*/ 1560346 h 2524604"/>
              <a:gd name="connsiteX4" fmla="*/ 6145668 w 7096563"/>
              <a:gd name="connsiteY4" fmla="*/ 1939965 h 2524604"/>
              <a:gd name="connsiteX5" fmla="*/ 5837370 w 7096563"/>
              <a:gd name="connsiteY5" fmla="*/ 1957597 h 2524604"/>
              <a:gd name="connsiteX6" fmla="*/ 5815841 w 7096563"/>
              <a:gd name="connsiteY6" fmla="*/ 2524604 h 2524604"/>
              <a:gd name="connsiteX7" fmla="*/ 5303195 w 7096563"/>
              <a:gd name="connsiteY7" fmla="*/ 1944363 h 2524604"/>
              <a:gd name="connsiteX8" fmla="*/ 5039055 w 7096563"/>
              <a:gd name="connsiteY8" fmla="*/ 1931297 h 2524604"/>
              <a:gd name="connsiteX9" fmla="*/ 875181 w 7096563"/>
              <a:gd name="connsiteY9" fmla="*/ 1952235 h 2524604"/>
              <a:gd name="connsiteX10" fmla="*/ 149462 w 7096563"/>
              <a:gd name="connsiteY10" fmla="*/ 1487774 h 2524604"/>
              <a:gd name="connsiteX11" fmla="*/ 33346 w 7096563"/>
              <a:gd name="connsiteY11" fmla="*/ 602411 h 2524604"/>
              <a:gd name="connsiteX12" fmla="*/ 761024 w 7096563"/>
              <a:gd name="connsiteY12" fmla="*/ 97918 h 2524604"/>
              <a:gd name="connsiteX13" fmla="*/ 2289456 w 7096563"/>
              <a:gd name="connsiteY13" fmla="*/ 33636 h 2524604"/>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748423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347315 w 7154422"/>
              <a:gd name="connsiteY0" fmla="*/ 33636 h 2397161"/>
              <a:gd name="connsiteX1" fmla="*/ 6054144 w 7154422"/>
              <a:gd name="connsiteY1" fmla="*/ 10832 h 2397161"/>
              <a:gd name="connsiteX2" fmla="*/ 7087093 w 7154422"/>
              <a:gd name="connsiteY2" fmla="*/ 442754 h 2397161"/>
              <a:gd name="connsiteX3" fmla="*/ 7014521 w 7154422"/>
              <a:gd name="connsiteY3" fmla="*/ 1560346 h 2397161"/>
              <a:gd name="connsiteX4" fmla="*/ 6203527 w 7154422"/>
              <a:gd name="connsiteY4" fmla="*/ 1939965 h 2397161"/>
              <a:gd name="connsiteX5" fmla="*/ 5895229 w 7154422"/>
              <a:gd name="connsiteY5" fmla="*/ 1957597 h 2397161"/>
              <a:gd name="connsiteX6" fmla="*/ 5849495 w 7154422"/>
              <a:gd name="connsiteY6" fmla="*/ 2397161 h 2397161"/>
              <a:gd name="connsiteX7" fmla="*/ 5361054 w 7154422"/>
              <a:gd name="connsiteY7" fmla="*/ 1944363 h 2397161"/>
              <a:gd name="connsiteX8" fmla="*/ 5096914 w 7154422"/>
              <a:gd name="connsiteY8" fmla="*/ 1931297 h 2397161"/>
              <a:gd name="connsiteX9" fmla="*/ 806282 w 7154422"/>
              <a:gd name="connsiteY9" fmla="*/ 1952235 h 2397161"/>
              <a:gd name="connsiteX10" fmla="*/ 80562 w 7154422"/>
              <a:gd name="connsiteY10" fmla="*/ 1494506 h 2397161"/>
              <a:gd name="connsiteX11" fmla="*/ 91205 w 7154422"/>
              <a:gd name="connsiteY11" fmla="*/ 602411 h 2397161"/>
              <a:gd name="connsiteX12" fmla="*/ 818883 w 7154422"/>
              <a:gd name="connsiteY12" fmla="*/ 97918 h 2397161"/>
              <a:gd name="connsiteX13" fmla="*/ 2347315 w 7154422"/>
              <a:gd name="connsiteY13" fmla="*/ 33636 h 2397161"/>
              <a:gd name="connsiteX0" fmla="*/ 2353100 w 7160207"/>
              <a:gd name="connsiteY0" fmla="*/ 33636 h 2397161"/>
              <a:gd name="connsiteX1" fmla="*/ 6059929 w 7160207"/>
              <a:gd name="connsiteY1" fmla="*/ 10832 h 2397161"/>
              <a:gd name="connsiteX2" fmla="*/ 7092878 w 7160207"/>
              <a:gd name="connsiteY2" fmla="*/ 442754 h 2397161"/>
              <a:gd name="connsiteX3" fmla="*/ 7020306 w 7160207"/>
              <a:gd name="connsiteY3" fmla="*/ 1560346 h 2397161"/>
              <a:gd name="connsiteX4" fmla="*/ 6209312 w 7160207"/>
              <a:gd name="connsiteY4" fmla="*/ 1939965 h 2397161"/>
              <a:gd name="connsiteX5" fmla="*/ 5901014 w 7160207"/>
              <a:gd name="connsiteY5" fmla="*/ 1957597 h 2397161"/>
              <a:gd name="connsiteX6" fmla="*/ 5855280 w 7160207"/>
              <a:gd name="connsiteY6" fmla="*/ 2397161 h 2397161"/>
              <a:gd name="connsiteX7" fmla="*/ 5366839 w 7160207"/>
              <a:gd name="connsiteY7" fmla="*/ 1944363 h 2397161"/>
              <a:gd name="connsiteX8" fmla="*/ 5102699 w 7160207"/>
              <a:gd name="connsiteY8" fmla="*/ 1931297 h 2397161"/>
              <a:gd name="connsiteX9" fmla="*/ 812067 w 7160207"/>
              <a:gd name="connsiteY9" fmla="*/ 1952235 h 2397161"/>
              <a:gd name="connsiteX10" fmla="*/ 86347 w 7160207"/>
              <a:gd name="connsiteY10" fmla="*/ 1494506 h 2397161"/>
              <a:gd name="connsiteX11" fmla="*/ 81145 w 7160207"/>
              <a:gd name="connsiteY11" fmla="*/ 568748 h 2397161"/>
              <a:gd name="connsiteX12" fmla="*/ 824668 w 7160207"/>
              <a:gd name="connsiteY12" fmla="*/ 97918 h 2397161"/>
              <a:gd name="connsiteX13" fmla="*/ 2353100 w 7160207"/>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377216 w 7170584"/>
              <a:gd name="connsiteY7" fmla="*/ 1944363 h 2397161"/>
              <a:gd name="connsiteX8" fmla="*/ 5113076 w 7170584"/>
              <a:gd name="connsiteY8" fmla="*/ 1931297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377216 w 7170584"/>
              <a:gd name="connsiteY7" fmla="*/ 1944363 h 2397161"/>
              <a:gd name="connsiteX8" fmla="*/ 4891248 w 7170584"/>
              <a:gd name="connsiteY8" fmla="*/ 1944763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218769 w 7170584"/>
              <a:gd name="connsiteY7" fmla="*/ 1944363 h 2397161"/>
              <a:gd name="connsiteX8" fmla="*/ 4891248 w 7170584"/>
              <a:gd name="connsiteY8" fmla="*/ 1944763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218769 w 7170584"/>
              <a:gd name="connsiteY7" fmla="*/ 1944363 h 2302906"/>
              <a:gd name="connsiteX8" fmla="*/ 4891248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218769 w 7170584"/>
              <a:gd name="connsiteY7" fmla="*/ 1944363 h 2302906"/>
              <a:gd name="connsiteX8" fmla="*/ 4780334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107856 w 7170584"/>
              <a:gd name="connsiteY7" fmla="*/ 1944363 h 2302906"/>
              <a:gd name="connsiteX8" fmla="*/ 4780334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411013 w 7170584"/>
              <a:gd name="connsiteY0" fmla="*/ 13172 h 2309372"/>
              <a:gd name="connsiteX1" fmla="*/ 6070306 w 7170584"/>
              <a:gd name="connsiteY1" fmla="*/ 17298 h 2309372"/>
              <a:gd name="connsiteX2" fmla="*/ 7103255 w 7170584"/>
              <a:gd name="connsiteY2" fmla="*/ 449220 h 2309372"/>
              <a:gd name="connsiteX3" fmla="*/ 7030683 w 7170584"/>
              <a:gd name="connsiteY3" fmla="*/ 1566812 h 2309372"/>
              <a:gd name="connsiteX4" fmla="*/ 6219689 w 7170584"/>
              <a:gd name="connsiteY4" fmla="*/ 1946431 h 2309372"/>
              <a:gd name="connsiteX5" fmla="*/ 5911391 w 7170584"/>
              <a:gd name="connsiteY5" fmla="*/ 1964063 h 2309372"/>
              <a:gd name="connsiteX6" fmla="*/ 5675521 w 7170584"/>
              <a:gd name="connsiteY6" fmla="*/ 2309372 h 2309372"/>
              <a:gd name="connsiteX7" fmla="*/ 5107856 w 7170584"/>
              <a:gd name="connsiteY7" fmla="*/ 1950829 h 2309372"/>
              <a:gd name="connsiteX8" fmla="*/ 4780334 w 7170584"/>
              <a:gd name="connsiteY8" fmla="*/ 1951229 h 2309372"/>
              <a:gd name="connsiteX9" fmla="*/ 822444 w 7170584"/>
              <a:gd name="connsiteY9" fmla="*/ 1958701 h 2309372"/>
              <a:gd name="connsiteX10" fmla="*/ 96724 w 7170584"/>
              <a:gd name="connsiteY10" fmla="*/ 1500972 h 2309372"/>
              <a:gd name="connsiteX11" fmla="*/ 91522 w 7170584"/>
              <a:gd name="connsiteY11" fmla="*/ 575214 h 2309372"/>
              <a:gd name="connsiteX12" fmla="*/ 835045 w 7170584"/>
              <a:gd name="connsiteY12" fmla="*/ 104384 h 2309372"/>
              <a:gd name="connsiteX13" fmla="*/ 2411013 w 7170584"/>
              <a:gd name="connsiteY13" fmla="*/ 13172 h 2309372"/>
              <a:gd name="connsiteX0" fmla="*/ 2411013 w 7170584"/>
              <a:gd name="connsiteY0" fmla="*/ 28473 h 2324673"/>
              <a:gd name="connsiteX1" fmla="*/ 6070306 w 7170584"/>
              <a:gd name="connsiteY1" fmla="*/ 32599 h 2324673"/>
              <a:gd name="connsiteX2" fmla="*/ 7103255 w 7170584"/>
              <a:gd name="connsiteY2" fmla="*/ 464521 h 2324673"/>
              <a:gd name="connsiteX3" fmla="*/ 7030683 w 7170584"/>
              <a:gd name="connsiteY3" fmla="*/ 1582113 h 2324673"/>
              <a:gd name="connsiteX4" fmla="*/ 6219689 w 7170584"/>
              <a:gd name="connsiteY4" fmla="*/ 1961732 h 2324673"/>
              <a:gd name="connsiteX5" fmla="*/ 5911391 w 7170584"/>
              <a:gd name="connsiteY5" fmla="*/ 1979364 h 2324673"/>
              <a:gd name="connsiteX6" fmla="*/ 5675521 w 7170584"/>
              <a:gd name="connsiteY6" fmla="*/ 2324673 h 2324673"/>
              <a:gd name="connsiteX7" fmla="*/ 5107856 w 7170584"/>
              <a:gd name="connsiteY7" fmla="*/ 1966130 h 2324673"/>
              <a:gd name="connsiteX8" fmla="*/ 4780334 w 7170584"/>
              <a:gd name="connsiteY8" fmla="*/ 1966530 h 2324673"/>
              <a:gd name="connsiteX9" fmla="*/ 822444 w 7170584"/>
              <a:gd name="connsiteY9" fmla="*/ 1974002 h 2324673"/>
              <a:gd name="connsiteX10" fmla="*/ 96724 w 7170584"/>
              <a:gd name="connsiteY10" fmla="*/ 1516273 h 2324673"/>
              <a:gd name="connsiteX11" fmla="*/ 91522 w 7170584"/>
              <a:gd name="connsiteY11" fmla="*/ 590515 h 2324673"/>
              <a:gd name="connsiteX12" fmla="*/ 835045 w 7170584"/>
              <a:gd name="connsiteY12" fmla="*/ 119685 h 2324673"/>
              <a:gd name="connsiteX13" fmla="*/ 2411013 w 7170584"/>
              <a:gd name="connsiteY13" fmla="*/ 28473 h 2324673"/>
              <a:gd name="connsiteX0" fmla="*/ 2386918 w 7146489"/>
              <a:gd name="connsiteY0" fmla="*/ 28473 h 2324673"/>
              <a:gd name="connsiteX1" fmla="*/ 6046211 w 7146489"/>
              <a:gd name="connsiteY1" fmla="*/ 32599 h 2324673"/>
              <a:gd name="connsiteX2" fmla="*/ 7079160 w 7146489"/>
              <a:gd name="connsiteY2" fmla="*/ 464521 h 2324673"/>
              <a:gd name="connsiteX3" fmla="*/ 7006588 w 7146489"/>
              <a:gd name="connsiteY3" fmla="*/ 1582113 h 2324673"/>
              <a:gd name="connsiteX4" fmla="*/ 6195594 w 7146489"/>
              <a:gd name="connsiteY4" fmla="*/ 1961732 h 2324673"/>
              <a:gd name="connsiteX5" fmla="*/ 5887296 w 7146489"/>
              <a:gd name="connsiteY5" fmla="*/ 1979364 h 2324673"/>
              <a:gd name="connsiteX6" fmla="*/ 5651426 w 7146489"/>
              <a:gd name="connsiteY6" fmla="*/ 2324673 h 2324673"/>
              <a:gd name="connsiteX7" fmla="*/ 5083761 w 7146489"/>
              <a:gd name="connsiteY7" fmla="*/ 1966130 h 2324673"/>
              <a:gd name="connsiteX8" fmla="*/ 4756239 w 7146489"/>
              <a:gd name="connsiteY8" fmla="*/ 1966530 h 2324673"/>
              <a:gd name="connsiteX9" fmla="*/ 798349 w 7146489"/>
              <a:gd name="connsiteY9" fmla="*/ 1974002 h 2324673"/>
              <a:gd name="connsiteX10" fmla="*/ 72629 w 7146489"/>
              <a:gd name="connsiteY10" fmla="*/ 1516273 h 2324673"/>
              <a:gd name="connsiteX11" fmla="*/ 67427 w 7146489"/>
              <a:gd name="connsiteY11" fmla="*/ 590515 h 2324673"/>
              <a:gd name="connsiteX12" fmla="*/ 810950 w 7146489"/>
              <a:gd name="connsiteY12" fmla="*/ 119685 h 2324673"/>
              <a:gd name="connsiteX13" fmla="*/ 2386918 w 7146489"/>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61345 w 7162874"/>
              <a:gd name="connsiteY4" fmla="*/ 1958949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15791 w 7175362"/>
              <a:gd name="connsiteY0" fmla="*/ 28473 h 2324673"/>
              <a:gd name="connsiteX1" fmla="*/ 6075084 w 7175362"/>
              <a:gd name="connsiteY1" fmla="*/ 32599 h 2324673"/>
              <a:gd name="connsiteX2" fmla="*/ 7108033 w 7175362"/>
              <a:gd name="connsiteY2" fmla="*/ 464521 h 2324673"/>
              <a:gd name="connsiteX3" fmla="*/ 7035461 w 7175362"/>
              <a:gd name="connsiteY3" fmla="*/ 1582113 h 2324673"/>
              <a:gd name="connsiteX4" fmla="*/ 6273833 w 7175362"/>
              <a:gd name="connsiteY4" fmla="*/ 1958949 h 2324673"/>
              <a:gd name="connsiteX5" fmla="*/ 5916169 w 7175362"/>
              <a:gd name="connsiteY5" fmla="*/ 1979364 h 2324673"/>
              <a:gd name="connsiteX6" fmla="*/ 5680299 w 7175362"/>
              <a:gd name="connsiteY6" fmla="*/ 2324673 h 2324673"/>
              <a:gd name="connsiteX7" fmla="*/ 5112634 w 7175362"/>
              <a:gd name="connsiteY7" fmla="*/ 1966130 h 2324673"/>
              <a:gd name="connsiteX8" fmla="*/ 4785112 w 7175362"/>
              <a:gd name="connsiteY8" fmla="*/ 1966530 h 2324673"/>
              <a:gd name="connsiteX9" fmla="*/ 827222 w 7175362"/>
              <a:gd name="connsiteY9" fmla="*/ 1974002 h 2324673"/>
              <a:gd name="connsiteX10" fmla="*/ 49621 w 7175362"/>
              <a:gd name="connsiteY10" fmla="*/ 1465977 h 2324673"/>
              <a:gd name="connsiteX11" fmla="*/ 96300 w 7175362"/>
              <a:gd name="connsiteY11" fmla="*/ 590515 h 2324673"/>
              <a:gd name="connsiteX12" fmla="*/ 839823 w 7175362"/>
              <a:gd name="connsiteY12" fmla="*/ 119685 h 2324673"/>
              <a:gd name="connsiteX13" fmla="*/ 2415791 w 7175362"/>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41119 w 7189259"/>
              <a:gd name="connsiteY9" fmla="*/ 1974002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37790 w 7197361"/>
              <a:gd name="connsiteY0" fmla="*/ 28473 h 2324673"/>
              <a:gd name="connsiteX1" fmla="*/ 6097083 w 7197361"/>
              <a:gd name="connsiteY1" fmla="*/ 32599 h 2324673"/>
              <a:gd name="connsiteX2" fmla="*/ 7130032 w 7197361"/>
              <a:gd name="connsiteY2" fmla="*/ 464521 h 2324673"/>
              <a:gd name="connsiteX3" fmla="*/ 7057460 w 7197361"/>
              <a:gd name="connsiteY3" fmla="*/ 1582113 h 2324673"/>
              <a:gd name="connsiteX4" fmla="*/ 6295832 w 7197361"/>
              <a:gd name="connsiteY4" fmla="*/ 1958949 h 2324673"/>
              <a:gd name="connsiteX5" fmla="*/ 5938168 w 7197361"/>
              <a:gd name="connsiteY5" fmla="*/ 1979364 h 2324673"/>
              <a:gd name="connsiteX6" fmla="*/ 5702298 w 7197361"/>
              <a:gd name="connsiteY6" fmla="*/ 2324673 h 2324673"/>
              <a:gd name="connsiteX7" fmla="*/ 5167717 w 7197361"/>
              <a:gd name="connsiteY7" fmla="*/ 1991006 h 2324673"/>
              <a:gd name="connsiteX8" fmla="*/ 4796084 w 7197361"/>
              <a:gd name="connsiteY8" fmla="*/ 1971505 h 2324673"/>
              <a:gd name="connsiteX9" fmla="*/ 829030 w 7197361"/>
              <a:gd name="connsiteY9" fmla="*/ 1937567 h 2324673"/>
              <a:gd name="connsiteX10" fmla="*/ 40400 w 7197361"/>
              <a:gd name="connsiteY10" fmla="*/ 1382316 h 2324673"/>
              <a:gd name="connsiteX11" fmla="*/ 118299 w 7197361"/>
              <a:gd name="connsiteY11" fmla="*/ 590515 h 2324673"/>
              <a:gd name="connsiteX12" fmla="*/ 861822 w 7197361"/>
              <a:gd name="connsiteY12" fmla="*/ 119685 h 2324673"/>
              <a:gd name="connsiteX13" fmla="*/ 2437790 w 7197361"/>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40061 w 7197363"/>
              <a:gd name="connsiteY9" fmla="*/ 192761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220557"/>
              <a:gd name="connsiteY0" fmla="*/ 28473 h 2324673"/>
              <a:gd name="connsiteX1" fmla="*/ 6097085 w 7220557"/>
              <a:gd name="connsiteY1" fmla="*/ 32599 h 2324673"/>
              <a:gd name="connsiteX2" fmla="*/ 7130034 w 7220557"/>
              <a:gd name="connsiteY2" fmla="*/ 464521 h 2324673"/>
              <a:gd name="connsiteX3" fmla="*/ 7101574 w 7220557"/>
              <a:gd name="connsiteY3" fmla="*/ 1567187 h 2324673"/>
              <a:gd name="connsiteX4" fmla="*/ 6295834 w 7220557"/>
              <a:gd name="connsiteY4" fmla="*/ 1958949 h 2324673"/>
              <a:gd name="connsiteX5" fmla="*/ 5938170 w 7220557"/>
              <a:gd name="connsiteY5" fmla="*/ 1979364 h 2324673"/>
              <a:gd name="connsiteX6" fmla="*/ 5702300 w 7220557"/>
              <a:gd name="connsiteY6" fmla="*/ 2324673 h 2324673"/>
              <a:gd name="connsiteX7" fmla="*/ 5167719 w 7220557"/>
              <a:gd name="connsiteY7" fmla="*/ 1991006 h 2324673"/>
              <a:gd name="connsiteX8" fmla="*/ 4796086 w 7220557"/>
              <a:gd name="connsiteY8" fmla="*/ 1971505 h 2324673"/>
              <a:gd name="connsiteX9" fmla="*/ 840061 w 7220557"/>
              <a:gd name="connsiteY9" fmla="*/ 1927617 h 2324673"/>
              <a:gd name="connsiteX10" fmla="*/ 40402 w 7220557"/>
              <a:gd name="connsiteY10" fmla="*/ 1382316 h 2324673"/>
              <a:gd name="connsiteX11" fmla="*/ 118301 w 7220557"/>
              <a:gd name="connsiteY11" fmla="*/ 590515 h 2324673"/>
              <a:gd name="connsiteX12" fmla="*/ 861824 w 7220557"/>
              <a:gd name="connsiteY12" fmla="*/ 119685 h 2324673"/>
              <a:gd name="connsiteX13" fmla="*/ 2437792 w 7220557"/>
              <a:gd name="connsiteY13" fmla="*/ 28473 h 2324673"/>
              <a:gd name="connsiteX0" fmla="*/ 2437792 w 7220557"/>
              <a:gd name="connsiteY0" fmla="*/ 28473 h 2314723"/>
              <a:gd name="connsiteX1" fmla="*/ 6097085 w 7220557"/>
              <a:gd name="connsiteY1" fmla="*/ 32599 h 2314723"/>
              <a:gd name="connsiteX2" fmla="*/ 7130034 w 7220557"/>
              <a:gd name="connsiteY2" fmla="*/ 464521 h 2314723"/>
              <a:gd name="connsiteX3" fmla="*/ 7101574 w 7220557"/>
              <a:gd name="connsiteY3" fmla="*/ 1567187 h 2314723"/>
              <a:gd name="connsiteX4" fmla="*/ 6295834 w 7220557"/>
              <a:gd name="connsiteY4" fmla="*/ 1958949 h 2314723"/>
              <a:gd name="connsiteX5" fmla="*/ 5938170 w 7220557"/>
              <a:gd name="connsiteY5" fmla="*/ 1979364 h 2314723"/>
              <a:gd name="connsiteX6" fmla="*/ 5669215 w 7220557"/>
              <a:gd name="connsiteY6" fmla="*/ 2314723 h 2314723"/>
              <a:gd name="connsiteX7" fmla="*/ 5167719 w 7220557"/>
              <a:gd name="connsiteY7" fmla="*/ 1991006 h 2314723"/>
              <a:gd name="connsiteX8" fmla="*/ 4796086 w 7220557"/>
              <a:gd name="connsiteY8" fmla="*/ 1971505 h 2314723"/>
              <a:gd name="connsiteX9" fmla="*/ 840061 w 7220557"/>
              <a:gd name="connsiteY9" fmla="*/ 1927617 h 2314723"/>
              <a:gd name="connsiteX10" fmla="*/ 40402 w 7220557"/>
              <a:gd name="connsiteY10" fmla="*/ 1382316 h 2314723"/>
              <a:gd name="connsiteX11" fmla="*/ 118301 w 7220557"/>
              <a:gd name="connsiteY11" fmla="*/ 590515 h 2314723"/>
              <a:gd name="connsiteX12" fmla="*/ 861824 w 7220557"/>
              <a:gd name="connsiteY12" fmla="*/ 119685 h 2314723"/>
              <a:gd name="connsiteX13" fmla="*/ 2437792 w 7220557"/>
              <a:gd name="connsiteY13" fmla="*/ 28473 h 231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20557" h="2314723">
                <a:moveTo>
                  <a:pt x="2437792" y="28473"/>
                </a:moveTo>
                <a:cubicBezTo>
                  <a:pt x="3720936" y="-19524"/>
                  <a:pt x="4770035" y="1011"/>
                  <a:pt x="6097085" y="32599"/>
                </a:cubicBezTo>
                <a:cubicBezTo>
                  <a:pt x="6241375" y="32599"/>
                  <a:pt x="6941349" y="44458"/>
                  <a:pt x="7130034" y="464521"/>
                </a:cubicBezTo>
                <a:cubicBezTo>
                  <a:pt x="7207443" y="822538"/>
                  <a:pt x="7299936" y="1107572"/>
                  <a:pt x="7101574" y="1567187"/>
                </a:cubicBezTo>
                <a:cubicBezTo>
                  <a:pt x="7012674" y="1820442"/>
                  <a:pt x="6826441" y="1941454"/>
                  <a:pt x="6295834" y="1958949"/>
                </a:cubicBezTo>
                <a:cubicBezTo>
                  <a:pt x="6201573" y="1967661"/>
                  <a:pt x="6028835" y="1978328"/>
                  <a:pt x="5938170" y="1979364"/>
                </a:cubicBezTo>
                <a:cubicBezTo>
                  <a:pt x="5846464" y="2148329"/>
                  <a:pt x="5703170" y="2299450"/>
                  <a:pt x="5669215" y="2314723"/>
                </a:cubicBezTo>
                <a:cubicBezTo>
                  <a:pt x="5397092" y="2101809"/>
                  <a:pt x="5307818" y="2068828"/>
                  <a:pt x="5167719" y="1991006"/>
                </a:cubicBezTo>
                <a:lnTo>
                  <a:pt x="4796086" y="1971505"/>
                </a:lnTo>
                <a:cubicBezTo>
                  <a:pt x="3970001" y="2004968"/>
                  <a:pt x="1743341" y="1983706"/>
                  <a:pt x="840061" y="1927617"/>
                </a:cubicBezTo>
                <a:cubicBezTo>
                  <a:pt x="393004" y="1877867"/>
                  <a:pt x="110456" y="1617395"/>
                  <a:pt x="40402" y="1382316"/>
                </a:cubicBezTo>
                <a:cubicBezTo>
                  <a:pt x="-46199" y="1071836"/>
                  <a:pt x="18879" y="1018771"/>
                  <a:pt x="118301" y="590515"/>
                </a:cubicBezTo>
                <a:cubicBezTo>
                  <a:pt x="161844" y="286569"/>
                  <a:pt x="632474" y="128192"/>
                  <a:pt x="861824" y="119685"/>
                </a:cubicBezTo>
                <a:cubicBezTo>
                  <a:pt x="1206200" y="97914"/>
                  <a:pt x="1792517" y="47314"/>
                  <a:pt x="2437792" y="28473"/>
                </a:cubicBezTo>
                <a:close/>
              </a:path>
            </a:pathLst>
          </a:cu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8030208-94EF-4CCC-4588-BBB2B7E70770}"/>
              </a:ext>
            </a:extLst>
          </p:cNvPr>
          <p:cNvSpPr>
            <a:spLocks noGrp="1"/>
          </p:cNvSpPr>
          <p:nvPr>
            <p:ph type="title"/>
          </p:nvPr>
        </p:nvSpPr>
        <p:spPr>
          <a:xfrm>
            <a:off x="957358" y="4000499"/>
            <a:ext cx="4236148" cy="1218737"/>
          </a:xfrm>
        </p:spPr>
        <p:txBody>
          <a:bodyPr vert="horz" lIns="91440" tIns="45720" rIns="91440" bIns="45720" rtlCol="0" anchor="b">
            <a:normAutofit/>
          </a:bodyPr>
          <a:lstStyle/>
          <a:p>
            <a:r>
              <a:rPr lang="en-US" sz="4400"/>
              <a:t>What does it look like?</a:t>
            </a:r>
          </a:p>
        </p:txBody>
      </p:sp>
      <p:sp>
        <p:nvSpPr>
          <p:cNvPr id="3" name="Text Placeholder 2">
            <a:extLst>
              <a:ext uri="{FF2B5EF4-FFF2-40B4-BE49-F238E27FC236}">
                <a16:creationId xmlns:a16="http://schemas.microsoft.com/office/drawing/2014/main" id="{F13D4B5B-1068-0909-5DA4-D5A79F602522}"/>
              </a:ext>
            </a:extLst>
          </p:cNvPr>
          <p:cNvSpPr>
            <a:spLocks noGrp="1"/>
          </p:cNvSpPr>
          <p:nvPr>
            <p:ph type="body" idx="1"/>
          </p:nvPr>
        </p:nvSpPr>
        <p:spPr>
          <a:xfrm>
            <a:off x="957358" y="5243513"/>
            <a:ext cx="4236148" cy="684744"/>
          </a:xfrm>
        </p:spPr>
        <p:txBody>
          <a:bodyPr vert="horz" lIns="91440" tIns="45720" rIns="91440" bIns="45720" rtlCol="0" anchor="t">
            <a:normAutofit/>
          </a:bodyPr>
          <a:lstStyle/>
          <a:p>
            <a:r>
              <a:rPr lang="en-US" sz="3200" dirty="0">
                <a:solidFill>
                  <a:schemeClr val="tx1"/>
                </a:solidFill>
              </a:rPr>
              <a:t>Embedding quotes</a:t>
            </a:r>
          </a:p>
        </p:txBody>
      </p:sp>
      <p:sp>
        <p:nvSpPr>
          <p:cNvPr id="17" name="Freeform: Shape 16">
            <a:extLst>
              <a:ext uri="{FF2B5EF4-FFF2-40B4-BE49-F238E27FC236}">
                <a16:creationId xmlns:a16="http://schemas.microsoft.com/office/drawing/2014/main" id="{3CEFF6F4-C041-4E7F-9C99-93B222CB8D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71682" y="3391906"/>
            <a:ext cx="4808784" cy="2769498"/>
          </a:xfrm>
          <a:custGeom>
            <a:avLst/>
            <a:gdLst>
              <a:gd name="connsiteX0" fmla="*/ 4456852 w 7096563"/>
              <a:gd name="connsiteY0" fmla="*/ 382 h 2526654"/>
              <a:gd name="connsiteX1" fmla="*/ 5996285 w 7096563"/>
              <a:gd name="connsiteY1" fmla="*/ 12882 h 2526654"/>
              <a:gd name="connsiteX2" fmla="*/ 7029234 w 7096563"/>
              <a:gd name="connsiteY2" fmla="*/ 444804 h 2526654"/>
              <a:gd name="connsiteX3" fmla="*/ 6956662 w 7096563"/>
              <a:gd name="connsiteY3" fmla="*/ 1562396 h 2526654"/>
              <a:gd name="connsiteX4" fmla="*/ 6145668 w 7096563"/>
              <a:gd name="connsiteY4" fmla="*/ 1942015 h 2526654"/>
              <a:gd name="connsiteX5" fmla="*/ 5837370 w 7096563"/>
              <a:gd name="connsiteY5" fmla="*/ 1959647 h 2526654"/>
              <a:gd name="connsiteX6" fmla="*/ 5815841 w 7096563"/>
              <a:gd name="connsiteY6" fmla="*/ 2526654 h 2526654"/>
              <a:gd name="connsiteX7" fmla="*/ 5303195 w 7096563"/>
              <a:gd name="connsiteY7" fmla="*/ 1946413 h 2526654"/>
              <a:gd name="connsiteX8" fmla="*/ 5039055 w 7096563"/>
              <a:gd name="connsiteY8" fmla="*/ 1933347 h 2526654"/>
              <a:gd name="connsiteX9" fmla="*/ 875181 w 7096563"/>
              <a:gd name="connsiteY9" fmla="*/ 1954285 h 2526654"/>
              <a:gd name="connsiteX10" fmla="*/ 149462 w 7096563"/>
              <a:gd name="connsiteY10" fmla="*/ 1489824 h 2526654"/>
              <a:gd name="connsiteX11" fmla="*/ 33346 w 7096563"/>
              <a:gd name="connsiteY11" fmla="*/ 604461 h 2526654"/>
              <a:gd name="connsiteX12" fmla="*/ 761024 w 7096563"/>
              <a:gd name="connsiteY12" fmla="*/ 99968 h 2526654"/>
              <a:gd name="connsiteX13" fmla="*/ 2289456 w 7096563"/>
              <a:gd name="connsiteY13" fmla="*/ 35686 h 2526654"/>
              <a:gd name="connsiteX14" fmla="*/ 2355877 w 7096563"/>
              <a:gd name="connsiteY14" fmla="*/ 33952 h 2526654"/>
              <a:gd name="connsiteX15" fmla="*/ 2355877 w 7096563"/>
              <a:gd name="connsiteY15" fmla="*/ 18770 h 2526654"/>
              <a:gd name="connsiteX16" fmla="*/ 2878392 w 7096563"/>
              <a:gd name="connsiteY16" fmla="*/ 18770 h 2526654"/>
              <a:gd name="connsiteX17" fmla="*/ 2878392 w 7096563"/>
              <a:gd name="connsiteY17" fmla="*/ 20840 h 2526654"/>
              <a:gd name="connsiteX18" fmla="*/ 3326250 w 7096563"/>
              <a:gd name="connsiteY18" fmla="*/ 11889 h 2526654"/>
              <a:gd name="connsiteX19" fmla="*/ 4456852 w 7096563"/>
              <a:gd name="connsiteY19" fmla="*/ 382 h 2526654"/>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355877 w 7096563"/>
              <a:gd name="connsiteY14" fmla="*/ 33570 h 2526272"/>
              <a:gd name="connsiteX15" fmla="*/ 2878392 w 7096563"/>
              <a:gd name="connsiteY15" fmla="*/ 18388 h 2526272"/>
              <a:gd name="connsiteX16" fmla="*/ 2878392 w 7096563"/>
              <a:gd name="connsiteY16" fmla="*/ 20458 h 2526272"/>
              <a:gd name="connsiteX17" fmla="*/ 3326250 w 7096563"/>
              <a:gd name="connsiteY17" fmla="*/ 11507 h 2526272"/>
              <a:gd name="connsiteX18" fmla="*/ 4456852 w 7096563"/>
              <a:gd name="connsiteY18"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355877 w 7096563"/>
              <a:gd name="connsiteY14" fmla="*/ 33570 h 2526272"/>
              <a:gd name="connsiteX15" fmla="*/ 2878392 w 7096563"/>
              <a:gd name="connsiteY15" fmla="*/ 18388 h 2526272"/>
              <a:gd name="connsiteX16" fmla="*/ 3326250 w 7096563"/>
              <a:gd name="connsiteY16" fmla="*/ 11507 h 2526272"/>
              <a:gd name="connsiteX17" fmla="*/ 4456852 w 7096563"/>
              <a:gd name="connsiteY17"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2878392 w 7096563"/>
              <a:gd name="connsiteY14" fmla="*/ 18388 h 2526272"/>
              <a:gd name="connsiteX15" fmla="*/ 3326250 w 7096563"/>
              <a:gd name="connsiteY15" fmla="*/ 11507 h 2526272"/>
              <a:gd name="connsiteX16" fmla="*/ 4456852 w 7096563"/>
              <a:gd name="connsiteY16"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3326250 w 7096563"/>
              <a:gd name="connsiteY14" fmla="*/ 11507 h 2526272"/>
              <a:gd name="connsiteX15" fmla="*/ 4456852 w 7096563"/>
              <a:gd name="connsiteY15" fmla="*/ 0 h 2526272"/>
              <a:gd name="connsiteX0" fmla="*/ 4456852 w 7096563"/>
              <a:gd name="connsiteY0" fmla="*/ 0 h 2526272"/>
              <a:gd name="connsiteX1" fmla="*/ 5996285 w 7096563"/>
              <a:gd name="connsiteY1" fmla="*/ 12500 h 2526272"/>
              <a:gd name="connsiteX2" fmla="*/ 7029234 w 7096563"/>
              <a:gd name="connsiteY2" fmla="*/ 444422 h 2526272"/>
              <a:gd name="connsiteX3" fmla="*/ 6956662 w 7096563"/>
              <a:gd name="connsiteY3" fmla="*/ 1562014 h 2526272"/>
              <a:gd name="connsiteX4" fmla="*/ 6145668 w 7096563"/>
              <a:gd name="connsiteY4" fmla="*/ 1941633 h 2526272"/>
              <a:gd name="connsiteX5" fmla="*/ 5837370 w 7096563"/>
              <a:gd name="connsiteY5" fmla="*/ 1959265 h 2526272"/>
              <a:gd name="connsiteX6" fmla="*/ 5815841 w 7096563"/>
              <a:gd name="connsiteY6" fmla="*/ 2526272 h 2526272"/>
              <a:gd name="connsiteX7" fmla="*/ 5303195 w 7096563"/>
              <a:gd name="connsiteY7" fmla="*/ 1946031 h 2526272"/>
              <a:gd name="connsiteX8" fmla="*/ 5039055 w 7096563"/>
              <a:gd name="connsiteY8" fmla="*/ 1932965 h 2526272"/>
              <a:gd name="connsiteX9" fmla="*/ 875181 w 7096563"/>
              <a:gd name="connsiteY9" fmla="*/ 1953903 h 2526272"/>
              <a:gd name="connsiteX10" fmla="*/ 149462 w 7096563"/>
              <a:gd name="connsiteY10" fmla="*/ 1489442 h 2526272"/>
              <a:gd name="connsiteX11" fmla="*/ 33346 w 7096563"/>
              <a:gd name="connsiteY11" fmla="*/ 604079 h 2526272"/>
              <a:gd name="connsiteX12" fmla="*/ 761024 w 7096563"/>
              <a:gd name="connsiteY12" fmla="*/ 99586 h 2526272"/>
              <a:gd name="connsiteX13" fmla="*/ 2289456 w 7096563"/>
              <a:gd name="connsiteY13" fmla="*/ 35304 h 2526272"/>
              <a:gd name="connsiteX14" fmla="*/ 4456852 w 7096563"/>
              <a:gd name="connsiteY14" fmla="*/ 0 h 2526272"/>
              <a:gd name="connsiteX0" fmla="*/ 2289456 w 7096563"/>
              <a:gd name="connsiteY0" fmla="*/ 22804 h 2513772"/>
              <a:gd name="connsiteX1" fmla="*/ 5996285 w 7096563"/>
              <a:gd name="connsiteY1" fmla="*/ 0 h 2513772"/>
              <a:gd name="connsiteX2" fmla="*/ 7029234 w 7096563"/>
              <a:gd name="connsiteY2" fmla="*/ 431922 h 2513772"/>
              <a:gd name="connsiteX3" fmla="*/ 6956662 w 7096563"/>
              <a:gd name="connsiteY3" fmla="*/ 1549514 h 2513772"/>
              <a:gd name="connsiteX4" fmla="*/ 6145668 w 7096563"/>
              <a:gd name="connsiteY4" fmla="*/ 1929133 h 2513772"/>
              <a:gd name="connsiteX5" fmla="*/ 5837370 w 7096563"/>
              <a:gd name="connsiteY5" fmla="*/ 1946765 h 2513772"/>
              <a:gd name="connsiteX6" fmla="*/ 5815841 w 7096563"/>
              <a:gd name="connsiteY6" fmla="*/ 2513772 h 2513772"/>
              <a:gd name="connsiteX7" fmla="*/ 5303195 w 7096563"/>
              <a:gd name="connsiteY7" fmla="*/ 1933531 h 2513772"/>
              <a:gd name="connsiteX8" fmla="*/ 5039055 w 7096563"/>
              <a:gd name="connsiteY8" fmla="*/ 1920465 h 2513772"/>
              <a:gd name="connsiteX9" fmla="*/ 875181 w 7096563"/>
              <a:gd name="connsiteY9" fmla="*/ 1941403 h 2513772"/>
              <a:gd name="connsiteX10" fmla="*/ 149462 w 7096563"/>
              <a:gd name="connsiteY10" fmla="*/ 1476942 h 2513772"/>
              <a:gd name="connsiteX11" fmla="*/ 33346 w 7096563"/>
              <a:gd name="connsiteY11" fmla="*/ 591579 h 2513772"/>
              <a:gd name="connsiteX12" fmla="*/ 761024 w 7096563"/>
              <a:gd name="connsiteY12" fmla="*/ 87086 h 2513772"/>
              <a:gd name="connsiteX13" fmla="*/ 2289456 w 7096563"/>
              <a:gd name="connsiteY13" fmla="*/ 22804 h 2513772"/>
              <a:gd name="connsiteX0" fmla="*/ 2289456 w 7096563"/>
              <a:gd name="connsiteY0" fmla="*/ 33636 h 2524604"/>
              <a:gd name="connsiteX1" fmla="*/ 5996285 w 7096563"/>
              <a:gd name="connsiteY1" fmla="*/ 10832 h 2524604"/>
              <a:gd name="connsiteX2" fmla="*/ 7029234 w 7096563"/>
              <a:gd name="connsiteY2" fmla="*/ 442754 h 2524604"/>
              <a:gd name="connsiteX3" fmla="*/ 6956662 w 7096563"/>
              <a:gd name="connsiteY3" fmla="*/ 1560346 h 2524604"/>
              <a:gd name="connsiteX4" fmla="*/ 6145668 w 7096563"/>
              <a:gd name="connsiteY4" fmla="*/ 1939965 h 2524604"/>
              <a:gd name="connsiteX5" fmla="*/ 5837370 w 7096563"/>
              <a:gd name="connsiteY5" fmla="*/ 1957597 h 2524604"/>
              <a:gd name="connsiteX6" fmla="*/ 5815841 w 7096563"/>
              <a:gd name="connsiteY6" fmla="*/ 2524604 h 2524604"/>
              <a:gd name="connsiteX7" fmla="*/ 5303195 w 7096563"/>
              <a:gd name="connsiteY7" fmla="*/ 1944363 h 2524604"/>
              <a:gd name="connsiteX8" fmla="*/ 5039055 w 7096563"/>
              <a:gd name="connsiteY8" fmla="*/ 1931297 h 2524604"/>
              <a:gd name="connsiteX9" fmla="*/ 875181 w 7096563"/>
              <a:gd name="connsiteY9" fmla="*/ 1952235 h 2524604"/>
              <a:gd name="connsiteX10" fmla="*/ 149462 w 7096563"/>
              <a:gd name="connsiteY10" fmla="*/ 1487774 h 2524604"/>
              <a:gd name="connsiteX11" fmla="*/ 33346 w 7096563"/>
              <a:gd name="connsiteY11" fmla="*/ 602411 h 2524604"/>
              <a:gd name="connsiteX12" fmla="*/ 761024 w 7096563"/>
              <a:gd name="connsiteY12" fmla="*/ 97918 h 2524604"/>
              <a:gd name="connsiteX13" fmla="*/ 2289456 w 7096563"/>
              <a:gd name="connsiteY13" fmla="*/ 33636 h 2524604"/>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446227"/>
              <a:gd name="connsiteX1" fmla="*/ 5996285 w 7096563"/>
              <a:gd name="connsiteY1" fmla="*/ 10832 h 2446227"/>
              <a:gd name="connsiteX2" fmla="*/ 7029234 w 7096563"/>
              <a:gd name="connsiteY2" fmla="*/ 442754 h 2446227"/>
              <a:gd name="connsiteX3" fmla="*/ 6956662 w 7096563"/>
              <a:gd name="connsiteY3" fmla="*/ 1560346 h 2446227"/>
              <a:gd name="connsiteX4" fmla="*/ 6145668 w 7096563"/>
              <a:gd name="connsiteY4" fmla="*/ 1939965 h 2446227"/>
              <a:gd name="connsiteX5" fmla="*/ 5837370 w 7096563"/>
              <a:gd name="connsiteY5" fmla="*/ 1957597 h 2446227"/>
              <a:gd name="connsiteX6" fmla="*/ 5801458 w 7096563"/>
              <a:gd name="connsiteY6" fmla="*/ 2446227 h 2446227"/>
              <a:gd name="connsiteX7" fmla="*/ 5303195 w 7096563"/>
              <a:gd name="connsiteY7" fmla="*/ 1944363 h 2446227"/>
              <a:gd name="connsiteX8" fmla="*/ 5039055 w 7096563"/>
              <a:gd name="connsiteY8" fmla="*/ 1931297 h 2446227"/>
              <a:gd name="connsiteX9" fmla="*/ 875181 w 7096563"/>
              <a:gd name="connsiteY9" fmla="*/ 1952235 h 2446227"/>
              <a:gd name="connsiteX10" fmla="*/ 149462 w 7096563"/>
              <a:gd name="connsiteY10" fmla="*/ 1487774 h 2446227"/>
              <a:gd name="connsiteX11" fmla="*/ 33346 w 7096563"/>
              <a:gd name="connsiteY11" fmla="*/ 602411 h 2446227"/>
              <a:gd name="connsiteX12" fmla="*/ 761024 w 7096563"/>
              <a:gd name="connsiteY12" fmla="*/ 97918 h 2446227"/>
              <a:gd name="connsiteX13" fmla="*/ 2289456 w 7096563"/>
              <a:gd name="connsiteY13" fmla="*/ 33636 h 2446227"/>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875181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289456 w 7096563"/>
              <a:gd name="connsiteY0" fmla="*/ 33636 h 2397161"/>
              <a:gd name="connsiteX1" fmla="*/ 5996285 w 7096563"/>
              <a:gd name="connsiteY1" fmla="*/ 10832 h 2397161"/>
              <a:gd name="connsiteX2" fmla="*/ 7029234 w 7096563"/>
              <a:gd name="connsiteY2" fmla="*/ 442754 h 2397161"/>
              <a:gd name="connsiteX3" fmla="*/ 6956662 w 7096563"/>
              <a:gd name="connsiteY3" fmla="*/ 1560346 h 2397161"/>
              <a:gd name="connsiteX4" fmla="*/ 6145668 w 7096563"/>
              <a:gd name="connsiteY4" fmla="*/ 1939965 h 2397161"/>
              <a:gd name="connsiteX5" fmla="*/ 5837370 w 7096563"/>
              <a:gd name="connsiteY5" fmla="*/ 1957597 h 2397161"/>
              <a:gd name="connsiteX6" fmla="*/ 5791636 w 7096563"/>
              <a:gd name="connsiteY6" fmla="*/ 2397161 h 2397161"/>
              <a:gd name="connsiteX7" fmla="*/ 5303195 w 7096563"/>
              <a:gd name="connsiteY7" fmla="*/ 1944363 h 2397161"/>
              <a:gd name="connsiteX8" fmla="*/ 5039055 w 7096563"/>
              <a:gd name="connsiteY8" fmla="*/ 1931297 h 2397161"/>
              <a:gd name="connsiteX9" fmla="*/ 748423 w 7096563"/>
              <a:gd name="connsiteY9" fmla="*/ 1952235 h 2397161"/>
              <a:gd name="connsiteX10" fmla="*/ 149462 w 7096563"/>
              <a:gd name="connsiteY10" fmla="*/ 1487774 h 2397161"/>
              <a:gd name="connsiteX11" fmla="*/ 33346 w 7096563"/>
              <a:gd name="connsiteY11" fmla="*/ 602411 h 2397161"/>
              <a:gd name="connsiteX12" fmla="*/ 761024 w 7096563"/>
              <a:gd name="connsiteY12" fmla="*/ 97918 h 2397161"/>
              <a:gd name="connsiteX13" fmla="*/ 2289456 w 7096563"/>
              <a:gd name="connsiteY13" fmla="*/ 33636 h 2397161"/>
              <a:gd name="connsiteX0" fmla="*/ 2347315 w 7154422"/>
              <a:gd name="connsiteY0" fmla="*/ 33636 h 2397161"/>
              <a:gd name="connsiteX1" fmla="*/ 6054144 w 7154422"/>
              <a:gd name="connsiteY1" fmla="*/ 10832 h 2397161"/>
              <a:gd name="connsiteX2" fmla="*/ 7087093 w 7154422"/>
              <a:gd name="connsiteY2" fmla="*/ 442754 h 2397161"/>
              <a:gd name="connsiteX3" fmla="*/ 7014521 w 7154422"/>
              <a:gd name="connsiteY3" fmla="*/ 1560346 h 2397161"/>
              <a:gd name="connsiteX4" fmla="*/ 6203527 w 7154422"/>
              <a:gd name="connsiteY4" fmla="*/ 1939965 h 2397161"/>
              <a:gd name="connsiteX5" fmla="*/ 5895229 w 7154422"/>
              <a:gd name="connsiteY5" fmla="*/ 1957597 h 2397161"/>
              <a:gd name="connsiteX6" fmla="*/ 5849495 w 7154422"/>
              <a:gd name="connsiteY6" fmla="*/ 2397161 h 2397161"/>
              <a:gd name="connsiteX7" fmla="*/ 5361054 w 7154422"/>
              <a:gd name="connsiteY7" fmla="*/ 1944363 h 2397161"/>
              <a:gd name="connsiteX8" fmla="*/ 5096914 w 7154422"/>
              <a:gd name="connsiteY8" fmla="*/ 1931297 h 2397161"/>
              <a:gd name="connsiteX9" fmla="*/ 806282 w 7154422"/>
              <a:gd name="connsiteY9" fmla="*/ 1952235 h 2397161"/>
              <a:gd name="connsiteX10" fmla="*/ 80562 w 7154422"/>
              <a:gd name="connsiteY10" fmla="*/ 1494506 h 2397161"/>
              <a:gd name="connsiteX11" fmla="*/ 91205 w 7154422"/>
              <a:gd name="connsiteY11" fmla="*/ 602411 h 2397161"/>
              <a:gd name="connsiteX12" fmla="*/ 818883 w 7154422"/>
              <a:gd name="connsiteY12" fmla="*/ 97918 h 2397161"/>
              <a:gd name="connsiteX13" fmla="*/ 2347315 w 7154422"/>
              <a:gd name="connsiteY13" fmla="*/ 33636 h 2397161"/>
              <a:gd name="connsiteX0" fmla="*/ 2353100 w 7160207"/>
              <a:gd name="connsiteY0" fmla="*/ 33636 h 2397161"/>
              <a:gd name="connsiteX1" fmla="*/ 6059929 w 7160207"/>
              <a:gd name="connsiteY1" fmla="*/ 10832 h 2397161"/>
              <a:gd name="connsiteX2" fmla="*/ 7092878 w 7160207"/>
              <a:gd name="connsiteY2" fmla="*/ 442754 h 2397161"/>
              <a:gd name="connsiteX3" fmla="*/ 7020306 w 7160207"/>
              <a:gd name="connsiteY3" fmla="*/ 1560346 h 2397161"/>
              <a:gd name="connsiteX4" fmla="*/ 6209312 w 7160207"/>
              <a:gd name="connsiteY4" fmla="*/ 1939965 h 2397161"/>
              <a:gd name="connsiteX5" fmla="*/ 5901014 w 7160207"/>
              <a:gd name="connsiteY5" fmla="*/ 1957597 h 2397161"/>
              <a:gd name="connsiteX6" fmla="*/ 5855280 w 7160207"/>
              <a:gd name="connsiteY6" fmla="*/ 2397161 h 2397161"/>
              <a:gd name="connsiteX7" fmla="*/ 5366839 w 7160207"/>
              <a:gd name="connsiteY7" fmla="*/ 1944363 h 2397161"/>
              <a:gd name="connsiteX8" fmla="*/ 5102699 w 7160207"/>
              <a:gd name="connsiteY8" fmla="*/ 1931297 h 2397161"/>
              <a:gd name="connsiteX9" fmla="*/ 812067 w 7160207"/>
              <a:gd name="connsiteY9" fmla="*/ 1952235 h 2397161"/>
              <a:gd name="connsiteX10" fmla="*/ 86347 w 7160207"/>
              <a:gd name="connsiteY10" fmla="*/ 1494506 h 2397161"/>
              <a:gd name="connsiteX11" fmla="*/ 81145 w 7160207"/>
              <a:gd name="connsiteY11" fmla="*/ 568748 h 2397161"/>
              <a:gd name="connsiteX12" fmla="*/ 824668 w 7160207"/>
              <a:gd name="connsiteY12" fmla="*/ 97918 h 2397161"/>
              <a:gd name="connsiteX13" fmla="*/ 2353100 w 7160207"/>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377216 w 7170584"/>
              <a:gd name="connsiteY7" fmla="*/ 1944363 h 2397161"/>
              <a:gd name="connsiteX8" fmla="*/ 5113076 w 7170584"/>
              <a:gd name="connsiteY8" fmla="*/ 1931297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377216 w 7170584"/>
              <a:gd name="connsiteY7" fmla="*/ 1944363 h 2397161"/>
              <a:gd name="connsiteX8" fmla="*/ 4891248 w 7170584"/>
              <a:gd name="connsiteY8" fmla="*/ 1944763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97161"/>
              <a:gd name="connsiteX1" fmla="*/ 6070306 w 7170584"/>
              <a:gd name="connsiteY1" fmla="*/ 10832 h 2397161"/>
              <a:gd name="connsiteX2" fmla="*/ 7103255 w 7170584"/>
              <a:gd name="connsiteY2" fmla="*/ 442754 h 2397161"/>
              <a:gd name="connsiteX3" fmla="*/ 7030683 w 7170584"/>
              <a:gd name="connsiteY3" fmla="*/ 1560346 h 2397161"/>
              <a:gd name="connsiteX4" fmla="*/ 6219689 w 7170584"/>
              <a:gd name="connsiteY4" fmla="*/ 1939965 h 2397161"/>
              <a:gd name="connsiteX5" fmla="*/ 5911391 w 7170584"/>
              <a:gd name="connsiteY5" fmla="*/ 1957597 h 2397161"/>
              <a:gd name="connsiteX6" fmla="*/ 5865657 w 7170584"/>
              <a:gd name="connsiteY6" fmla="*/ 2397161 h 2397161"/>
              <a:gd name="connsiteX7" fmla="*/ 5218769 w 7170584"/>
              <a:gd name="connsiteY7" fmla="*/ 1944363 h 2397161"/>
              <a:gd name="connsiteX8" fmla="*/ 4891248 w 7170584"/>
              <a:gd name="connsiteY8" fmla="*/ 1944763 h 2397161"/>
              <a:gd name="connsiteX9" fmla="*/ 822444 w 7170584"/>
              <a:gd name="connsiteY9" fmla="*/ 1952235 h 2397161"/>
              <a:gd name="connsiteX10" fmla="*/ 96724 w 7170584"/>
              <a:gd name="connsiteY10" fmla="*/ 1494506 h 2397161"/>
              <a:gd name="connsiteX11" fmla="*/ 91522 w 7170584"/>
              <a:gd name="connsiteY11" fmla="*/ 568748 h 2397161"/>
              <a:gd name="connsiteX12" fmla="*/ 835045 w 7170584"/>
              <a:gd name="connsiteY12" fmla="*/ 97918 h 2397161"/>
              <a:gd name="connsiteX13" fmla="*/ 2363477 w 7170584"/>
              <a:gd name="connsiteY13" fmla="*/ 33636 h 239716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70231"/>
              <a:gd name="connsiteX1" fmla="*/ 6070306 w 7170584"/>
              <a:gd name="connsiteY1" fmla="*/ 10832 h 2370231"/>
              <a:gd name="connsiteX2" fmla="*/ 7103255 w 7170584"/>
              <a:gd name="connsiteY2" fmla="*/ 442754 h 2370231"/>
              <a:gd name="connsiteX3" fmla="*/ 7030683 w 7170584"/>
              <a:gd name="connsiteY3" fmla="*/ 1560346 h 2370231"/>
              <a:gd name="connsiteX4" fmla="*/ 6219689 w 7170584"/>
              <a:gd name="connsiteY4" fmla="*/ 1939965 h 2370231"/>
              <a:gd name="connsiteX5" fmla="*/ 5911391 w 7170584"/>
              <a:gd name="connsiteY5" fmla="*/ 1957597 h 2370231"/>
              <a:gd name="connsiteX6" fmla="*/ 5675521 w 7170584"/>
              <a:gd name="connsiteY6" fmla="*/ 2370231 h 2370231"/>
              <a:gd name="connsiteX7" fmla="*/ 5218769 w 7170584"/>
              <a:gd name="connsiteY7" fmla="*/ 1944363 h 2370231"/>
              <a:gd name="connsiteX8" fmla="*/ 4891248 w 7170584"/>
              <a:gd name="connsiteY8" fmla="*/ 1944763 h 2370231"/>
              <a:gd name="connsiteX9" fmla="*/ 822444 w 7170584"/>
              <a:gd name="connsiteY9" fmla="*/ 1952235 h 2370231"/>
              <a:gd name="connsiteX10" fmla="*/ 96724 w 7170584"/>
              <a:gd name="connsiteY10" fmla="*/ 1494506 h 2370231"/>
              <a:gd name="connsiteX11" fmla="*/ 91522 w 7170584"/>
              <a:gd name="connsiteY11" fmla="*/ 568748 h 2370231"/>
              <a:gd name="connsiteX12" fmla="*/ 835045 w 7170584"/>
              <a:gd name="connsiteY12" fmla="*/ 97918 h 2370231"/>
              <a:gd name="connsiteX13" fmla="*/ 2363477 w 7170584"/>
              <a:gd name="connsiteY13" fmla="*/ 33636 h 2370231"/>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218769 w 7170584"/>
              <a:gd name="connsiteY7" fmla="*/ 1944363 h 2302906"/>
              <a:gd name="connsiteX8" fmla="*/ 4891248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218769 w 7170584"/>
              <a:gd name="connsiteY7" fmla="*/ 1944363 h 2302906"/>
              <a:gd name="connsiteX8" fmla="*/ 4780334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363477 w 7170584"/>
              <a:gd name="connsiteY0" fmla="*/ 33636 h 2302906"/>
              <a:gd name="connsiteX1" fmla="*/ 6070306 w 7170584"/>
              <a:gd name="connsiteY1" fmla="*/ 10832 h 2302906"/>
              <a:gd name="connsiteX2" fmla="*/ 7103255 w 7170584"/>
              <a:gd name="connsiteY2" fmla="*/ 442754 h 2302906"/>
              <a:gd name="connsiteX3" fmla="*/ 7030683 w 7170584"/>
              <a:gd name="connsiteY3" fmla="*/ 1560346 h 2302906"/>
              <a:gd name="connsiteX4" fmla="*/ 6219689 w 7170584"/>
              <a:gd name="connsiteY4" fmla="*/ 1939965 h 2302906"/>
              <a:gd name="connsiteX5" fmla="*/ 5911391 w 7170584"/>
              <a:gd name="connsiteY5" fmla="*/ 1957597 h 2302906"/>
              <a:gd name="connsiteX6" fmla="*/ 5675521 w 7170584"/>
              <a:gd name="connsiteY6" fmla="*/ 2302906 h 2302906"/>
              <a:gd name="connsiteX7" fmla="*/ 5107856 w 7170584"/>
              <a:gd name="connsiteY7" fmla="*/ 1944363 h 2302906"/>
              <a:gd name="connsiteX8" fmla="*/ 4780334 w 7170584"/>
              <a:gd name="connsiteY8" fmla="*/ 1944763 h 2302906"/>
              <a:gd name="connsiteX9" fmla="*/ 822444 w 7170584"/>
              <a:gd name="connsiteY9" fmla="*/ 1952235 h 2302906"/>
              <a:gd name="connsiteX10" fmla="*/ 96724 w 7170584"/>
              <a:gd name="connsiteY10" fmla="*/ 1494506 h 2302906"/>
              <a:gd name="connsiteX11" fmla="*/ 91522 w 7170584"/>
              <a:gd name="connsiteY11" fmla="*/ 568748 h 2302906"/>
              <a:gd name="connsiteX12" fmla="*/ 835045 w 7170584"/>
              <a:gd name="connsiteY12" fmla="*/ 97918 h 2302906"/>
              <a:gd name="connsiteX13" fmla="*/ 2363477 w 7170584"/>
              <a:gd name="connsiteY13" fmla="*/ 33636 h 2302906"/>
              <a:gd name="connsiteX0" fmla="*/ 2411013 w 7170584"/>
              <a:gd name="connsiteY0" fmla="*/ 13172 h 2309372"/>
              <a:gd name="connsiteX1" fmla="*/ 6070306 w 7170584"/>
              <a:gd name="connsiteY1" fmla="*/ 17298 h 2309372"/>
              <a:gd name="connsiteX2" fmla="*/ 7103255 w 7170584"/>
              <a:gd name="connsiteY2" fmla="*/ 449220 h 2309372"/>
              <a:gd name="connsiteX3" fmla="*/ 7030683 w 7170584"/>
              <a:gd name="connsiteY3" fmla="*/ 1566812 h 2309372"/>
              <a:gd name="connsiteX4" fmla="*/ 6219689 w 7170584"/>
              <a:gd name="connsiteY4" fmla="*/ 1946431 h 2309372"/>
              <a:gd name="connsiteX5" fmla="*/ 5911391 w 7170584"/>
              <a:gd name="connsiteY5" fmla="*/ 1964063 h 2309372"/>
              <a:gd name="connsiteX6" fmla="*/ 5675521 w 7170584"/>
              <a:gd name="connsiteY6" fmla="*/ 2309372 h 2309372"/>
              <a:gd name="connsiteX7" fmla="*/ 5107856 w 7170584"/>
              <a:gd name="connsiteY7" fmla="*/ 1950829 h 2309372"/>
              <a:gd name="connsiteX8" fmla="*/ 4780334 w 7170584"/>
              <a:gd name="connsiteY8" fmla="*/ 1951229 h 2309372"/>
              <a:gd name="connsiteX9" fmla="*/ 822444 w 7170584"/>
              <a:gd name="connsiteY9" fmla="*/ 1958701 h 2309372"/>
              <a:gd name="connsiteX10" fmla="*/ 96724 w 7170584"/>
              <a:gd name="connsiteY10" fmla="*/ 1500972 h 2309372"/>
              <a:gd name="connsiteX11" fmla="*/ 91522 w 7170584"/>
              <a:gd name="connsiteY11" fmla="*/ 575214 h 2309372"/>
              <a:gd name="connsiteX12" fmla="*/ 835045 w 7170584"/>
              <a:gd name="connsiteY12" fmla="*/ 104384 h 2309372"/>
              <a:gd name="connsiteX13" fmla="*/ 2411013 w 7170584"/>
              <a:gd name="connsiteY13" fmla="*/ 13172 h 2309372"/>
              <a:gd name="connsiteX0" fmla="*/ 2411013 w 7170584"/>
              <a:gd name="connsiteY0" fmla="*/ 28473 h 2324673"/>
              <a:gd name="connsiteX1" fmla="*/ 6070306 w 7170584"/>
              <a:gd name="connsiteY1" fmla="*/ 32599 h 2324673"/>
              <a:gd name="connsiteX2" fmla="*/ 7103255 w 7170584"/>
              <a:gd name="connsiteY2" fmla="*/ 464521 h 2324673"/>
              <a:gd name="connsiteX3" fmla="*/ 7030683 w 7170584"/>
              <a:gd name="connsiteY3" fmla="*/ 1582113 h 2324673"/>
              <a:gd name="connsiteX4" fmla="*/ 6219689 w 7170584"/>
              <a:gd name="connsiteY4" fmla="*/ 1961732 h 2324673"/>
              <a:gd name="connsiteX5" fmla="*/ 5911391 w 7170584"/>
              <a:gd name="connsiteY5" fmla="*/ 1979364 h 2324673"/>
              <a:gd name="connsiteX6" fmla="*/ 5675521 w 7170584"/>
              <a:gd name="connsiteY6" fmla="*/ 2324673 h 2324673"/>
              <a:gd name="connsiteX7" fmla="*/ 5107856 w 7170584"/>
              <a:gd name="connsiteY7" fmla="*/ 1966130 h 2324673"/>
              <a:gd name="connsiteX8" fmla="*/ 4780334 w 7170584"/>
              <a:gd name="connsiteY8" fmla="*/ 1966530 h 2324673"/>
              <a:gd name="connsiteX9" fmla="*/ 822444 w 7170584"/>
              <a:gd name="connsiteY9" fmla="*/ 1974002 h 2324673"/>
              <a:gd name="connsiteX10" fmla="*/ 96724 w 7170584"/>
              <a:gd name="connsiteY10" fmla="*/ 1516273 h 2324673"/>
              <a:gd name="connsiteX11" fmla="*/ 91522 w 7170584"/>
              <a:gd name="connsiteY11" fmla="*/ 590515 h 2324673"/>
              <a:gd name="connsiteX12" fmla="*/ 835045 w 7170584"/>
              <a:gd name="connsiteY12" fmla="*/ 119685 h 2324673"/>
              <a:gd name="connsiteX13" fmla="*/ 2411013 w 7170584"/>
              <a:gd name="connsiteY13" fmla="*/ 28473 h 2324673"/>
              <a:gd name="connsiteX0" fmla="*/ 2386918 w 7146489"/>
              <a:gd name="connsiteY0" fmla="*/ 28473 h 2324673"/>
              <a:gd name="connsiteX1" fmla="*/ 6046211 w 7146489"/>
              <a:gd name="connsiteY1" fmla="*/ 32599 h 2324673"/>
              <a:gd name="connsiteX2" fmla="*/ 7079160 w 7146489"/>
              <a:gd name="connsiteY2" fmla="*/ 464521 h 2324673"/>
              <a:gd name="connsiteX3" fmla="*/ 7006588 w 7146489"/>
              <a:gd name="connsiteY3" fmla="*/ 1582113 h 2324673"/>
              <a:gd name="connsiteX4" fmla="*/ 6195594 w 7146489"/>
              <a:gd name="connsiteY4" fmla="*/ 1961732 h 2324673"/>
              <a:gd name="connsiteX5" fmla="*/ 5887296 w 7146489"/>
              <a:gd name="connsiteY5" fmla="*/ 1979364 h 2324673"/>
              <a:gd name="connsiteX6" fmla="*/ 5651426 w 7146489"/>
              <a:gd name="connsiteY6" fmla="*/ 2324673 h 2324673"/>
              <a:gd name="connsiteX7" fmla="*/ 5083761 w 7146489"/>
              <a:gd name="connsiteY7" fmla="*/ 1966130 h 2324673"/>
              <a:gd name="connsiteX8" fmla="*/ 4756239 w 7146489"/>
              <a:gd name="connsiteY8" fmla="*/ 1966530 h 2324673"/>
              <a:gd name="connsiteX9" fmla="*/ 798349 w 7146489"/>
              <a:gd name="connsiteY9" fmla="*/ 1974002 h 2324673"/>
              <a:gd name="connsiteX10" fmla="*/ 72629 w 7146489"/>
              <a:gd name="connsiteY10" fmla="*/ 1516273 h 2324673"/>
              <a:gd name="connsiteX11" fmla="*/ 67427 w 7146489"/>
              <a:gd name="connsiteY11" fmla="*/ 590515 h 2324673"/>
              <a:gd name="connsiteX12" fmla="*/ 810950 w 7146489"/>
              <a:gd name="connsiteY12" fmla="*/ 119685 h 2324673"/>
              <a:gd name="connsiteX13" fmla="*/ 2386918 w 7146489"/>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11979 w 7162874"/>
              <a:gd name="connsiteY4" fmla="*/ 1961732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03303 w 7162874"/>
              <a:gd name="connsiteY0" fmla="*/ 28473 h 2324673"/>
              <a:gd name="connsiteX1" fmla="*/ 6062596 w 7162874"/>
              <a:gd name="connsiteY1" fmla="*/ 32599 h 2324673"/>
              <a:gd name="connsiteX2" fmla="*/ 7095545 w 7162874"/>
              <a:gd name="connsiteY2" fmla="*/ 464521 h 2324673"/>
              <a:gd name="connsiteX3" fmla="*/ 7022973 w 7162874"/>
              <a:gd name="connsiteY3" fmla="*/ 1582113 h 2324673"/>
              <a:gd name="connsiteX4" fmla="*/ 6261345 w 7162874"/>
              <a:gd name="connsiteY4" fmla="*/ 1958949 h 2324673"/>
              <a:gd name="connsiteX5" fmla="*/ 5903681 w 7162874"/>
              <a:gd name="connsiteY5" fmla="*/ 1979364 h 2324673"/>
              <a:gd name="connsiteX6" fmla="*/ 5667811 w 7162874"/>
              <a:gd name="connsiteY6" fmla="*/ 2324673 h 2324673"/>
              <a:gd name="connsiteX7" fmla="*/ 5100146 w 7162874"/>
              <a:gd name="connsiteY7" fmla="*/ 1966130 h 2324673"/>
              <a:gd name="connsiteX8" fmla="*/ 4772624 w 7162874"/>
              <a:gd name="connsiteY8" fmla="*/ 1966530 h 2324673"/>
              <a:gd name="connsiteX9" fmla="*/ 814734 w 7162874"/>
              <a:gd name="connsiteY9" fmla="*/ 1974002 h 2324673"/>
              <a:gd name="connsiteX10" fmla="*/ 57324 w 7162874"/>
              <a:gd name="connsiteY10" fmla="*/ 1529738 h 2324673"/>
              <a:gd name="connsiteX11" fmla="*/ 83812 w 7162874"/>
              <a:gd name="connsiteY11" fmla="*/ 590515 h 2324673"/>
              <a:gd name="connsiteX12" fmla="*/ 827335 w 7162874"/>
              <a:gd name="connsiteY12" fmla="*/ 119685 h 2324673"/>
              <a:gd name="connsiteX13" fmla="*/ 2403303 w 7162874"/>
              <a:gd name="connsiteY13" fmla="*/ 28473 h 2324673"/>
              <a:gd name="connsiteX0" fmla="*/ 2415791 w 7175362"/>
              <a:gd name="connsiteY0" fmla="*/ 28473 h 2324673"/>
              <a:gd name="connsiteX1" fmla="*/ 6075084 w 7175362"/>
              <a:gd name="connsiteY1" fmla="*/ 32599 h 2324673"/>
              <a:gd name="connsiteX2" fmla="*/ 7108033 w 7175362"/>
              <a:gd name="connsiteY2" fmla="*/ 464521 h 2324673"/>
              <a:gd name="connsiteX3" fmla="*/ 7035461 w 7175362"/>
              <a:gd name="connsiteY3" fmla="*/ 1582113 h 2324673"/>
              <a:gd name="connsiteX4" fmla="*/ 6273833 w 7175362"/>
              <a:gd name="connsiteY4" fmla="*/ 1958949 h 2324673"/>
              <a:gd name="connsiteX5" fmla="*/ 5916169 w 7175362"/>
              <a:gd name="connsiteY5" fmla="*/ 1979364 h 2324673"/>
              <a:gd name="connsiteX6" fmla="*/ 5680299 w 7175362"/>
              <a:gd name="connsiteY6" fmla="*/ 2324673 h 2324673"/>
              <a:gd name="connsiteX7" fmla="*/ 5112634 w 7175362"/>
              <a:gd name="connsiteY7" fmla="*/ 1966130 h 2324673"/>
              <a:gd name="connsiteX8" fmla="*/ 4785112 w 7175362"/>
              <a:gd name="connsiteY8" fmla="*/ 1966530 h 2324673"/>
              <a:gd name="connsiteX9" fmla="*/ 827222 w 7175362"/>
              <a:gd name="connsiteY9" fmla="*/ 1974002 h 2324673"/>
              <a:gd name="connsiteX10" fmla="*/ 49621 w 7175362"/>
              <a:gd name="connsiteY10" fmla="*/ 1465977 h 2324673"/>
              <a:gd name="connsiteX11" fmla="*/ 96300 w 7175362"/>
              <a:gd name="connsiteY11" fmla="*/ 590515 h 2324673"/>
              <a:gd name="connsiteX12" fmla="*/ 839823 w 7175362"/>
              <a:gd name="connsiteY12" fmla="*/ 119685 h 2324673"/>
              <a:gd name="connsiteX13" fmla="*/ 2415791 w 7175362"/>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41119 w 7189259"/>
              <a:gd name="connsiteY9" fmla="*/ 1974002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11325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26531 w 7189259"/>
              <a:gd name="connsiteY7" fmla="*/ 1966130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99009 w 7189259"/>
              <a:gd name="connsiteY8" fmla="*/ 1966530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29688 w 7189259"/>
              <a:gd name="connsiteY0" fmla="*/ 28473 h 2324673"/>
              <a:gd name="connsiteX1" fmla="*/ 6088981 w 7189259"/>
              <a:gd name="connsiteY1" fmla="*/ 32599 h 2324673"/>
              <a:gd name="connsiteX2" fmla="*/ 7121930 w 7189259"/>
              <a:gd name="connsiteY2" fmla="*/ 464521 h 2324673"/>
              <a:gd name="connsiteX3" fmla="*/ 7049358 w 7189259"/>
              <a:gd name="connsiteY3" fmla="*/ 1582113 h 2324673"/>
              <a:gd name="connsiteX4" fmla="*/ 6287730 w 7189259"/>
              <a:gd name="connsiteY4" fmla="*/ 1958949 h 2324673"/>
              <a:gd name="connsiteX5" fmla="*/ 5930066 w 7189259"/>
              <a:gd name="connsiteY5" fmla="*/ 1979364 h 2324673"/>
              <a:gd name="connsiteX6" fmla="*/ 5694196 w 7189259"/>
              <a:gd name="connsiteY6" fmla="*/ 2324673 h 2324673"/>
              <a:gd name="connsiteX7" fmla="*/ 5159615 w 7189259"/>
              <a:gd name="connsiteY7" fmla="*/ 1991006 h 2324673"/>
              <a:gd name="connsiteX8" fmla="*/ 4787982 w 7189259"/>
              <a:gd name="connsiteY8" fmla="*/ 1971505 h 2324673"/>
              <a:gd name="connsiteX9" fmla="*/ 820928 w 7189259"/>
              <a:gd name="connsiteY9" fmla="*/ 1937567 h 2324673"/>
              <a:gd name="connsiteX10" fmla="*/ 43327 w 7189259"/>
              <a:gd name="connsiteY10" fmla="*/ 1402216 h 2324673"/>
              <a:gd name="connsiteX11" fmla="*/ 110197 w 7189259"/>
              <a:gd name="connsiteY11" fmla="*/ 590515 h 2324673"/>
              <a:gd name="connsiteX12" fmla="*/ 853720 w 7189259"/>
              <a:gd name="connsiteY12" fmla="*/ 119685 h 2324673"/>
              <a:gd name="connsiteX13" fmla="*/ 2429688 w 7189259"/>
              <a:gd name="connsiteY13" fmla="*/ 28473 h 2324673"/>
              <a:gd name="connsiteX0" fmla="*/ 2437790 w 7197361"/>
              <a:gd name="connsiteY0" fmla="*/ 28473 h 2324673"/>
              <a:gd name="connsiteX1" fmla="*/ 6097083 w 7197361"/>
              <a:gd name="connsiteY1" fmla="*/ 32599 h 2324673"/>
              <a:gd name="connsiteX2" fmla="*/ 7130032 w 7197361"/>
              <a:gd name="connsiteY2" fmla="*/ 464521 h 2324673"/>
              <a:gd name="connsiteX3" fmla="*/ 7057460 w 7197361"/>
              <a:gd name="connsiteY3" fmla="*/ 1582113 h 2324673"/>
              <a:gd name="connsiteX4" fmla="*/ 6295832 w 7197361"/>
              <a:gd name="connsiteY4" fmla="*/ 1958949 h 2324673"/>
              <a:gd name="connsiteX5" fmla="*/ 5938168 w 7197361"/>
              <a:gd name="connsiteY5" fmla="*/ 1979364 h 2324673"/>
              <a:gd name="connsiteX6" fmla="*/ 5702298 w 7197361"/>
              <a:gd name="connsiteY6" fmla="*/ 2324673 h 2324673"/>
              <a:gd name="connsiteX7" fmla="*/ 5167717 w 7197361"/>
              <a:gd name="connsiteY7" fmla="*/ 1991006 h 2324673"/>
              <a:gd name="connsiteX8" fmla="*/ 4796084 w 7197361"/>
              <a:gd name="connsiteY8" fmla="*/ 1971505 h 2324673"/>
              <a:gd name="connsiteX9" fmla="*/ 829030 w 7197361"/>
              <a:gd name="connsiteY9" fmla="*/ 1937567 h 2324673"/>
              <a:gd name="connsiteX10" fmla="*/ 40400 w 7197361"/>
              <a:gd name="connsiteY10" fmla="*/ 1382316 h 2324673"/>
              <a:gd name="connsiteX11" fmla="*/ 118299 w 7197361"/>
              <a:gd name="connsiteY11" fmla="*/ 590515 h 2324673"/>
              <a:gd name="connsiteX12" fmla="*/ 861822 w 7197361"/>
              <a:gd name="connsiteY12" fmla="*/ 119685 h 2324673"/>
              <a:gd name="connsiteX13" fmla="*/ 2437790 w 7197361"/>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29032 w 7197363"/>
              <a:gd name="connsiteY9" fmla="*/ 193756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197363"/>
              <a:gd name="connsiteY0" fmla="*/ 28473 h 2324673"/>
              <a:gd name="connsiteX1" fmla="*/ 6097085 w 7197363"/>
              <a:gd name="connsiteY1" fmla="*/ 32599 h 2324673"/>
              <a:gd name="connsiteX2" fmla="*/ 7130034 w 7197363"/>
              <a:gd name="connsiteY2" fmla="*/ 464521 h 2324673"/>
              <a:gd name="connsiteX3" fmla="*/ 7057462 w 7197363"/>
              <a:gd name="connsiteY3" fmla="*/ 1582113 h 2324673"/>
              <a:gd name="connsiteX4" fmla="*/ 6295834 w 7197363"/>
              <a:gd name="connsiteY4" fmla="*/ 1958949 h 2324673"/>
              <a:gd name="connsiteX5" fmla="*/ 5938170 w 7197363"/>
              <a:gd name="connsiteY5" fmla="*/ 1979364 h 2324673"/>
              <a:gd name="connsiteX6" fmla="*/ 5702300 w 7197363"/>
              <a:gd name="connsiteY6" fmla="*/ 2324673 h 2324673"/>
              <a:gd name="connsiteX7" fmla="*/ 5167719 w 7197363"/>
              <a:gd name="connsiteY7" fmla="*/ 1991006 h 2324673"/>
              <a:gd name="connsiteX8" fmla="*/ 4796086 w 7197363"/>
              <a:gd name="connsiteY8" fmla="*/ 1971505 h 2324673"/>
              <a:gd name="connsiteX9" fmla="*/ 840061 w 7197363"/>
              <a:gd name="connsiteY9" fmla="*/ 1927617 h 2324673"/>
              <a:gd name="connsiteX10" fmla="*/ 40402 w 7197363"/>
              <a:gd name="connsiteY10" fmla="*/ 1382316 h 2324673"/>
              <a:gd name="connsiteX11" fmla="*/ 118301 w 7197363"/>
              <a:gd name="connsiteY11" fmla="*/ 590515 h 2324673"/>
              <a:gd name="connsiteX12" fmla="*/ 861824 w 7197363"/>
              <a:gd name="connsiteY12" fmla="*/ 119685 h 2324673"/>
              <a:gd name="connsiteX13" fmla="*/ 2437792 w 7197363"/>
              <a:gd name="connsiteY13" fmla="*/ 28473 h 2324673"/>
              <a:gd name="connsiteX0" fmla="*/ 2437792 w 7220557"/>
              <a:gd name="connsiteY0" fmla="*/ 28473 h 2324673"/>
              <a:gd name="connsiteX1" fmla="*/ 6097085 w 7220557"/>
              <a:gd name="connsiteY1" fmla="*/ 32599 h 2324673"/>
              <a:gd name="connsiteX2" fmla="*/ 7130034 w 7220557"/>
              <a:gd name="connsiteY2" fmla="*/ 464521 h 2324673"/>
              <a:gd name="connsiteX3" fmla="*/ 7101574 w 7220557"/>
              <a:gd name="connsiteY3" fmla="*/ 1567187 h 2324673"/>
              <a:gd name="connsiteX4" fmla="*/ 6295834 w 7220557"/>
              <a:gd name="connsiteY4" fmla="*/ 1958949 h 2324673"/>
              <a:gd name="connsiteX5" fmla="*/ 5938170 w 7220557"/>
              <a:gd name="connsiteY5" fmla="*/ 1979364 h 2324673"/>
              <a:gd name="connsiteX6" fmla="*/ 5702300 w 7220557"/>
              <a:gd name="connsiteY6" fmla="*/ 2324673 h 2324673"/>
              <a:gd name="connsiteX7" fmla="*/ 5167719 w 7220557"/>
              <a:gd name="connsiteY7" fmla="*/ 1991006 h 2324673"/>
              <a:gd name="connsiteX8" fmla="*/ 4796086 w 7220557"/>
              <a:gd name="connsiteY8" fmla="*/ 1971505 h 2324673"/>
              <a:gd name="connsiteX9" fmla="*/ 840061 w 7220557"/>
              <a:gd name="connsiteY9" fmla="*/ 1927617 h 2324673"/>
              <a:gd name="connsiteX10" fmla="*/ 40402 w 7220557"/>
              <a:gd name="connsiteY10" fmla="*/ 1382316 h 2324673"/>
              <a:gd name="connsiteX11" fmla="*/ 118301 w 7220557"/>
              <a:gd name="connsiteY11" fmla="*/ 590515 h 2324673"/>
              <a:gd name="connsiteX12" fmla="*/ 861824 w 7220557"/>
              <a:gd name="connsiteY12" fmla="*/ 119685 h 2324673"/>
              <a:gd name="connsiteX13" fmla="*/ 2437792 w 7220557"/>
              <a:gd name="connsiteY13" fmla="*/ 28473 h 2324673"/>
              <a:gd name="connsiteX0" fmla="*/ 2437792 w 7220557"/>
              <a:gd name="connsiteY0" fmla="*/ 28473 h 2314723"/>
              <a:gd name="connsiteX1" fmla="*/ 6097085 w 7220557"/>
              <a:gd name="connsiteY1" fmla="*/ 32599 h 2314723"/>
              <a:gd name="connsiteX2" fmla="*/ 7130034 w 7220557"/>
              <a:gd name="connsiteY2" fmla="*/ 464521 h 2314723"/>
              <a:gd name="connsiteX3" fmla="*/ 7101574 w 7220557"/>
              <a:gd name="connsiteY3" fmla="*/ 1567187 h 2314723"/>
              <a:gd name="connsiteX4" fmla="*/ 6295834 w 7220557"/>
              <a:gd name="connsiteY4" fmla="*/ 1958949 h 2314723"/>
              <a:gd name="connsiteX5" fmla="*/ 5938170 w 7220557"/>
              <a:gd name="connsiteY5" fmla="*/ 1979364 h 2314723"/>
              <a:gd name="connsiteX6" fmla="*/ 5669215 w 7220557"/>
              <a:gd name="connsiteY6" fmla="*/ 2314723 h 2314723"/>
              <a:gd name="connsiteX7" fmla="*/ 5167719 w 7220557"/>
              <a:gd name="connsiteY7" fmla="*/ 1991006 h 2314723"/>
              <a:gd name="connsiteX8" fmla="*/ 4796086 w 7220557"/>
              <a:gd name="connsiteY8" fmla="*/ 1971505 h 2314723"/>
              <a:gd name="connsiteX9" fmla="*/ 840061 w 7220557"/>
              <a:gd name="connsiteY9" fmla="*/ 1927617 h 2314723"/>
              <a:gd name="connsiteX10" fmla="*/ 40402 w 7220557"/>
              <a:gd name="connsiteY10" fmla="*/ 1382316 h 2314723"/>
              <a:gd name="connsiteX11" fmla="*/ 118301 w 7220557"/>
              <a:gd name="connsiteY11" fmla="*/ 590515 h 2314723"/>
              <a:gd name="connsiteX12" fmla="*/ 861824 w 7220557"/>
              <a:gd name="connsiteY12" fmla="*/ 119685 h 2314723"/>
              <a:gd name="connsiteX13" fmla="*/ 2437792 w 7220557"/>
              <a:gd name="connsiteY13" fmla="*/ 28473 h 231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220557" h="2314723">
                <a:moveTo>
                  <a:pt x="2437792" y="28473"/>
                </a:moveTo>
                <a:cubicBezTo>
                  <a:pt x="3720936" y="-19524"/>
                  <a:pt x="4770035" y="1011"/>
                  <a:pt x="6097085" y="32599"/>
                </a:cubicBezTo>
                <a:cubicBezTo>
                  <a:pt x="6241375" y="32599"/>
                  <a:pt x="6941349" y="44458"/>
                  <a:pt x="7130034" y="464521"/>
                </a:cubicBezTo>
                <a:cubicBezTo>
                  <a:pt x="7207443" y="822538"/>
                  <a:pt x="7299936" y="1107572"/>
                  <a:pt x="7101574" y="1567187"/>
                </a:cubicBezTo>
                <a:cubicBezTo>
                  <a:pt x="7012674" y="1820442"/>
                  <a:pt x="6826441" y="1941454"/>
                  <a:pt x="6295834" y="1958949"/>
                </a:cubicBezTo>
                <a:cubicBezTo>
                  <a:pt x="6201573" y="1967661"/>
                  <a:pt x="6028835" y="1978328"/>
                  <a:pt x="5938170" y="1979364"/>
                </a:cubicBezTo>
                <a:cubicBezTo>
                  <a:pt x="5846464" y="2148329"/>
                  <a:pt x="5703170" y="2299450"/>
                  <a:pt x="5669215" y="2314723"/>
                </a:cubicBezTo>
                <a:cubicBezTo>
                  <a:pt x="5397092" y="2101809"/>
                  <a:pt x="5307818" y="2068828"/>
                  <a:pt x="5167719" y="1991006"/>
                </a:cubicBezTo>
                <a:lnTo>
                  <a:pt x="4796086" y="1971505"/>
                </a:lnTo>
                <a:cubicBezTo>
                  <a:pt x="3970001" y="2004968"/>
                  <a:pt x="1743341" y="1983706"/>
                  <a:pt x="840061" y="1927617"/>
                </a:cubicBezTo>
                <a:cubicBezTo>
                  <a:pt x="393004" y="1877867"/>
                  <a:pt x="110456" y="1617395"/>
                  <a:pt x="40402" y="1382316"/>
                </a:cubicBezTo>
                <a:cubicBezTo>
                  <a:pt x="-46199" y="1071836"/>
                  <a:pt x="18879" y="1018771"/>
                  <a:pt x="118301" y="590515"/>
                </a:cubicBezTo>
                <a:cubicBezTo>
                  <a:pt x="161844" y="286569"/>
                  <a:pt x="632474" y="128192"/>
                  <a:pt x="861824" y="119685"/>
                </a:cubicBezTo>
                <a:cubicBezTo>
                  <a:pt x="1206200" y="97914"/>
                  <a:pt x="1792517" y="47314"/>
                  <a:pt x="2437792" y="28473"/>
                </a:cubicBez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21782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5C7A9D-131C-40C1-8F13-D85902768D37}"/>
              </a:ext>
            </a:extLst>
          </p:cNvPr>
          <p:cNvSpPr>
            <a:spLocks noGrp="1"/>
          </p:cNvSpPr>
          <p:nvPr>
            <p:ph type="title"/>
          </p:nvPr>
        </p:nvSpPr>
        <p:spPr/>
        <p:txBody>
          <a:bodyPr>
            <a:normAutofit/>
          </a:bodyPr>
          <a:lstStyle/>
          <a:p>
            <a:pPr algn="ctr"/>
            <a:r>
              <a:rPr lang="en-AU" sz="6000" dirty="0"/>
              <a:t>Beginning level</a:t>
            </a:r>
          </a:p>
        </p:txBody>
      </p:sp>
      <p:sp>
        <p:nvSpPr>
          <p:cNvPr id="8" name="Content Placeholder 7">
            <a:extLst>
              <a:ext uri="{FF2B5EF4-FFF2-40B4-BE49-F238E27FC236}">
                <a16:creationId xmlns:a16="http://schemas.microsoft.com/office/drawing/2014/main" id="{76534D3C-13FC-4449-9156-2A7A9573AB09}"/>
              </a:ext>
            </a:extLst>
          </p:cNvPr>
          <p:cNvSpPr>
            <a:spLocks noGrp="1"/>
          </p:cNvSpPr>
          <p:nvPr>
            <p:ph idx="1"/>
          </p:nvPr>
        </p:nvSpPr>
        <p:spPr>
          <a:xfrm>
            <a:off x="1020726" y="1736333"/>
            <a:ext cx="10333074" cy="4180687"/>
          </a:xfrm>
        </p:spPr>
        <p:txBody>
          <a:bodyPr anchor="t">
            <a:noAutofit/>
          </a:bodyPr>
          <a:lstStyle/>
          <a:p>
            <a:pPr marL="0" indent="0">
              <a:spcAft>
                <a:spcPts val="200"/>
              </a:spcAft>
              <a:buNone/>
            </a:pPr>
            <a:r>
              <a:rPr lang="en-AU" sz="2500" b="0" dirty="0">
                <a:latin typeface="Abadi Extra Light" panose="020B0204020104020204" pitchFamily="34" charset="0"/>
              </a:rPr>
              <a:t>A </a:t>
            </a:r>
            <a:r>
              <a:rPr lang="en-AU" sz="2500" dirty="0">
                <a:latin typeface="Abadi Extra Light" panose="020B0204020104020204" pitchFamily="34" charset="0"/>
              </a:rPr>
              <a:t>beginner</a:t>
            </a:r>
            <a:r>
              <a:rPr lang="en-AU" sz="2500" b="0" dirty="0">
                <a:latin typeface="Abadi Extra Light" panose="020B0204020104020204" pitchFamily="34" charset="0"/>
              </a:rPr>
              <a:t> at essay writing will be able to include a quote to support an explanation.</a:t>
            </a:r>
          </a:p>
          <a:p>
            <a:pPr marL="0" indent="0">
              <a:spcAft>
                <a:spcPts val="200"/>
              </a:spcAft>
              <a:buNone/>
            </a:pPr>
            <a:r>
              <a:rPr lang="en-AU" sz="2500" b="0" dirty="0">
                <a:latin typeface="Abadi Extra Light" panose="020B0204020104020204" pitchFamily="34" charset="0"/>
              </a:rPr>
              <a:t>You will be able to find some text from their book and include it as a quote.</a:t>
            </a:r>
          </a:p>
          <a:p>
            <a:pPr marL="811213" indent="0">
              <a:spcBef>
                <a:spcPts val="900"/>
              </a:spcBef>
              <a:spcAft>
                <a:spcPts val="200"/>
              </a:spcAft>
              <a:buNone/>
            </a:pPr>
            <a:r>
              <a:rPr lang="en-AU" sz="2800" b="0" i="1" dirty="0">
                <a:solidFill>
                  <a:srgbClr val="002060"/>
                </a:solidFill>
                <a:latin typeface="Abadi Extra Light" panose="020B0204020104020204" pitchFamily="34" charset="0"/>
              </a:rPr>
              <a:t>Subhi is worried that the sparrow on his bed is a sign of death. “Subhi, a sparrow in the house, that’s a sign of death.” (p.11)</a:t>
            </a:r>
          </a:p>
          <a:p>
            <a:pPr>
              <a:spcBef>
                <a:spcPts val="900"/>
              </a:spcBef>
              <a:spcAft>
                <a:spcPts val="200"/>
              </a:spcAft>
              <a:buNone/>
            </a:pPr>
            <a:r>
              <a:rPr lang="en-AU" sz="2500" b="0" dirty="0">
                <a:latin typeface="Abadi Extra Light" panose="020B0204020104020204" pitchFamily="34" charset="0"/>
              </a:rPr>
              <a:t>This example describes an idea and then shows an example from </a:t>
            </a:r>
            <a:r>
              <a:rPr lang="en-AU" sz="2500" b="0" i="1" dirty="0">
                <a:latin typeface="Abadi Extra Light" panose="020B0204020104020204" pitchFamily="34" charset="0"/>
              </a:rPr>
              <a:t>The Bone Sparrow</a:t>
            </a:r>
            <a:r>
              <a:rPr lang="en-AU" sz="2500" b="0" dirty="0">
                <a:latin typeface="Abadi Extra Light" panose="020B0204020104020204" pitchFamily="34" charset="0"/>
              </a:rPr>
              <a:t> using quotation marks (“  ”).</a:t>
            </a:r>
          </a:p>
          <a:p>
            <a:pPr marL="0" indent="0">
              <a:spcBef>
                <a:spcPts val="900"/>
              </a:spcBef>
              <a:spcAft>
                <a:spcPts val="200"/>
              </a:spcAft>
              <a:buNone/>
            </a:pPr>
            <a:r>
              <a:rPr lang="en-AU" sz="2500" b="0" dirty="0">
                <a:solidFill>
                  <a:srgbClr val="C00000"/>
                </a:solidFill>
                <a:latin typeface="Abadi Extra Light" panose="020B0204020104020204" pitchFamily="34" charset="0"/>
              </a:rPr>
              <a:t>The hasn’t really been explained though, and the quote doesn’t add anything that hasn’t already been said.</a:t>
            </a:r>
            <a:endParaRPr lang="en-AU" sz="2500" b="0" dirty="0"/>
          </a:p>
        </p:txBody>
      </p:sp>
    </p:spTree>
    <p:extLst>
      <p:ext uri="{BB962C8B-B14F-4D97-AF65-F5344CB8AC3E}">
        <p14:creationId xmlns:p14="http://schemas.microsoft.com/office/powerpoint/2010/main" val="244930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5C7A9D-131C-40C1-8F13-D85902768D37}"/>
              </a:ext>
            </a:extLst>
          </p:cNvPr>
          <p:cNvSpPr>
            <a:spLocks noGrp="1"/>
          </p:cNvSpPr>
          <p:nvPr>
            <p:ph type="title"/>
          </p:nvPr>
        </p:nvSpPr>
        <p:spPr/>
        <p:txBody>
          <a:bodyPr>
            <a:normAutofit/>
          </a:bodyPr>
          <a:lstStyle/>
          <a:p>
            <a:pPr algn="ctr"/>
            <a:r>
              <a:rPr lang="en-AU" sz="6000" dirty="0"/>
              <a:t>Intermediate level</a:t>
            </a:r>
          </a:p>
        </p:txBody>
      </p:sp>
      <p:sp>
        <p:nvSpPr>
          <p:cNvPr id="8" name="Content Placeholder 7">
            <a:extLst>
              <a:ext uri="{FF2B5EF4-FFF2-40B4-BE49-F238E27FC236}">
                <a16:creationId xmlns:a16="http://schemas.microsoft.com/office/drawing/2014/main" id="{76534D3C-13FC-4449-9156-2A7A9573AB09}"/>
              </a:ext>
            </a:extLst>
          </p:cNvPr>
          <p:cNvSpPr>
            <a:spLocks noGrp="1"/>
          </p:cNvSpPr>
          <p:nvPr>
            <p:ph idx="1"/>
          </p:nvPr>
        </p:nvSpPr>
        <p:spPr>
          <a:xfrm>
            <a:off x="1020726" y="1736333"/>
            <a:ext cx="10333074" cy="4180687"/>
          </a:xfrm>
        </p:spPr>
        <p:txBody>
          <a:bodyPr anchor="t">
            <a:noAutofit/>
          </a:bodyPr>
          <a:lstStyle/>
          <a:p>
            <a:pPr marL="0" indent="0">
              <a:buNone/>
            </a:pPr>
            <a:r>
              <a:rPr lang="en-AU" sz="2600" b="0" dirty="0">
                <a:latin typeface="Abadi Extra Light" panose="020B0204020104020204" pitchFamily="34" charset="0"/>
              </a:rPr>
              <a:t>Someone with a bit more writing experience will be able to include a </a:t>
            </a:r>
            <a:r>
              <a:rPr lang="en-AU" sz="2600" dirty="0">
                <a:latin typeface="Abadi Extra Light" panose="020B0204020104020204" pitchFamily="34" charset="0"/>
              </a:rPr>
              <a:t>more relevant </a:t>
            </a:r>
            <a:r>
              <a:rPr lang="en-AU" sz="2600" b="0" dirty="0">
                <a:latin typeface="Abadi Extra Light" panose="020B0204020104020204" pitchFamily="34" charset="0"/>
              </a:rPr>
              <a:t>quote, and then </a:t>
            </a:r>
            <a:r>
              <a:rPr lang="en-AU" sz="2600" dirty="0">
                <a:latin typeface="Abadi Extra Light" panose="020B0204020104020204" pitchFamily="34" charset="0"/>
              </a:rPr>
              <a:t>explain</a:t>
            </a:r>
            <a:r>
              <a:rPr lang="en-AU" sz="2600" b="0" dirty="0">
                <a:latin typeface="Abadi Extra Light" panose="020B0204020104020204" pitchFamily="34" charset="0"/>
              </a:rPr>
              <a:t> how it is proves the argument.</a:t>
            </a:r>
          </a:p>
          <a:p>
            <a:pPr marL="811213" indent="0">
              <a:spcBef>
                <a:spcPts val="900"/>
              </a:spcBef>
              <a:buNone/>
            </a:pPr>
            <a:r>
              <a:rPr lang="en-AU" sz="2800" b="0" i="1" dirty="0">
                <a:solidFill>
                  <a:srgbClr val="002060"/>
                </a:solidFill>
                <a:latin typeface="Abadi Extra Light" panose="020B0204020104020204" pitchFamily="34" charset="0"/>
              </a:rPr>
              <a:t>Subhi is worried that the sparrow on his bed is a sign of death. “All that I can think is, I’m about to die.” This foreshadows that something bad might happen to Subhi and also suggests that birds will be an important motif throughout the story. (p. 11)</a:t>
            </a:r>
          </a:p>
          <a:p>
            <a:pPr marL="0" indent="0">
              <a:spcBef>
                <a:spcPts val="900"/>
              </a:spcBef>
              <a:buNone/>
            </a:pPr>
            <a:r>
              <a:rPr lang="en-AU" sz="2600" b="0" dirty="0">
                <a:latin typeface="Abadi Extra Light" panose="020B0204020104020204" pitchFamily="34" charset="0"/>
              </a:rPr>
              <a:t>This example explains the way the bird symbolises death and foreshadows something to come.</a:t>
            </a:r>
          </a:p>
          <a:p>
            <a:pPr marL="0" indent="0">
              <a:spcBef>
                <a:spcPts val="900"/>
              </a:spcBef>
              <a:buNone/>
            </a:pPr>
            <a:r>
              <a:rPr lang="en-AU" sz="2600" b="0" dirty="0">
                <a:solidFill>
                  <a:srgbClr val="C00000"/>
                </a:solidFill>
                <a:latin typeface="Abadi Extra Light" panose="020B0204020104020204" pitchFamily="34" charset="0"/>
              </a:rPr>
              <a:t>This is a better explanation, but the quote is not yet </a:t>
            </a:r>
            <a:r>
              <a:rPr lang="en-AU" sz="2600" dirty="0">
                <a:solidFill>
                  <a:srgbClr val="C00000"/>
                </a:solidFill>
                <a:latin typeface="Abadi Extra Light" panose="020B0204020104020204" pitchFamily="34" charset="0"/>
              </a:rPr>
              <a:t>embedded</a:t>
            </a:r>
            <a:r>
              <a:rPr lang="en-AU" sz="2600" b="0" dirty="0">
                <a:solidFill>
                  <a:srgbClr val="C00000"/>
                </a:solidFill>
                <a:latin typeface="Abadi Extra Light" panose="020B0204020104020204" pitchFamily="34" charset="0"/>
              </a:rPr>
              <a:t>.</a:t>
            </a:r>
            <a:endParaRPr lang="en-AU" sz="2600" b="0" dirty="0"/>
          </a:p>
        </p:txBody>
      </p:sp>
    </p:spTree>
    <p:extLst>
      <p:ext uri="{BB962C8B-B14F-4D97-AF65-F5344CB8AC3E}">
        <p14:creationId xmlns:p14="http://schemas.microsoft.com/office/powerpoint/2010/main" val="2823405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5C7A9D-131C-40C1-8F13-D85902768D37}"/>
              </a:ext>
            </a:extLst>
          </p:cNvPr>
          <p:cNvSpPr>
            <a:spLocks noGrp="1"/>
          </p:cNvSpPr>
          <p:nvPr>
            <p:ph type="title"/>
          </p:nvPr>
        </p:nvSpPr>
        <p:spPr/>
        <p:txBody>
          <a:bodyPr>
            <a:normAutofit/>
          </a:bodyPr>
          <a:lstStyle/>
          <a:p>
            <a:pPr algn="ctr"/>
            <a:r>
              <a:rPr lang="en-AU" sz="6000" dirty="0"/>
              <a:t>Advancing level</a:t>
            </a:r>
          </a:p>
        </p:txBody>
      </p:sp>
      <p:sp>
        <p:nvSpPr>
          <p:cNvPr id="8" name="Content Placeholder 7">
            <a:extLst>
              <a:ext uri="{FF2B5EF4-FFF2-40B4-BE49-F238E27FC236}">
                <a16:creationId xmlns:a16="http://schemas.microsoft.com/office/drawing/2014/main" id="{76534D3C-13FC-4449-9156-2A7A9573AB09}"/>
              </a:ext>
            </a:extLst>
          </p:cNvPr>
          <p:cNvSpPr>
            <a:spLocks noGrp="1"/>
          </p:cNvSpPr>
          <p:nvPr>
            <p:ph idx="1"/>
          </p:nvPr>
        </p:nvSpPr>
        <p:spPr>
          <a:xfrm>
            <a:off x="1020726" y="1736333"/>
            <a:ext cx="10333074" cy="4180687"/>
          </a:xfrm>
        </p:spPr>
        <p:txBody>
          <a:bodyPr anchor="t">
            <a:noAutofit/>
          </a:bodyPr>
          <a:lstStyle/>
          <a:p>
            <a:pPr marL="0" indent="0">
              <a:spcAft>
                <a:spcPts val="600"/>
              </a:spcAft>
              <a:buNone/>
            </a:pPr>
            <a:r>
              <a:rPr lang="en-AU" sz="2600" b="0" dirty="0">
                <a:latin typeface="Abadi Extra Light" panose="020B0204020104020204" pitchFamily="34" charset="0"/>
              </a:rPr>
              <a:t>This is where you should be aiming.</a:t>
            </a:r>
          </a:p>
          <a:p>
            <a:pPr marL="811213" indent="0">
              <a:spcBef>
                <a:spcPts val="900"/>
              </a:spcBef>
              <a:spcAft>
                <a:spcPts val="600"/>
              </a:spcAft>
              <a:buNone/>
            </a:pPr>
            <a:r>
              <a:rPr lang="en-AU" sz="2800" b="0" i="1" dirty="0">
                <a:solidFill>
                  <a:srgbClr val="002060"/>
                </a:solidFill>
                <a:latin typeface="Abadi Extra Light" panose="020B0204020104020204" pitchFamily="34" charset="0"/>
              </a:rPr>
              <a:t>Birds often symbolise freedom, but Queenie suggests that “the sparrow was a sign of death.” By making Subhi thinking worry that he’s “about to die”, the bird foreshadows that something bad might happen. (p.11)</a:t>
            </a:r>
          </a:p>
          <a:p>
            <a:pPr>
              <a:spcBef>
                <a:spcPts val="900"/>
              </a:spcBef>
              <a:spcAft>
                <a:spcPts val="600"/>
              </a:spcAft>
              <a:buNone/>
            </a:pPr>
            <a:r>
              <a:rPr lang="en-AU" sz="2600" b="0" dirty="0">
                <a:solidFill>
                  <a:srgbClr val="C00000"/>
                </a:solidFill>
                <a:latin typeface="Abadi Extra Light" panose="020B0204020104020204" pitchFamily="34" charset="0"/>
              </a:rPr>
              <a:t>The quotes are now </a:t>
            </a:r>
            <a:r>
              <a:rPr lang="en-AU" sz="2600" dirty="0">
                <a:solidFill>
                  <a:srgbClr val="C00000"/>
                </a:solidFill>
                <a:latin typeface="Abadi Extra Light" panose="020B0204020104020204" pitchFamily="34" charset="0"/>
              </a:rPr>
              <a:t>embedded</a:t>
            </a:r>
            <a:r>
              <a:rPr lang="en-AU" sz="2600" b="0" dirty="0">
                <a:solidFill>
                  <a:srgbClr val="C00000"/>
                </a:solidFill>
                <a:latin typeface="Abadi Extra Light" panose="020B0204020104020204" pitchFamily="34" charset="0"/>
              </a:rPr>
              <a:t> into the sentences.</a:t>
            </a:r>
          </a:p>
          <a:p>
            <a:pPr>
              <a:spcBef>
                <a:spcPts val="900"/>
              </a:spcBef>
              <a:spcAft>
                <a:spcPts val="600"/>
              </a:spcAft>
            </a:pPr>
            <a:r>
              <a:rPr lang="en-AU" sz="2600" b="0" dirty="0">
                <a:latin typeface="Abadi Extra Light" panose="020B0204020104020204" pitchFamily="34" charset="0"/>
              </a:rPr>
              <a:t>This example contains the same information as the previous one, but it uses fewer words and flows more smoothly.</a:t>
            </a:r>
          </a:p>
          <a:p>
            <a:pPr marL="0" indent="0">
              <a:spcBef>
                <a:spcPts val="900"/>
              </a:spcBef>
              <a:buNone/>
            </a:pPr>
            <a:endParaRPr lang="en-AU" sz="2600" b="0" dirty="0"/>
          </a:p>
        </p:txBody>
      </p:sp>
    </p:spTree>
    <p:extLst>
      <p:ext uri="{BB962C8B-B14F-4D97-AF65-F5344CB8AC3E}">
        <p14:creationId xmlns:p14="http://schemas.microsoft.com/office/powerpoint/2010/main" val="3763545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BAA59-8DAC-4B0F-BB24-C20361E5FA4C}"/>
              </a:ext>
            </a:extLst>
          </p:cNvPr>
          <p:cNvSpPr>
            <a:spLocks noGrp="1"/>
          </p:cNvSpPr>
          <p:nvPr>
            <p:ph type="title"/>
          </p:nvPr>
        </p:nvSpPr>
        <p:spPr>
          <a:xfrm>
            <a:off x="929461" y="613515"/>
            <a:ext cx="10333075" cy="814593"/>
          </a:xfrm>
        </p:spPr>
        <p:txBody>
          <a:bodyPr>
            <a:normAutofit fontScale="90000"/>
          </a:bodyPr>
          <a:lstStyle/>
          <a:p>
            <a:r>
              <a:rPr lang="en-AU" dirty="0"/>
              <a:t>Developing your skill</a:t>
            </a:r>
          </a:p>
        </p:txBody>
      </p:sp>
      <p:sp>
        <p:nvSpPr>
          <p:cNvPr id="3" name="Content Placeholder 2">
            <a:extLst>
              <a:ext uri="{FF2B5EF4-FFF2-40B4-BE49-F238E27FC236}">
                <a16:creationId xmlns:a16="http://schemas.microsoft.com/office/drawing/2014/main" id="{F070DC55-6B07-4618-9A2F-06A8821DF0AF}"/>
              </a:ext>
            </a:extLst>
          </p:cNvPr>
          <p:cNvSpPr>
            <a:spLocks noGrp="1"/>
          </p:cNvSpPr>
          <p:nvPr>
            <p:ph idx="1"/>
          </p:nvPr>
        </p:nvSpPr>
        <p:spPr>
          <a:xfrm>
            <a:off x="581192" y="1428108"/>
            <a:ext cx="11029615" cy="1017141"/>
          </a:xfrm>
        </p:spPr>
        <p:txBody>
          <a:bodyPr anchor="t">
            <a:noAutofit/>
          </a:bodyPr>
          <a:lstStyle/>
          <a:p>
            <a:pPr marL="0" indent="0">
              <a:buNone/>
            </a:pPr>
            <a:r>
              <a:rPr lang="en-AU" b="0" dirty="0"/>
              <a:t>Some of us might be brand new to using quotes. Others might already be embedding like a pro.  </a:t>
            </a:r>
            <a:br>
              <a:rPr lang="en-AU" b="0" dirty="0"/>
            </a:br>
            <a:r>
              <a:rPr lang="en-AU" b="0" dirty="0"/>
              <a:t>What matters is that we can all push ourselves to get better at it.</a:t>
            </a:r>
          </a:p>
        </p:txBody>
      </p:sp>
      <p:graphicFrame>
        <p:nvGraphicFramePr>
          <p:cNvPr id="4" name="Table 3">
            <a:extLst>
              <a:ext uri="{FF2B5EF4-FFF2-40B4-BE49-F238E27FC236}">
                <a16:creationId xmlns:a16="http://schemas.microsoft.com/office/drawing/2014/main" id="{D49CC63D-6332-4EF6-9FF8-96A59E328405}"/>
              </a:ext>
            </a:extLst>
          </p:cNvPr>
          <p:cNvGraphicFramePr>
            <a:graphicFrameLocks noGrp="1"/>
          </p:cNvGraphicFramePr>
          <p:nvPr>
            <p:extLst>
              <p:ext uri="{D42A27DB-BD31-4B8C-83A1-F6EECF244321}">
                <p14:modId xmlns:p14="http://schemas.microsoft.com/office/powerpoint/2010/main" val="3560414164"/>
              </p:ext>
            </p:extLst>
          </p:nvPr>
        </p:nvGraphicFramePr>
        <p:xfrm>
          <a:off x="581192" y="2612571"/>
          <a:ext cx="11029615" cy="4153196"/>
        </p:xfrm>
        <a:graphic>
          <a:graphicData uri="http://schemas.openxmlformats.org/drawingml/2006/table">
            <a:tbl>
              <a:tblPr>
                <a:tableStyleId>{5C22544A-7EE6-4342-B048-85BDC9FD1C3A}</a:tableStyleId>
              </a:tblPr>
              <a:tblGrid>
                <a:gridCol w="3675827">
                  <a:extLst>
                    <a:ext uri="{9D8B030D-6E8A-4147-A177-3AD203B41FA5}">
                      <a16:colId xmlns:a16="http://schemas.microsoft.com/office/drawing/2014/main" val="1418821851"/>
                    </a:ext>
                  </a:extLst>
                </a:gridCol>
                <a:gridCol w="3676894">
                  <a:extLst>
                    <a:ext uri="{9D8B030D-6E8A-4147-A177-3AD203B41FA5}">
                      <a16:colId xmlns:a16="http://schemas.microsoft.com/office/drawing/2014/main" val="422247818"/>
                    </a:ext>
                  </a:extLst>
                </a:gridCol>
                <a:gridCol w="3676894">
                  <a:extLst>
                    <a:ext uri="{9D8B030D-6E8A-4147-A177-3AD203B41FA5}">
                      <a16:colId xmlns:a16="http://schemas.microsoft.com/office/drawing/2014/main" val="3113449372"/>
                    </a:ext>
                  </a:extLst>
                </a:gridCol>
              </a:tblGrid>
              <a:tr h="286692">
                <a:tc>
                  <a:txBody>
                    <a:bodyPr/>
                    <a:lstStyle/>
                    <a:p>
                      <a:pPr algn="ctr">
                        <a:lnSpc>
                          <a:spcPct val="107000"/>
                        </a:lnSpc>
                        <a:spcAft>
                          <a:spcPts val="800"/>
                        </a:spcAft>
                      </a:pPr>
                      <a:r>
                        <a:rPr lang="en-AU" sz="1800" b="1" dirty="0">
                          <a:solidFill>
                            <a:schemeClr val="bg1"/>
                          </a:solidFill>
                          <a:effectLst>
                            <a:outerShdw blurRad="38100" dist="38100" dir="2700000" algn="tl">
                              <a:srgbClr val="000000">
                                <a:alpha val="43137"/>
                              </a:srgbClr>
                            </a:outerShdw>
                          </a:effectLst>
                          <a:latin typeface="+mj-lt"/>
                        </a:rPr>
                        <a:t>Beginning</a:t>
                      </a:r>
                      <a:endParaRPr lang="en-AU" sz="1800" b="1" dirty="0">
                        <a:solidFill>
                          <a:schemeClr val="bg1"/>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F9A2A"/>
                    </a:solidFill>
                  </a:tcPr>
                </a:tc>
                <a:tc>
                  <a:txBody>
                    <a:bodyPr/>
                    <a:lstStyle/>
                    <a:p>
                      <a:pPr algn="ctr">
                        <a:lnSpc>
                          <a:spcPct val="107000"/>
                        </a:lnSpc>
                        <a:spcAft>
                          <a:spcPts val="800"/>
                        </a:spcAft>
                      </a:pPr>
                      <a:r>
                        <a:rPr lang="en-AU" sz="1800" b="1" dirty="0">
                          <a:solidFill>
                            <a:schemeClr val="bg1"/>
                          </a:solidFill>
                          <a:effectLst>
                            <a:outerShdw blurRad="38100" dist="38100" dir="2700000" algn="tl">
                              <a:srgbClr val="000000">
                                <a:alpha val="43137"/>
                              </a:srgbClr>
                            </a:outerShdw>
                          </a:effectLst>
                          <a:latin typeface="+mj-lt"/>
                        </a:rPr>
                        <a:t>Intermediate</a:t>
                      </a:r>
                      <a:endParaRPr lang="en-AU" sz="1800" b="1" dirty="0">
                        <a:solidFill>
                          <a:schemeClr val="bg1"/>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C61C"/>
                    </a:solidFill>
                  </a:tcPr>
                </a:tc>
                <a:tc>
                  <a:txBody>
                    <a:bodyPr/>
                    <a:lstStyle/>
                    <a:p>
                      <a:pPr algn="ctr">
                        <a:lnSpc>
                          <a:spcPct val="107000"/>
                        </a:lnSpc>
                        <a:spcAft>
                          <a:spcPts val="800"/>
                        </a:spcAft>
                      </a:pPr>
                      <a:r>
                        <a:rPr lang="en-AU" sz="1800" b="1" dirty="0">
                          <a:solidFill>
                            <a:schemeClr val="bg1"/>
                          </a:solidFill>
                          <a:effectLst>
                            <a:outerShdw blurRad="38100" dist="38100" dir="2700000" algn="tl">
                              <a:srgbClr val="000000">
                                <a:alpha val="43137"/>
                              </a:srgbClr>
                            </a:outerShdw>
                          </a:effectLst>
                          <a:latin typeface="+mj-lt"/>
                        </a:rPr>
                        <a:t>Advancing</a:t>
                      </a:r>
                      <a:endParaRPr lang="en-AU" sz="1800" b="1" dirty="0">
                        <a:solidFill>
                          <a:schemeClr val="bg1"/>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D150B"/>
                    </a:solidFill>
                  </a:tcPr>
                </a:tc>
                <a:extLst>
                  <a:ext uri="{0D108BD9-81ED-4DB2-BD59-A6C34878D82A}">
                    <a16:rowId xmlns:a16="http://schemas.microsoft.com/office/drawing/2014/main" val="3839709830"/>
                  </a:ext>
                </a:extLst>
              </a:tr>
              <a:tr h="918927">
                <a:tc>
                  <a:txBody>
                    <a:bodyPr/>
                    <a:lstStyle/>
                    <a:p>
                      <a:pPr algn="l">
                        <a:lnSpc>
                          <a:spcPct val="107000"/>
                        </a:lnSpc>
                        <a:spcAft>
                          <a:spcPts val="800"/>
                        </a:spcAft>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I can include evidence from the text, and I know that they need “quotations marks” around them.</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CE59F"/>
                    </a:solidFill>
                  </a:tcPr>
                </a:tc>
                <a:tc>
                  <a:txBody>
                    <a:bodyPr/>
                    <a:lstStyle/>
                    <a:p>
                      <a:pPr algn="l">
                        <a:lnSpc>
                          <a:spcPct val="107000"/>
                        </a:lnSpc>
                        <a:spcAft>
                          <a:spcPts val="800"/>
                        </a:spcAft>
                      </a:pPr>
                      <a:r>
                        <a:rPr lang="en-AU" sz="1800" dirty="0">
                          <a:effectLst/>
                          <a:latin typeface="Adobe Devanagari" panose="02040503050201020203" pitchFamily="18" charset="0"/>
                          <a:cs typeface="Adobe Devanagari" panose="02040503050201020203" pitchFamily="18" charset="0"/>
                        </a:rPr>
                        <a:t>I can include evidence that relates to my argument, and I make sure to explain why I’ve included the quote.</a:t>
                      </a:r>
                      <a:endParaRPr lang="en-AU" sz="1800" dirty="0">
                        <a:effectLst/>
                        <a:latin typeface="Adobe Devanagari" panose="02040503050201020203" pitchFamily="18" charset="0"/>
                        <a:ea typeface="Calibri" panose="020F0502020204030204" pitchFamily="34" charset="0"/>
                        <a:cs typeface="Adobe Devanagari" panose="02040503050201020203"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EF8D"/>
                    </a:solidFill>
                  </a:tcPr>
                </a:tc>
                <a:tc>
                  <a:txBody>
                    <a:bodyPr/>
                    <a:lstStyle/>
                    <a:p>
                      <a:pPr algn="l">
                        <a:lnSpc>
                          <a:spcPct val="107000"/>
                        </a:lnSpc>
                        <a:spcAft>
                          <a:spcPts val="800"/>
                        </a:spcAft>
                      </a:pPr>
                      <a:r>
                        <a:rPr lang="en-AU" sz="1800" dirty="0">
                          <a:effectLst/>
                          <a:latin typeface="Adobe Devanagari" panose="02040503050201020203" pitchFamily="18" charset="0"/>
                          <a:cs typeface="Adobe Devanagari" panose="02040503050201020203" pitchFamily="18" charset="0"/>
                        </a:rPr>
                        <a:t>I only use the most important words from the quote, and I make them part of my own sentence.</a:t>
                      </a:r>
                      <a:endParaRPr lang="en-AU" sz="1800" dirty="0">
                        <a:effectLst/>
                        <a:latin typeface="Adobe Devanagari" panose="02040503050201020203" pitchFamily="18" charset="0"/>
                        <a:ea typeface="Calibri" panose="020F0502020204030204" pitchFamily="34" charset="0"/>
                        <a:cs typeface="Adobe Devanagari" panose="02040503050201020203"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B9B4"/>
                    </a:solidFill>
                  </a:tcPr>
                </a:tc>
                <a:extLst>
                  <a:ext uri="{0D108BD9-81ED-4DB2-BD59-A6C34878D82A}">
                    <a16:rowId xmlns:a16="http://schemas.microsoft.com/office/drawing/2014/main" val="2545148103"/>
                  </a:ext>
                </a:extLst>
              </a:tr>
              <a:tr h="612618">
                <a:tc>
                  <a:txBody>
                    <a:bodyPr/>
                    <a:lstStyle/>
                    <a:p>
                      <a:pPr algn="l">
                        <a:lnSpc>
                          <a:spcPct val="107000"/>
                        </a:lnSpc>
                        <a:spcAft>
                          <a:spcPts val="800"/>
                        </a:spcAft>
                      </a:pPr>
                      <a:r>
                        <a:rPr lang="en-AU" sz="1800" dirty="0">
                          <a:effectLst/>
                          <a:latin typeface="Adobe Devanagari" panose="02040503050201020203" pitchFamily="18" charset="0"/>
                          <a:cs typeface="Adobe Devanagari" panose="02040503050201020203" pitchFamily="18" charset="0"/>
                        </a:rPr>
                        <a:t>Explanation. </a:t>
                      </a:r>
                      <a:r>
                        <a:rPr lang="en-AU" sz="1800" b="1" dirty="0">
                          <a:effectLst/>
                          <a:latin typeface="Adobe Devanagari" panose="02040503050201020203" pitchFamily="18" charset="0"/>
                          <a:cs typeface="Adobe Devanagari" panose="02040503050201020203" pitchFamily="18" charset="0"/>
                        </a:rPr>
                        <a:t>Quote</a:t>
                      </a:r>
                      <a:r>
                        <a:rPr lang="en-AU" sz="1800" dirty="0">
                          <a:effectLst/>
                          <a:latin typeface="Adobe Devanagari" panose="02040503050201020203" pitchFamily="18" charset="0"/>
                          <a:cs typeface="Adobe Devanagari" panose="02040503050201020203" pitchFamily="18" charset="0"/>
                        </a:rPr>
                        <a:t>. </a:t>
                      </a:r>
                      <a:endParaRPr lang="en-AU" sz="1800" dirty="0">
                        <a:effectLst/>
                        <a:latin typeface="Adobe Devanagari" panose="02040503050201020203" pitchFamily="18" charset="0"/>
                        <a:ea typeface="Calibri" panose="020F0502020204030204" pitchFamily="34" charset="0"/>
                        <a:cs typeface="Adobe Devanagari" panose="02040503050201020203"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CE59F"/>
                    </a:solidFill>
                  </a:tcPr>
                </a:tc>
                <a:tc>
                  <a:txBody>
                    <a:bodyPr/>
                    <a:lstStyle/>
                    <a:p>
                      <a:pPr algn="l">
                        <a:lnSpc>
                          <a:spcPct val="107000"/>
                        </a:lnSpc>
                        <a:spcAft>
                          <a:spcPts val="800"/>
                        </a:spcAft>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Explanation.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Quote</a:t>
                      </a:r>
                      <a:r>
                        <a:rPr lang="en-AU" sz="1800" b="0" dirty="0">
                          <a:effectLst/>
                          <a:latin typeface="Adobe Devanagari" panose="02040503050201020203" pitchFamily="18" charset="0"/>
                          <a:ea typeface="Calibri" panose="020F0502020204030204" pitchFamily="34" charset="0"/>
                          <a:cs typeface="Adobe Devanagari" panose="02040503050201020203" pitchFamily="18" charset="0"/>
                        </a:rPr>
                        <a:t>. </a:t>
                      </a:r>
                      <a:r>
                        <a:rPr lang="en-AU" sz="1800" b="0" i="1" dirty="0">
                          <a:effectLst/>
                          <a:latin typeface="Adobe Devanagari" panose="02040503050201020203" pitchFamily="18" charset="0"/>
                          <a:ea typeface="Calibri" panose="020F0502020204030204" pitchFamily="34" charset="0"/>
                          <a:cs typeface="Adobe Devanagari" panose="02040503050201020203" pitchFamily="18" charset="0"/>
                        </a:rPr>
                        <a:t>Explanation</a:t>
                      </a:r>
                      <a:r>
                        <a:rPr lang="en-AU" sz="1800" b="0" dirty="0">
                          <a:effectLst/>
                          <a:latin typeface="Adobe Devanagari" panose="02040503050201020203" pitchFamily="18" charset="0"/>
                          <a:ea typeface="Calibri" panose="020F0502020204030204" pitchFamily="34" charset="0"/>
                          <a:cs typeface="Adobe Devanagari" panose="02040503050201020203" pitchFamily="18" charset="0"/>
                        </a:rPr>
                        <a:t>.</a:t>
                      </a:r>
                      <a:endParaRPr lang="en-AU" sz="1800" dirty="0">
                        <a:effectLst/>
                        <a:latin typeface="Adobe Devanagari" panose="02040503050201020203" pitchFamily="18" charset="0"/>
                        <a:ea typeface="Calibri" panose="020F0502020204030204" pitchFamily="34" charset="0"/>
                        <a:cs typeface="Adobe Devanagari" panose="02040503050201020203"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EF8D"/>
                    </a:solidFill>
                  </a:tcPr>
                </a:tc>
                <a:tc>
                  <a:txBody>
                    <a:bodyPr/>
                    <a:lstStyle/>
                    <a:p>
                      <a:pPr algn="l">
                        <a:lnSpc>
                          <a:spcPct val="107000"/>
                        </a:lnSpc>
                        <a:spcAft>
                          <a:spcPts val="800"/>
                        </a:spcAft>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Explanation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quote</a:t>
                      </a:r>
                      <a:r>
                        <a:rPr lang="en-AU" sz="1800" b="0" dirty="0">
                          <a:effectLst/>
                          <a:latin typeface="Adobe Devanagari" panose="02040503050201020203" pitchFamily="18" charset="0"/>
                          <a:ea typeface="Calibri" panose="020F0502020204030204" pitchFamily="34" charset="0"/>
                          <a:cs typeface="Adobe Devanagari" panose="02040503050201020203" pitchFamily="18" charset="0"/>
                        </a:rPr>
                        <a:t>). E</a:t>
                      </a: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xplanation,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quote</a:t>
                      </a:r>
                      <a:r>
                        <a:rPr lang="en-AU" sz="1800" b="0" dirty="0">
                          <a:effectLst/>
                          <a:latin typeface="Adobe Devanagari" panose="02040503050201020203" pitchFamily="18" charset="0"/>
                          <a:ea typeface="Calibri" panose="020F0502020204030204" pitchFamily="34" charset="0"/>
                          <a:cs typeface="Adobe Devanagari" panose="02040503050201020203" pitchFamily="18" charset="0"/>
                        </a:rPr>
                        <a:t>)</a:t>
                      </a: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 </a:t>
                      </a:r>
                      <a:r>
                        <a:rPr lang="en-AU" sz="1800" i="1" dirty="0">
                          <a:effectLst/>
                          <a:latin typeface="Adobe Devanagari" panose="02040503050201020203" pitchFamily="18" charset="0"/>
                          <a:ea typeface="Calibri" panose="020F0502020204030204" pitchFamily="34" charset="0"/>
                          <a:cs typeface="Adobe Devanagari" panose="02040503050201020203" pitchFamily="18" charset="0"/>
                        </a:rPr>
                        <a:t>analysis</a:t>
                      </a: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B9B4"/>
                    </a:solidFill>
                  </a:tcPr>
                </a:tc>
                <a:extLst>
                  <a:ext uri="{0D108BD9-81ED-4DB2-BD59-A6C34878D82A}">
                    <a16:rowId xmlns:a16="http://schemas.microsoft.com/office/drawing/2014/main" val="2589403863"/>
                  </a:ext>
                </a:extLst>
              </a:tr>
              <a:tr h="2144163">
                <a:tc>
                  <a:txBody>
                    <a:bodyPr/>
                    <a:lstStyle/>
                    <a:p>
                      <a:pPr algn="l">
                        <a:lnSpc>
                          <a:spcPct val="107000"/>
                        </a:lnSpc>
                        <a:spcAft>
                          <a:spcPts val="800"/>
                        </a:spcAft>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Subhi is worried that the sparrow on his bed is a sign of death.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“Subhi, a sparrow in the house, that’s a sign of death.” (p.11)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ACE59F"/>
                    </a:solidFill>
                  </a:tcPr>
                </a:tc>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Subhi is worried that the sparrow on his bed is a sign of death. </a:t>
                      </a:r>
                      <a:r>
                        <a:rPr lang="en-AU" sz="1800" b="1" dirty="0">
                          <a:effectLst/>
                          <a:latin typeface="Adobe Devanagari" panose="02040503050201020203" pitchFamily="18" charset="0"/>
                          <a:ea typeface="Calibri" panose="020F0502020204030204" pitchFamily="34" charset="0"/>
                          <a:cs typeface="Adobe Devanagari" panose="02040503050201020203" pitchFamily="18" charset="0"/>
                        </a:rPr>
                        <a:t>“All that I can think is, I’m about to die.” </a:t>
                      </a:r>
                      <a:r>
                        <a:rPr lang="en-AU" sz="1800" i="1" dirty="0">
                          <a:effectLst/>
                          <a:latin typeface="Adobe Devanagari" panose="02040503050201020203" pitchFamily="18" charset="0"/>
                          <a:ea typeface="Calibri" panose="020F0502020204030204" pitchFamily="34" charset="0"/>
                          <a:cs typeface="Adobe Devanagari" panose="02040503050201020203" pitchFamily="18" charset="0"/>
                        </a:rPr>
                        <a:t>This foreshadows that something bad might happen to Subhi and also suggests that birds will be an important motif throughout the story</a:t>
                      </a:r>
                      <a:r>
                        <a:rPr lang="en-AU" sz="1800" dirty="0">
                          <a:effectLst/>
                          <a:latin typeface="Adobe Devanagari" panose="02040503050201020203" pitchFamily="18" charset="0"/>
                          <a:ea typeface="Calibri" panose="020F0502020204030204" pitchFamily="34" charset="0"/>
                          <a:cs typeface="Adobe Devanagari" panose="02040503050201020203" pitchFamily="18" charset="0"/>
                        </a:rPr>
                        <a:t>. (p. 11)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1EF8D"/>
                    </a:solidFill>
                  </a:tcPr>
                </a:tc>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AU" sz="1800" b="0" i="0" dirty="0">
                          <a:effectLst/>
                          <a:latin typeface="Adobe Devanagari" panose="02040503050201020203" pitchFamily="18" charset="0"/>
                          <a:ea typeface="Calibri" panose="020F0502020204030204" pitchFamily="34" charset="0"/>
                          <a:cs typeface="Adobe Devanagari" panose="02040503050201020203" pitchFamily="18" charset="0"/>
                        </a:rPr>
                        <a:t>Birds often symbolise freedom, but Queenie suggests that </a:t>
                      </a:r>
                      <a:r>
                        <a:rPr lang="en-AU" sz="1800" b="1" i="0" dirty="0">
                          <a:effectLst/>
                          <a:latin typeface="Adobe Devanagari" panose="02040503050201020203" pitchFamily="18" charset="0"/>
                          <a:ea typeface="Calibri" panose="020F0502020204030204" pitchFamily="34" charset="0"/>
                          <a:cs typeface="Adobe Devanagari" panose="02040503050201020203" pitchFamily="18" charset="0"/>
                        </a:rPr>
                        <a:t>“the sparrow was a sign of death</a:t>
                      </a:r>
                      <a:r>
                        <a:rPr lang="en-AU" sz="1800" b="0" i="0" dirty="0">
                          <a:effectLst/>
                          <a:latin typeface="Adobe Devanagari" panose="02040503050201020203" pitchFamily="18" charset="0"/>
                          <a:ea typeface="Calibri" panose="020F0502020204030204" pitchFamily="34" charset="0"/>
                          <a:cs typeface="Adobe Devanagari" panose="02040503050201020203" pitchFamily="18" charset="0"/>
                        </a:rPr>
                        <a:t>.” By making Subhi thinking worry that he’s “</a:t>
                      </a:r>
                      <a:r>
                        <a:rPr lang="en-AU" sz="1800" b="1" i="0" dirty="0">
                          <a:effectLst/>
                          <a:latin typeface="Adobe Devanagari" panose="02040503050201020203" pitchFamily="18" charset="0"/>
                          <a:ea typeface="Calibri" panose="020F0502020204030204" pitchFamily="34" charset="0"/>
                          <a:cs typeface="Adobe Devanagari" panose="02040503050201020203" pitchFamily="18" charset="0"/>
                        </a:rPr>
                        <a:t>about to die”,</a:t>
                      </a:r>
                      <a:r>
                        <a:rPr lang="en-AU" sz="1800" b="0" i="0" dirty="0">
                          <a:effectLst/>
                          <a:latin typeface="Adobe Devanagari" panose="02040503050201020203" pitchFamily="18" charset="0"/>
                          <a:ea typeface="Calibri" panose="020F0502020204030204" pitchFamily="34" charset="0"/>
                          <a:cs typeface="Adobe Devanagari" panose="02040503050201020203" pitchFamily="18" charset="0"/>
                        </a:rPr>
                        <a:t> </a:t>
                      </a:r>
                      <a:r>
                        <a:rPr lang="en-AU" sz="1800" b="0" i="1" dirty="0">
                          <a:effectLst/>
                          <a:latin typeface="Adobe Devanagari" panose="02040503050201020203" pitchFamily="18" charset="0"/>
                          <a:ea typeface="Calibri" panose="020F0502020204030204" pitchFamily="34" charset="0"/>
                          <a:cs typeface="Adobe Devanagari" panose="02040503050201020203" pitchFamily="18" charset="0"/>
                        </a:rPr>
                        <a:t>the bird foreshadows that something bad might happen</a:t>
                      </a:r>
                      <a:r>
                        <a:rPr lang="en-AU" sz="1800" b="0" i="0" dirty="0">
                          <a:effectLst/>
                          <a:latin typeface="Adobe Devanagari" panose="02040503050201020203" pitchFamily="18" charset="0"/>
                          <a:ea typeface="Calibri" panose="020F0502020204030204" pitchFamily="34" charset="0"/>
                          <a:cs typeface="Adobe Devanagari" panose="02040503050201020203" pitchFamily="18" charset="0"/>
                        </a:rPr>
                        <a:t>. (p.11)</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AB9B4"/>
                    </a:solidFill>
                  </a:tcPr>
                </a:tc>
                <a:extLst>
                  <a:ext uri="{0D108BD9-81ED-4DB2-BD59-A6C34878D82A}">
                    <a16:rowId xmlns:a16="http://schemas.microsoft.com/office/drawing/2014/main" val="2546509629"/>
                  </a:ext>
                </a:extLst>
              </a:tr>
            </a:tbl>
          </a:graphicData>
        </a:graphic>
      </p:graphicFrame>
    </p:spTree>
    <p:extLst>
      <p:ext uri="{BB962C8B-B14F-4D97-AF65-F5344CB8AC3E}">
        <p14:creationId xmlns:p14="http://schemas.microsoft.com/office/powerpoint/2010/main" val="2132027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96A35EAA-ED80-4FF1-942C-82B1D483A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33683" flipH="1">
            <a:off x="977627" y="481134"/>
            <a:ext cx="9378187" cy="5238589"/>
          </a:xfrm>
          <a:custGeom>
            <a:avLst/>
            <a:gdLst/>
            <a:ahLst/>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solidFill>
            <a:schemeClr val="bg1"/>
          </a:solidFill>
          <a:ln w="1905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415F49B-3CBC-46CF-AFB5-988852D04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33683" flipH="1">
            <a:off x="1010574" y="456230"/>
            <a:ext cx="9378187" cy="5238589"/>
          </a:xfrm>
          <a:custGeom>
            <a:avLst/>
            <a:gdLst/>
            <a:ahLst/>
            <a:cxnLst/>
            <a:rect l="l" t="t" r="r" b="b"/>
            <a:pathLst>
              <a:path w="1237972" h="852489">
                <a:moveTo>
                  <a:pt x="633056" y="852489"/>
                </a:moveTo>
                <a:cubicBezTo>
                  <a:pt x="716495" y="841059"/>
                  <a:pt x="733789" y="812455"/>
                  <a:pt x="825461" y="773218"/>
                </a:cubicBezTo>
                <a:cubicBezTo>
                  <a:pt x="917133" y="733981"/>
                  <a:pt x="1120276" y="716959"/>
                  <a:pt x="1183087" y="617069"/>
                </a:cubicBezTo>
                <a:cubicBezTo>
                  <a:pt x="1245898" y="517180"/>
                  <a:pt x="1258148" y="283568"/>
                  <a:pt x="1202325" y="173881"/>
                </a:cubicBezTo>
                <a:cubicBezTo>
                  <a:pt x="1146502" y="64194"/>
                  <a:pt x="1083676" y="36572"/>
                  <a:pt x="981005" y="19225"/>
                </a:cubicBezTo>
                <a:cubicBezTo>
                  <a:pt x="823274" y="-7425"/>
                  <a:pt x="446352" y="-23746"/>
                  <a:pt x="245994" y="92349"/>
                </a:cubicBezTo>
                <a:cubicBezTo>
                  <a:pt x="45636" y="208444"/>
                  <a:pt x="-47145" y="246094"/>
                  <a:pt x="23501" y="568036"/>
                </a:cubicBezTo>
                <a:cubicBezTo>
                  <a:pt x="51046" y="756743"/>
                  <a:pt x="510357" y="722029"/>
                  <a:pt x="552172" y="730697"/>
                </a:cubicBezTo>
                <a:cubicBezTo>
                  <a:pt x="733623" y="767368"/>
                  <a:pt x="633056" y="852489"/>
                  <a:pt x="633056" y="852489"/>
                </a:cubicBezTo>
                <a:close/>
              </a:path>
            </a:pathLst>
          </a:custGeom>
          <a:noFill/>
          <a:ln w="19050" cap="flat">
            <a:solidFill>
              <a:schemeClr val="tx1"/>
            </a:solidFill>
            <a:prstDash val="solid"/>
            <a:miter/>
          </a:ln>
        </p:spPr>
        <p:txBody>
          <a:bodyPr rtlCol="0" anchor="ctr"/>
          <a:lstStyle/>
          <a:p>
            <a:endParaRPr lang="en-US"/>
          </a:p>
        </p:txBody>
      </p:sp>
      <p:sp useBgFill="1">
        <p:nvSpPr>
          <p:cNvPr id="14" name="Rectangle 13">
            <a:extLst>
              <a:ext uri="{FF2B5EF4-FFF2-40B4-BE49-F238E27FC236}">
                <a16:creationId xmlns:a16="http://schemas.microsoft.com/office/drawing/2014/main" id="{421117CB-D197-45F3-B441-4AC4D215E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778232E-C75B-4B3C-9201-81C077571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975159" y="595085"/>
            <a:ext cx="5457988" cy="5624739"/>
          </a:xfrm>
          <a:custGeom>
            <a:avLst/>
            <a:gdLst>
              <a:gd name="connsiteX0" fmla="*/ 7142118 w 7680682"/>
              <a:gd name="connsiteY0" fmla="*/ 6405352 h 6405386"/>
              <a:gd name="connsiteX1" fmla="*/ 6552830 w 7680682"/>
              <a:gd name="connsiteY1" fmla="*/ 6396252 h 6405386"/>
              <a:gd name="connsiteX2" fmla="*/ 987782 w 7680682"/>
              <a:gd name="connsiteY2" fmla="*/ 6365722 h 6405386"/>
              <a:gd name="connsiteX3" fmla="*/ 0 w 7680682"/>
              <a:gd name="connsiteY3" fmla="*/ 6336938 h 6405386"/>
              <a:gd name="connsiteX4" fmla="*/ 0 w 7680682"/>
              <a:gd name="connsiteY4" fmla="*/ 32372 h 6405386"/>
              <a:gd name="connsiteX5" fmla="*/ 157934 w 7680682"/>
              <a:gd name="connsiteY5" fmla="*/ 32797 h 6405386"/>
              <a:gd name="connsiteX6" fmla="*/ 6431319 w 7680682"/>
              <a:gd name="connsiteY6" fmla="*/ 0 h 6405386"/>
              <a:gd name="connsiteX7" fmla="*/ 7631470 w 7680682"/>
              <a:gd name="connsiteY7" fmla="*/ 30531 h 6405386"/>
              <a:gd name="connsiteX8" fmla="*/ 7560032 w 7680682"/>
              <a:gd name="connsiteY8" fmla="*/ 6274128 h 6405386"/>
              <a:gd name="connsiteX9" fmla="*/ 7394324 w 7680682"/>
              <a:gd name="connsiteY9" fmla="*/ 6402154 h 6405386"/>
              <a:gd name="connsiteX10" fmla="*/ 7142118 w 7680682"/>
              <a:gd name="connsiteY10" fmla="*/ 6405352 h 640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80682" h="6405386">
                <a:moveTo>
                  <a:pt x="7142118" y="6405352"/>
                </a:moveTo>
                <a:cubicBezTo>
                  <a:pt x="6967357" y="6404963"/>
                  <a:pt x="6748379" y="6401325"/>
                  <a:pt x="6552830" y="6396252"/>
                </a:cubicBezTo>
                <a:lnTo>
                  <a:pt x="987782" y="6365722"/>
                </a:lnTo>
                <a:lnTo>
                  <a:pt x="0" y="6336938"/>
                </a:lnTo>
                <a:lnTo>
                  <a:pt x="0" y="32372"/>
                </a:lnTo>
                <a:lnTo>
                  <a:pt x="157934" y="32797"/>
                </a:lnTo>
                <a:cubicBezTo>
                  <a:pt x="2047215" y="35779"/>
                  <a:pt x="4666218" y="0"/>
                  <a:pt x="6431319" y="0"/>
                </a:cubicBezTo>
                <a:cubicBezTo>
                  <a:pt x="6931382" y="30531"/>
                  <a:pt x="7288570" y="-1"/>
                  <a:pt x="7631470" y="30531"/>
                </a:cubicBezTo>
                <a:cubicBezTo>
                  <a:pt x="7736245" y="2096465"/>
                  <a:pt x="7655283" y="4971471"/>
                  <a:pt x="7560032" y="6274128"/>
                </a:cubicBezTo>
                <a:cubicBezTo>
                  <a:pt x="7551842" y="6434165"/>
                  <a:pt x="7558630" y="6381800"/>
                  <a:pt x="7394324" y="6402154"/>
                </a:cubicBezTo>
                <a:cubicBezTo>
                  <a:pt x="7335914" y="6404650"/>
                  <a:pt x="7246975" y="6405586"/>
                  <a:pt x="7142118" y="6405352"/>
                </a:cubicBezTo>
                <a:close/>
              </a:path>
            </a:pathLst>
          </a:cu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1C4CFC6-2F63-4E68-9251-489E1A062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338566" y="472814"/>
            <a:ext cx="4333507" cy="5327363"/>
          </a:xfrm>
          <a:custGeom>
            <a:avLst/>
            <a:gdLst>
              <a:gd name="connsiteX0" fmla="*/ 6058 w 823258"/>
              <a:gd name="connsiteY0" fmla="*/ 673615 h 1272110"/>
              <a:gd name="connsiteX1" fmla="*/ 112452 w 823258"/>
              <a:gd name="connsiteY1" fmla="*/ 471685 h 1272110"/>
              <a:gd name="connsiteX2" fmla="*/ 94736 w 823258"/>
              <a:gd name="connsiteY2" fmla="*/ 159741 h 1272110"/>
              <a:gd name="connsiteX3" fmla="*/ 229419 w 823258"/>
              <a:gd name="connsiteY3" fmla="*/ 14485 h 1272110"/>
              <a:gd name="connsiteX4" fmla="*/ 580225 w 823258"/>
              <a:gd name="connsiteY4" fmla="*/ 3817 h 1272110"/>
              <a:gd name="connsiteX5" fmla="*/ 736149 w 823258"/>
              <a:gd name="connsiteY5" fmla="*/ 195174 h 1272110"/>
              <a:gd name="connsiteX6" fmla="*/ 823017 w 823258"/>
              <a:gd name="connsiteY6" fmla="*/ 912026 h 1272110"/>
              <a:gd name="connsiteX7" fmla="*/ 743293 w 823258"/>
              <a:gd name="connsiteY7" fmla="*/ 1196443 h 1272110"/>
              <a:gd name="connsiteX8" fmla="*/ 310858 w 823258"/>
              <a:gd name="connsiteY8" fmla="*/ 1251402 h 1272110"/>
              <a:gd name="connsiteX9" fmla="*/ 133693 w 823258"/>
              <a:gd name="connsiteY9" fmla="*/ 1020992 h 1272110"/>
              <a:gd name="connsiteX10" fmla="*/ 126549 w 823258"/>
              <a:gd name="connsiteY10" fmla="*/ 606369 h 1272110"/>
              <a:gd name="connsiteX11" fmla="*/ 6058 w 823258"/>
              <a:gd name="connsiteY11" fmla="*/ 673615 h 1272110"/>
              <a:gd name="connsiteX0" fmla="*/ 6097 w 846673"/>
              <a:gd name="connsiteY0" fmla="*/ 673624 h 1266490"/>
              <a:gd name="connsiteX1" fmla="*/ 112491 w 846673"/>
              <a:gd name="connsiteY1" fmla="*/ 471694 h 1266490"/>
              <a:gd name="connsiteX2" fmla="*/ 94775 w 846673"/>
              <a:gd name="connsiteY2" fmla="*/ 159750 h 1266490"/>
              <a:gd name="connsiteX3" fmla="*/ 229458 w 846673"/>
              <a:gd name="connsiteY3" fmla="*/ 14494 h 1266490"/>
              <a:gd name="connsiteX4" fmla="*/ 580264 w 846673"/>
              <a:gd name="connsiteY4" fmla="*/ 3826 h 1266490"/>
              <a:gd name="connsiteX5" fmla="*/ 736188 w 846673"/>
              <a:gd name="connsiteY5" fmla="*/ 195183 h 1266490"/>
              <a:gd name="connsiteX6" fmla="*/ 823056 w 846673"/>
              <a:gd name="connsiteY6" fmla="*/ 912035 h 1266490"/>
              <a:gd name="connsiteX7" fmla="*/ 795891 w 846673"/>
              <a:gd name="connsiteY7" fmla="*/ 1213658 h 1266490"/>
              <a:gd name="connsiteX8" fmla="*/ 310897 w 846673"/>
              <a:gd name="connsiteY8" fmla="*/ 1251411 h 1266490"/>
              <a:gd name="connsiteX9" fmla="*/ 133732 w 846673"/>
              <a:gd name="connsiteY9" fmla="*/ 1021001 h 1266490"/>
              <a:gd name="connsiteX10" fmla="*/ 126588 w 846673"/>
              <a:gd name="connsiteY10" fmla="*/ 606378 h 1266490"/>
              <a:gd name="connsiteX11" fmla="*/ 6097 w 846673"/>
              <a:gd name="connsiteY11" fmla="*/ 673624 h 1266490"/>
              <a:gd name="connsiteX0" fmla="*/ 6097 w 849914"/>
              <a:gd name="connsiteY0" fmla="*/ 673624 h 1273207"/>
              <a:gd name="connsiteX1" fmla="*/ 112491 w 849914"/>
              <a:gd name="connsiteY1" fmla="*/ 471694 h 1273207"/>
              <a:gd name="connsiteX2" fmla="*/ 94775 w 849914"/>
              <a:gd name="connsiteY2" fmla="*/ 159750 h 1273207"/>
              <a:gd name="connsiteX3" fmla="*/ 229458 w 849914"/>
              <a:gd name="connsiteY3" fmla="*/ 14494 h 1273207"/>
              <a:gd name="connsiteX4" fmla="*/ 580264 w 849914"/>
              <a:gd name="connsiteY4" fmla="*/ 3826 h 1273207"/>
              <a:gd name="connsiteX5" fmla="*/ 736188 w 849914"/>
              <a:gd name="connsiteY5" fmla="*/ 195183 h 1273207"/>
              <a:gd name="connsiteX6" fmla="*/ 823056 w 849914"/>
              <a:gd name="connsiteY6" fmla="*/ 912035 h 1273207"/>
              <a:gd name="connsiteX7" fmla="*/ 795891 w 849914"/>
              <a:gd name="connsiteY7" fmla="*/ 1213658 h 1273207"/>
              <a:gd name="connsiteX8" fmla="*/ 248636 w 849914"/>
              <a:gd name="connsiteY8" fmla="*/ 1257509 h 1273207"/>
              <a:gd name="connsiteX9" fmla="*/ 133732 w 849914"/>
              <a:gd name="connsiteY9" fmla="*/ 1021001 h 1273207"/>
              <a:gd name="connsiteX10" fmla="*/ 126588 w 849914"/>
              <a:gd name="connsiteY10" fmla="*/ 606378 h 1273207"/>
              <a:gd name="connsiteX11" fmla="*/ 6097 w 849914"/>
              <a:gd name="connsiteY11" fmla="*/ 673624 h 1273207"/>
              <a:gd name="connsiteX0" fmla="*/ 6097 w 857388"/>
              <a:gd name="connsiteY0" fmla="*/ 673624 h 1273231"/>
              <a:gd name="connsiteX1" fmla="*/ 112491 w 857388"/>
              <a:gd name="connsiteY1" fmla="*/ 471694 h 1273231"/>
              <a:gd name="connsiteX2" fmla="*/ 94775 w 857388"/>
              <a:gd name="connsiteY2" fmla="*/ 159750 h 1273231"/>
              <a:gd name="connsiteX3" fmla="*/ 229458 w 857388"/>
              <a:gd name="connsiteY3" fmla="*/ 14494 h 1273231"/>
              <a:gd name="connsiteX4" fmla="*/ 580264 w 857388"/>
              <a:gd name="connsiteY4" fmla="*/ 3826 h 1273231"/>
              <a:gd name="connsiteX5" fmla="*/ 736188 w 857388"/>
              <a:gd name="connsiteY5" fmla="*/ 195183 h 1273231"/>
              <a:gd name="connsiteX6" fmla="*/ 837750 w 857388"/>
              <a:gd name="connsiteY6" fmla="*/ 911367 h 1273231"/>
              <a:gd name="connsiteX7" fmla="*/ 795891 w 857388"/>
              <a:gd name="connsiteY7" fmla="*/ 1213658 h 1273231"/>
              <a:gd name="connsiteX8" fmla="*/ 248636 w 857388"/>
              <a:gd name="connsiteY8" fmla="*/ 1257509 h 1273231"/>
              <a:gd name="connsiteX9" fmla="*/ 133732 w 857388"/>
              <a:gd name="connsiteY9" fmla="*/ 1021001 h 1273231"/>
              <a:gd name="connsiteX10" fmla="*/ 126588 w 857388"/>
              <a:gd name="connsiteY10" fmla="*/ 606378 h 1273231"/>
              <a:gd name="connsiteX11" fmla="*/ 6097 w 857388"/>
              <a:gd name="connsiteY11" fmla="*/ 673624 h 1273231"/>
              <a:gd name="connsiteX0" fmla="*/ 6097 w 859776"/>
              <a:gd name="connsiteY0" fmla="*/ 673624 h 1273231"/>
              <a:gd name="connsiteX1" fmla="*/ 112491 w 859776"/>
              <a:gd name="connsiteY1" fmla="*/ 471694 h 1273231"/>
              <a:gd name="connsiteX2" fmla="*/ 94775 w 859776"/>
              <a:gd name="connsiteY2" fmla="*/ 159750 h 1273231"/>
              <a:gd name="connsiteX3" fmla="*/ 229458 w 859776"/>
              <a:gd name="connsiteY3" fmla="*/ 14494 h 1273231"/>
              <a:gd name="connsiteX4" fmla="*/ 580264 w 859776"/>
              <a:gd name="connsiteY4" fmla="*/ 3826 h 1273231"/>
              <a:gd name="connsiteX5" fmla="*/ 736188 w 859776"/>
              <a:gd name="connsiteY5" fmla="*/ 195183 h 1273231"/>
              <a:gd name="connsiteX6" fmla="*/ 837750 w 859776"/>
              <a:gd name="connsiteY6" fmla="*/ 911367 h 1273231"/>
              <a:gd name="connsiteX7" fmla="*/ 795891 w 859776"/>
              <a:gd name="connsiteY7" fmla="*/ 1213658 h 1273231"/>
              <a:gd name="connsiteX8" fmla="*/ 248636 w 859776"/>
              <a:gd name="connsiteY8" fmla="*/ 1257509 h 1273231"/>
              <a:gd name="connsiteX9" fmla="*/ 133732 w 859776"/>
              <a:gd name="connsiteY9" fmla="*/ 1021001 h 1273231"/>
              <a:gd name="connsiteX10" fmla="*/ 126588 w 859776"/>
              <a:gd name="connsiteY10" fmla="*/ 606378 h 1273231"/>
              <a:gd name="connsiteX11" fmla="*/ 6097 w 859776"/>
              <a:gd name="connsiteY11" fmla="*/ 673624 h 1273231"/>
              <a:gd name="connsiteX0" fmla="*/ 6097 w 863219"/>
              <a:gd name="connsiteY0" fmla="*/ 673624 h 1273231"/>
              <a:gd name="connsiteX1" fmla="*/ 112491 w 863219"/>
              <a:gd name="connsiteY1" fmla="*/ 471694 h 1273231"/>
              <a:gd name="connsiteX2" fmla="*/ 94775 w 863219"/>
              <a:gd name="connsiteY2" fmla="*/ 159750 h 1273231"/>
              <a:gd name="connsiteX3" fmla="*/ 229458 w 863219"/>
              <a:gd name="connsiteY3" fmla="*/ 14494 h 1273231"/>
              <a:gd name="connsiteX4" fmla="*/ 580264 w 863219"/>
              <a:gd name="connsiteY4" fmla="*/ 3826 h 1273231"/>
              <a:gd name="connsiteX5" fmla="*/ 736188 w 863219"/>
              <a:gd name="connsiteY5" fmla="*/ 195183 h 1273231"/>
              <a:gd name="connsiteX6" fmla="*/ 837750 w 863219"/>
              <a:gd name="connsiteY6" fmla="*/ 911367 h 1273231"/>
              <a:gd name="connsiteX7" fmla="*/ 795891 w 863219"/>
              <a:gd name="connsiteY7" fmla="*/ 1213658 h 1273231"/>
              <a:gd name="connsiteX8" fmla="*/ 248636 w 863219"/>
              <a:gd name="connsiteY8" fmla="*/ 1257509 h 1273231"/>
              <a:gd name="connsiteX9" fmla="*/ 133732 w 863219"/>
              <a:gd name="connsiteY9" fmla="*/ 1021001 h 1273231"/>
              <a:gd name="connsiteX10" fmla="*/ 126588 w 863219"/>
              <a:gd name="connsiteY10" fmla="*/ 606378 h 1273231"/>
              <a:gd name="connsiteX11" fmla="*/ 6097 w 863219"/>
              <a:gd name="connsiteY11" fmla="*/ 673624 h 1273231"/>
              <a:gd name="connsiteX0" fmla="*/ 6097 w 865261"/>
              <a:gd name="connsiteY0" fmla="*/ 673624 h 1271255"/>
              <a:gd name="connsiteX1" fmla="*/ 112491 w 865261"/>
              <a:gd name="connsiteY1" fmla="*/ 471694 h 1271255"/>
              <a:gd name="connsiteX2" fmla="*/ 94775 w 865261"/>
              <a:gd name="connsiteY2" fmla="*/ 159750 h 1271255"/>
              <a:gd name="connsiteX3" fmla="*/ 229458 w 865261"/>
              <a:gd name="connsiteY3" fmla="*/ 14494 h 1271255"/>
              <a:gd name="connsiteX4" fmla="*/ 580264 w 865261"/>
              <a:gd name="connsiteY4" fmla="*/ 3826 h 1271255"/>
              <a:gd name="connsiteX5" fmla="*/ 736188 w 865261"/>
              <a:gd name="connsiteY5" fmla="*/ 195183 h 1271255"/>
              <a:gd name="connsiteX6" fmla="*/ 841141 w 865261"/>
              <a:gd name="connsiteY6" fmla="*/ 970003 h 1271255"/>
              <a:gd name="connsiteX7" fmla="*/ 795891 w 865261"/>
              <a:gd name="connsiteY7" fmla="*/ 1213658 h 1271255"/>
              <a:gd name="connsiteX8" fmla="*/ 248636 w 865261"/>
              <a:gd name="connsiteY8" fmla="*/ 1257509 h 1271255"/>
              <a:gd name="connsiteX9" fmla="*/ 133732 w 865261"/>
              <a:gd name="connsiteY9" fmla="*/ 1021001 h 1271255"/>
              <a:gd name="connsiteX10" fmla="*/ 126588 w 865261"/>
              <a:gd name="connsiteY10" fmla="*/ 606378 h 1271255"/>
              <a:gd name="connsiteX11" fmla="*/ 6097 w 865261"/>
              <a:gd name="connsiteY11" fmla="*/ 673624 h 1271255"/>
              <a:gd name="connsiteX0" fmla="*/ 6097 w 860021"/>
              <a:gd name="connsiteY0" fmla="*/ 673624 h 1279428"/>
              <a:gd name="connsiteX1" fmla="*/ 112491 w 860021"/>
              <a:gd name="connsiteY1" fmla="*/ 471694 h 1279428"/>
              <a:gd name="connsiteX2" fmla="*/ 94775 w 860021"/>
              <a:gd name="connsiteY2" fmla="*/ 159750 h 1279428"/>
              <a:gd name="connsiteX3" fmla="*/ 229458 w 860021"/>
              <a:gd name="connsiteY3" fmla="*/ 14494 h 1279428"/>
              <a:gd name="connsiteX4" fmla="*/ 580264 w 860021"/>
              <a:gd name="connsiteY4" fmla="*/ 3826 h 1279428"/>
              <a:gd name="connsiteX5" fmla="*/ 736188 w 860021"/>
              <a:gd name="connsiteY5" fmla="*/ 195183 h 1279428"/>
              <a:gd name="connsiteX6" fmla="*/ 841141 w 860021"/>
              <a:gd name="connsiteY6" fmla="*/ 970003 h 1279428"/>
              <a:gd name="connsiteX7" fmla="*/ 797210 w 860021"/>
              <a:gd name="connsiteY7" fmla="*/ 1236461 h 1279428"/>
              <a:gd name="connsiteX8" fmla="*/ 248636 w 860021"/>
              <a:gd name="connsiteY8" fmla="*/ 1257509 h 1279428"/>
              <a:gd name="connsiteX9" fmla="*/ 133732 w 860021"/>
              <a:gd name="connsiteY9" fmla="*/ 1021001 h 1279428"/>
              <a:gd name="connsiteX10" fmla="*/ 126588 w 860021"/>
              <a:gd name="connsiteY10" fmla="*/ 606378 h 1279428"/>
              <a:gd name="connsiteX11" fmla="*/ 6097 w 860021"/>
              <a:gd name="connsiteY11" fmla="*/ 673624 h 1279428"/>
              <a:gd name="connsiteX0" fmla="*/ 6097 w 860380"/>
              <a:gd name="connsiteY0" fmla="*/ 679490 h 1285294"/>
              <a:gd name="connsiteX1" fmla="*/ 112491 w 860380"/>
              <a:gd name="connsiteY1" fmla="*/ 477560 h 1285294"/>
              <a:gd name="connsiteX2" fmla="*/ 94775 w 860380"/>
              <a:gd name="connsiteY2" fmla="*/ 165616 h 1285294"/>
              <a:gd name="connsiteX3" fmla="*/ 229458 w 860380"/>
              <a:gd name="connsiteY3" fmla="*/ 20360 h 1285294"/>
              <a:gd name="connsiteX4" fmla="*/ 580264 w 860380"/>
              <a:gd name="connsiteY4" fmla="*/ 9692 h 1285294"/>
              <a:gd name="connsiteX5" fmla="*/ 730442 w 860380"/>
              <a:gd name="connsiteY5" fmla="*/ 165383 h 1285294"/>
              <a:gd name="connsiteX6" fmla="*/ 841141 w 860380"/>
              <a:gd name="connsiteY6" fmla="*/ 975869 h 1285294"/>
              <a:gd name="connsiteX7" fmla="*/ 797210 w 860380"/>
              <a:gd name="connsiteY7" fmla="*/ 1242327 h 1285294"/>
              <a:gd name="connsiteX8" fmla="*/ 248636 w 860380"/>
              <a:gd name="connsiteY8" fmla="*/ 1263375 h 1285294"/>
              <a:gd name="connsiteX9" fmla="*/ 133732 w 860380"/>
              <a:gd name="connsiteY9" fmla="*/ 1026867 h 1285294"/>
              <a:gd name="connsiteX10" fmla="*/ 126588 w 860380"/>
              <a:gd name="connsiteY10" fmla="*/ 612244 h 1285294"/>
              <a:gd name="connsiteX11" fmla="*/ 6097 w 860380"/>
              <a:gd name="connsiteY11" fmla="*/ 679490 h 1285294"/>
              <a:gd name="connsiteX0" fmla="*/ 6097 w 881639"/>
              <a:gd name="connsiteY0" fmla="*/ 679490 h 1286194"/>
              <a:gd name="connsiteX1" fmla="*/ 112491 w 881639"/>
              <a:gd name="connsiteY1" fmla="*/ 477560 h 1286194"/>
              <a:gd name="connsiteX2" fmla="*/ 94775 w 881639"/>
              <a:gd name="connsiteY2" fmla="*/ 165616 h 1286194"/>
              <a:gd name="connsiteX3" fmla="*/ 229458 w 881639"/>
              <a:gd name="connsiteY3" fmla="*/ 20360 h 1286194"/>
              <a:gd name="connsiteX4" fmla="*/ 580264 w 881639"/>
              <a:gd name="connsiteY4" fmla="*/ 9692 h 1286194"/>
              <a:gd name="connsiteX5" fmla="*/ 730442 w 881639"/>
              <a:gd name="connsiteY5" fmla="*/ 165383 h 1286194"/>
              <a:gd name="connsiteX6" fmla="*/ 873260 w 881639"/>
              <a:gd name="connsiteY6" fmla="*/ 958078 h 1286194"/>
              <a:gd name="connsiteX7" fmla="*/ 797210 w 881639"/>
              <a:gd name="connsiteY7" fmla="*/ 1242327 h 1286194"/>
              <a:gd name="connsiteX8" fmla="*/ 248636 w 881639"/>
              <a:gd name="connsiteY8" fmla="*/ 1263375 h 1286194"/>
              <a:gd name="connsiteX9" fmla="*/ 133732 w 881639"/>
              <a:gd name="connsiteY9" fmla="*/ 1026867 h 1286194"/>
              <a:gd name="connsiteX10" fmla="*/ 126588 w 881639"/>
              <a:gd name="connsiteY10" fmla="*/ 612244 h 1286194"/>
              <a:gd name="connsiteX11" fmla="*/ 6097 w 881639"/>
              <a:gd name="connsiteY11" fmla="*/ 679490 h 1286194"/>
              <a:gd name="connsiteX0" fmla="*/ 6216 w 881758"/>
              <a:gd name="connsiteY0" fmla="*/ 679490 h 1286194"/>
              <a:gd name="connsiteX1" fmla="*/ 110067 w 881758"/>
              <a:gd name="connsiteY1" fmla="*/ 369894 h 1286194"/>
              <a:gd name="connsiteX2" fmla="*/ 94894 w 881758"/>
              <a:gd name="connsiteY2" fmla="*/ 165616 h 1286194"/>
              <a:gd name="connsiteX3" fmla="*/ 229577 w 881758"/>
              <a:gd name="connsiteY3" fmla="*/ 20360 h 1286194"/>
              <a:gd name="connsiteX4" fmla="*/ 580383 w 881758"/>
              <a:gd name="connsiteY4" fmla="*/ 9692 h 1286194"/>
              <a:gd name="connsiteX5" fmla="*/ 730561 w 881758"/>
              <a:gd name="connsiteY5" fmla="*/ 165383 h 1286194"/>
              <a:gd name="connsiteX6" fmla="*/ 873379 w 881758"/>
              <a:gd name="connsiteY6" fmla="*/ 958078 h 1286194"/>
              <a:gd name="connsiteX7" fmla="*/ 797329 w 881758"/>
              <a:gd name="connsiteY7" fmla="*/ 1242327 h 1286194"/>
              <a:gd name="connsiteX8" fmla="*/ 248755 w 881758"/>
              <a:gd name="connsiteY8" fmla="*/ 1263375 h 1286194"/>
              <a:gd name="connsiteX9" fmla="*/ 133851 w 881758"/>
              <a:gd name="connsiteY9" fmla="*/ 1026867 h 1286194"/>
              <a:gd name="connsiteX10" fmla="*/ 126707 w 881758"/>
              <a:gd name="connsiteY10" fmla="*/ 612244 h 1286194"/>
              <a:gd name="connsiteX11" fmla="*/ 6216 w 881758"/>
              <a:gd name="connsiteY11" fmla="*/ 679490 h 1286194"/>
              <a:gd name="connsiteX0" fmla="*/ 6216 w 881758"/>
              <a:gd name="connsiteY0" fmla="*/ 679490 h 1286194"/>
              <a:gd name="connsiteX1" fmla="*/ 110067 w 881758"/>
              <a:gd name="connsiteY1" fmla="*/ 369894 h 1286194"/>
              <a:gd name="connsiteX2" fmla="*/ 94894 w 881758"/>
              <a:gd name="connsiteY2" fmla="*/ 165616 h 1286194"/>
              <a:gd name="connsiteX3" fmla="*/ 229577 w 881758"/>
              <a:gd name="connsiteY3" fmla="*/ 20360 h 1286194"/>
              <a:gd name="connsiteX4" fmla="*/ 580383 w 881758"/>
              <a:gd name="connsiteY4" fmla="*/ 9692 h 1286194"/>
              <a:gd name="connsiteX5" fmla="*/ 730561 w 881758"/>
              <a:gd name="connsiteY5" fmla="*/ 165383 h 1286194"/>
              <a:gd name="connsiteX6" fmla="*/ 873379 w 881758"/>
              <a:gd name="connsiteY6" fmla="*/ 958078 h 1286194"/>
              <a:gd name="connsiteX7" fmla="*/ 797329 w 881758"/>
              <a:gd name="connsiteY7" fmla="*/ 1242327 h 1286194"/>
              <a:gd name="connsiteX8" fmla="*/ 248755 w 881758"/>
              <a:gd name="connsiteY8" fmla="*/ 1263375 h 1286194"/>
              <a:gd name="connsiteX9" fmla="*/ 133851 w 881758"/>
              <a:gd name="connsiteY9" fmla="*/ 1026867 h 1286194"/>
              <a:gd name="connsiteX10" fmla="*/ 138858 w 881758"/>
              <a:gd name="connsiteY10" fmla="*/ 503910 h 1286194"/>
              <a:gd name="connsiteX11" fmla="*/ 6216 w 881758"/>
              <a:gd name="connsiteY11" fmla="*/ 679490 h 1286194"/>
              <a:gd name="connsiteX0" fmla="*/ 6961 w 868563"/>
              <a:gd name="connsiteY0" fmla="*/ 538413 h 1286194"/>
              <a:gd name="connsiteX1" fmla="*/ 96872 w 868563"/>
              <a:gd name="connsiteY1" fmla="*/ 369894 h 1286194"/>
              <a:gd name="connsiteX2" fmla="*/ 81699 w 868563"/>
              <a:gd name="connsiteY2" fmla="*/ 165616 h 1286194"/>
              <a:gd name="connsiteX3" fmla="*/ 216382 w 868563"/>
              <a:gd name="connsiteY3" fmla="*/ 20360 h 1286194"/>
              <a:gd name="connsiteX4" fmla="*/ 567188 w 868563"/>
              <a:gd name="connsiteY4" fmla="*/ 9692 h 1286194"/>
              <a:gd name="connsiteX5" fmla="*/ 717366 w 868563"/>
              <a:gd name="connsiteY5" fmla="*/ 165383 h 1286194"/>
              <a:gd name="connsiteX6" fmla="*/ 860184 w 868563"/>
              <a:gd name="connsiteY6" fmla="*/ 958078 h 1286194"/>
              <a:gd name="connsiteX7" fmla="*/ 784134 w 868563"/>
              <a:gd name="connsiteY7" fmla="*/ 1242327 h 1286194"/>
              <a:gd name="connsiteX8" fmla="*/ 235560 w 868563"/>
              <a:gd name="connsiteY8" fmla="*/ 1263375 h 1286194"/>
              <a:gd name="connsiteX9" fmla="*/ 120656 w 868563"/>
              <a:gd name="connsiteY9" fmla="*/ 1026867 h 1286194"/>
              <a:gd name="connsiteX10" fmla="*/ 125663 w 868563"/>
              <a:gd name="connsiteY10" fmla="*/ 503910 h 1286194"/>
              <a:gd name="connsiteX11" fmla="*/ 6961 w 868563"/>
              <a:gd name="connsiteY11" fmla="*/ 538413 h 1286194"/>
              <a:gd name="connsiteX0" fmla="*/ 6961 w 867791"/>
              <a:gd name="connsiteY0" fmla="*/ 538413 h 1312892"/>
              <a:gd name="connsiteX1" fmla="*/ 96872 w 867791"/>
              <a:gd name="connsiteY1" fmla="*/ 369894 h 1312892"/>
              <a:gd name="connsiteX2" fmla="*/ 81699 w 867791"/>
              <a:gd name="connsiteY2" fmla="*/ 165616 h 1312892"/>
              <a:gd name="connsiteX3" fmla="*/ 216382 w 867791"/>
              <a:gd name="connsiteY3" fmla="*/ 20360 h 1312892"/>
              <a:gd name="connsiteX4" fmla="*/ 567188 w 867791"/>
              <a:gd name="connsiteY4" fmla="*/ 9692 h 1312892"/>
              <a:gd name="connsiteX5" fmla="*/ 717366 w 867791"/>
              <a:gd name="connsiteY5" fmla="*/ 165383 h 1312892"/>
              <a:gd name="connsiteX6" fmla="*/ 860184 w 867791"/>
              <a:gd name="connsiteY6" fmla="*/ 958078 h 1312892"/>
              <a:gd name="connsiteX7" fmla="*/ 784134 w 867791"/>
              <a:gd name="connsiteY7" fmla="*/ 1242327 h 1312892"/>
              <a:gd name="connsiteX8" fmla="*/ 256000 w 867791"/>
              <a:gd name="connsiteY8" fmla="*/ 1298372 h 1312892"/>
              <a:gd name="connsiteX9" fmla="*/ 120656 w 867791"/>
              <a:gd name="connsiteY9" fmla="*/ 1026867 h 1312892"/>
              <a:gd name="connsiteX10" fmla="*/ 125663 w 867791"/>
              <a:gd name="connsiteY10" fmla="*/ 503910 h 1312892"/>
              <a:gd name="connsiteX11" fmla="*/ 6961 w 867791"/>
              <a:gd name="connsiteY11" fmla="*/ 538413 h 1312892"/>
              <a:gd name="connsiteX0" fmla="*/ 6961 w 867791"/>
              <a:gd name="connsiteY0" fmla="*/ 538413 h 1313923"/>
              <a:gd name="connsiteX1" fmla="*/ 96872 w 867791"/>
              <a:gd name="connsiteY1" fmla="*/ 369894 h 1313923"/>
              <a:gd name="connsiteX2" fmla="*/ 81699 w 867791"/>
              <a:gd name="connsiteY2" fmla="*/ 165616 h 1313923"/>
              <a:gd name="connsiteX3" fmla="*/ 216382 w 867791"/>
              <a:gd name="connsiteY3" fmla="*/ 20360 h 1313923"/>
              <a:gd name="connsiteX4" fmla="*/ 567188 w 867791"/>
              <a:gd name="connsiteY4" fmla="*/ 9692 h 1313923"/>
              <a:gd name="connsiteX5" fmla="*/ 717366 w 867791"/>
              <a:gd name="connsiteY5" fmla="*/ 165383 h 1313923"/>
              <a:gd name="connsiteX6" fmla="*/ 860184 w 867791"/>
              <a:gd name="connsiteY6" fmla="*/ 958078 h 1313923"/>
              <a:gd name="connsiteX7" fmla="*/ 784134 w 867791"/>
              <a:gd name="connsiteY7" fmla="*/ 1242327 h 1313923"/>
              <a:gd name="connsiteX8" fmla="*/ 256000 w 867791"/>
              <a:gd name="connsiteY8" fmla="*/ 1298372 h 1313923"/>
              <a:gd name="connsiteX9" fmla="*/ 145617 w 867791"/>
              <a:gd name="connsiteY9" fmla="*/ 1012668 h 1313923"/>
              <a:gd name="connsiteX10" fmla="*/ 125663 w 867791"/>
              <a:gd name="connsiteY10" fmla="*/ 503910 h 1313923"/>
              <a:gd name="connsiteX11" fmla="*/ 6961 w 867791"/>
              <a:gd name="connsiteY11" fmla="*/ 538413 h 1313923"/>
              <a:gd name="connsiteX0" fmla="*/ 6961 w 867791"/>
              <a:gd name="connsiteY0" fmla="*/ 538413 h 1310173"/>
              <a:gd name="connsiteX1" fmla="*/ 96872 w 867791"/>
              <a:gd name="connsiteY1" fmla="*/ 369894 h 1310173"/>
              <a:gd name="connsiteX2" fmla="*/ 81699 w 867791"/>
              <a:gd name="connsiteY2" fmla="*/ 165616 h 1310173"/>
              <a:gd name="connsiteX3" fmla="*/ 216382 w 867791"/>
              <a:gd name="connsiteY3" fmla="*/ 20360 h 1310173"/>
              <a:gd name="connsiteX4" fmla="*/ 567188 w 867791"/>
              <a:gd name="connsiteY4" fmla="*/ 9692 h 1310173"/>
              <a:gd name="connsiteX5" fmla="*/ 717366 w 867791"/>
              <a:gd name="connsiteY5" fmla="*/ 165383 h 1310173"/>
              <a:gd name="connsiteX6" fmla="*/ 860184 w 867791"/>
              <a:gd name="connsiteY6" fmla="*/ 958078 h 1310173"/>
              <a:gd name="connsiteX7" fmla="*/ 784134 w 867791"/>
              <a:gd name="connsiteY7" fmla="*/ 1242327 h 1310173"/>
              <a:gd name="connsiteX8" fmla="*/ 256000 w 867791"/>
              <a:gd name="connsiteY8" fmla="*/ 1298372 h 1310173"/>
              <a:gd name="connsiteX9" fmla="*/ 155978 w 867791"/>
              <a:gd name="connsiteY9" fmla="*/ 1064454 h 1310173"/>
              <a:gd name="connsiteX10" fmla="*/ 125663 w 867791"/>
              <a:gd name="connsiteY10" fmla="*/ 503910 h 1310173"/>
              <a:gd name="connsiteX11" fmla="*/ 6961 w 867791"/>
              <a:gd name="connsiteY11" fmla="*/ 538413 h 1310173"/>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6197"/>
              <a:gd name="connsiteX1" fmla="*/ 96872 w 867791"/>
              <a:gd name="connsiteY1" fmla="*/ 369894 h 1306197"/>
              <a:gd name="connsiteX2" fmla="*/ 81699 w 867791"/>
              <a:gd name="connsiteY2" fmla="*/ 165616 h 1306197"/>
              <a:gd name="connsiteX3" fmla="*/ 216382 w 867791"/>
              <a:gd name="connsiteY3" fmla="*/ 20360 h 1306197"/>
              <a:gd name="connsiteX4" fmla="*/ 567188 w 867791"/>
              <a:gd name="connsiteY4" fmla="*/ 9692 h 1306197"/>
              <a:gd name="connsiteX5" fmla="*/ 717366 w 867791"/>
              <a:gd name="connsiteY5" fmla="*/ 165383 h 1306197"/>
              <a:gd name="connsiteX6" fmla="*/ 860184 w 867791"/>
              <a:gd name="connsiteY6" fmla="*/ 958078 h 1306197"/>
              <a:gd name="connsiteX7" fmla="*/ 784134 w 867791"/>
              <a:gd name="connsiteY7" fmla="*/ 1242327 h 1306197"/>
              <a:gd name="connsiteX8" fmla="*/ 256000 w 867791"/>
              <a:gd name="connsiteY8" fmla="*/ 1298372 h 1306197"/>
              <a:gd name="connsiteX9" fmla="*/ 155507 w 867791"/>
              <a:gd name="connsiteY9" fmla="*/ 1120000 h 1306197"/>
              <a:gd name="connsiteX10" fmla="*/ 125663 w 867791"/>
              <a:gd name="connsiteY10" fmla="*/ 503910 h 1306197"/>
              <a:gd name="connsiteX11" fmla="*/ 6961 w 867791"/>
              <a:gd name="connsiteY11" fmla="*/ 538413 h 1306197"/>
              <a:gd name="connsiteX0" fmla="*/ 6961 w 867791"/>
              <a:gd name="connsiteY0" fmla="*/ 541531 h 1309315"/>
              <a:gd name="connsiteX1" fmla="*/ 96872 w 867791"/>
              <a:gd name="connsiteY1" fmla="*/ 373012 h 1309315"/>
              <a:gd name="connsiteX2" fmla="*/ 80003 w 867791"/>
              <a:gd name="connsiteY2" fmla="*/ 139416 h 1309315"/>
              <a:gd name="connsiteX3" fmla="*/ 216382 w 867791"/>
              <a:gd name="connsiteY3" fmla="*/ 23478 h 1309315"/>
              <a:gd name="connsiteX4" fmla="*/ 567188 w 867791"/>
              <a:gd name="connsiteY4" fmla="*/ 12810 h 1309315"/>
              <a:gd name="connsiteX5" fmla="*/ 717366 w 867791"/>
              <a:gd name="connsiteY5" fmla="*/ 168501 h 1309315"/>
              <a:gd name="connsiteX6" fmla="*/ 860184 w 867791"/>
              <a:gd name="connsiteY6" fmla="*/ 961196 h 1309315"/>
              <a:gd name="connsiteX7" fmla="*/ 784134 w 867791"/>
              <a:gd name="connsiteY7" fmla="*/ 1245445 h 1309315"/>
              <a:gd name="connsiteX8" fmla="*/ 256000 w 867791"/>
              <a:gd name="connsiteY8" fmla="*/ 1301490 h 1309315"/>
              <a:gd name="connsiteX9" fmla="*/ 155507 w 867791"/>
              <a:gd name="connsiteY9" fmla="*/ 1123118 h 1309315"/>
              <a:gd name="connsiteX10" fmla="*/ 125663 w 867791"/>
              <a:gd name="connsiteY10" fmla="*/ 507028 h 1309315"/>
              <a:gd name="connsiteX11" fmla="*/ 6961 w 867791"/>
              <a:gd name="connsiteY11" fmla="*/ 541531 h 1309315"/>
              <a:gd name="connsiteX0" fmla="*/ 6961 w 867791"/>
              <a:gd name="connsiteY0" fmla="*/ 541531 h 1309315"/>
              <a:gd name="connsiteX1" fmla="*/ 96872 w 867791"/>
              <a:gd name="connsiteY1" fmla="*/ 373012 h 1309315"/>
              <a:gd name="connsiteX2" fmla="*/ 80003 w 867791"/>
              <a:gd name="connsiteY2" fmla="*/ 139416 h 1309315"/>
              <a:gd name="connsiteX3" fmla="*/ 216382 w 867791"/>
              <a:gd name="connsiteY3" fmla="*/ 23478 h 1309315"/>
              <a:gd name="connsiteX4" fmla="*/ 567188 w 867791"/>
              <a:gd name="connsiteY4" fmla="*/ 12810 h 1309315"/>
              <a:gd name="connsiteX5" fmla="*/ 717366 w 867791"/>
              <a:gd name="connsiteY5" fmla="*/ 168501 h 1309315"/>
              <a:gd name="connsiteX6" fmla="*/ 860184 w 867791"/>
              <a:gd name="connsiteY6" fmla="*/ 961196 h 1309315"/>
              <a:gd name="connsiteX7" fmla="*/ 784134 w 867791"/>
              <a:gd name="connsiteY7" fmla="*/ 1245445 h 1309315"/>
              <a:gd name="connsiteX8" fmla="*/ 256000 w 867791"/>
              <a:gd name="connsiteY8" fmla="*/ 1301490 h 1309315"/>
              <a:gd name="connsiteX9" fmla="*/ 155507 w 867791"/>
              <a:gd name="connsiteY9" fmla="*/ 1123118 h 1309315"/>
              <a:gd name="connsiteX10" fmla="*/ 125663 w 867791"/>
              <a:gd name="connsiteY10" fmla="*/ 507028 h 1309315"/>
              <a:gd name="connsiteX11" fmla="*/ 6961 w 867791"/>
              <a:gd name="connsiteY11" fmla="*/ 541531 h 1309315"/>
              <a:gd name="connsiteX0" fmla="*/ 6961 w 867791"/>
              <a:gd name="connsiteY0" fmla="*/ 539700 h 1307484"/>
              <a:gd name="connsiteX1" fmla="*/ 96872 w 867791"/>
              <a:gd name="connsiteY1" fmla="*/ 371181 h 1307484"/>
              <a:gd name="connsiteX2" fmla="*/ 77366 w 867791"/>
              <a:gd name="connsiteY2" fmla="*/ 91980 h 1307484"/>
              <a:gd name="connsiteX3" fmla="*/ 216382 w 867791"/>
              <a:gd name="connsiteY3" fmla="*/ 21647 h 1307484"/>
              <a:gd name="connsiteX4" fmla="*/ 567188 w 867791"/>
              <a:gd name="connsiteY4" fmla="*/ 10979 h 1307484"/>
              <a:gd name="connsiteX5" fmla="*/ 717366 w 867791"/>
              <a:gd name="connsiteY5" fmla="*/ 166670 h 1307484"/>
              <a:gd name="connsiteX6" fmla="*/ 860184 w 867791"/>
              <a:gd name="connsiteY6" fmla="*/ 959365 h 1307484"/>
              <a:gd name="connsiteX7" fmla="*/ 784134 w 867791"/>
              <a:gd name="connsiteY7" fmla="*/ 1243614 h 1307484"/>
              <a:gd name="connsiteX8" fmla="*/ 256000 w 867791"/>
              <a:gd name="connsiteY8" fmla="*/ 1299659 h 1307484"/>
              <a:gd name="connsiteX9" fmla="*/ 155507 w 867791"/>
              <a:gd name="connsiteY9" fmla="*/ 1121287 h 1307484"/>
              <a:gd name="connsiteX10" fmla="*/ 125663 w 867791"/>
              <a:gd name="connsiteY10" fmla="*/ 505197 h 1307484"/>
              <a:gd name="connsiteX11" fmla="*/ 6961 w 867791"/>
              <a:gd name="connsiteY11" fmla="*/ 539700 h 1307484"/>
              <a:gd name="connsiteX0" fmla="*/ 6961 w 867791"/>
              <a:gd name="connsiteY0" fmla="*/ 550995 h 1318779"/>
              <a:gd name="connsiteX1" fmla="*/ 96872 w 867791"/>
              <a:gd name="connsiteY1" fmla="*/ 382476 h 1318779"/>
              <a:gd name="connsiteX2" fmla="*/ 77366 w 867791"/>
              <a:gd name="connsiteY2" fmla="*/ 103275 h 1318779"/>
              <a:gd name="connsiteX3" fmla="*/ 229757 w 867791"/>
              <a:gd name="connsiteY3" fmla="*/ 9471 h 1318779"/>
              <a:gd name="connsiteX4" fmla="*/ 567188 w 867791"/>
              <a:gd name="connsiteY4" fmla="*/ 22274 h 1318779"/>
              <a:gd name="connsiteX5" fmla="*/ 717366 w 867791"/>
              <a:gd name="connsiteY5" fmla="*/ 177965 h 1318779"/>
              <a:gd name="connsiteX6" fmla="*/ 860184 w 867791"/>
              <a:gd name="connsiteY6" fmla="*/ 970660 h 1318779"/>
              <a:gd name="connsiteX7" fmla="*/ 784134 w 867791"/>
              <a:gd name="connsiteY7" fmla="*/ 1254909 h 1318779"/>
              <a:gd name="connsiteX8" fmla="*/ 256000 w 867791"/>
              <a:gd name="connsiteY8" fmla="*/ 1310954 h 1318779"/>
              <a:gd name="connsiteX9" fmla="*/ 155507 w 867791"/>
              <a:gd name="connsiteY9" fmla="*/ 1132582 h 1318779"/>
              <a:gd name="connsiteX10" fmla="*/ 125663 w 867791"/>
              <a:gd name="connsiteY10" fmla="*/ 516492 h 1318779"/>
              <a:gd name="connsiteX11" fmla="*/ 6961 w 867791"/>
              <a:gd name="connsiteY11" fmla="*/ 550995 h 1318779"/>
              <a:gd name="connsiteX0" fmla="*/ 6961 w 867791"/>
              <a:gd name="connsiteY0" fmla="*/ 560584 h 1328368"/>
              <a:gd name="connsiteX1" fmla="*/ 96872 w 867791"/>
              <a:gd name="connsiteY1" fmla="*/ 392065 h 1328368"/>
              <a:gd name="connsiteX2" fmla="*/ 77366 w 867791"/>
              <a:gd name="connsiteY2" fmla="*/ 112864 h 1328368"/>
              <a:gd name="connsiteX3" fmla="*/ 229757 w 867791"/>
              <a:gd name="connsiteY3" fmla="*/ 19060 h 1328368"/>
              <a:gd name="connsiteX4" fmla="*/ 566246 w 867791"/>
              <a:gd name="connsiteY4" fmla="*/ 15575 h 1328368"/>
              <a:gd name="connsiteX5" fmla="*/ 717366 w 867791"/>
              <a:gd name="connsiteY5" fmla="*/ 187554 h 1328368"/>
              <a:gd name="connsiteX6" fmla="*/ 860184 w 867791"/>
              <a:gd name="connsiteY6" fmla="*/ 980249 h 1328368"/>
              <a:gd name="connsiteX7" fmla="*/ 784134 w 867791"/>
              <a:gd name="connsiteY7" fmla="*/ 1264498 h 1328368"/>
              <a:gd name="connsiteX8" fmla="*/ 256000 w 867791"/>
              <a:gd name="connsiteY8" fmla="*/ 1320543 h 1328368"/>
              <a:gd name="connsiteX9" fmla="*/ 155507 w 867791"/>
              <a:gd name="connsiteY9" fmla="*/ 1142171 h 1328368"/>
              <a:gd name="connsiteX10" fmla="*/ 125663 w 867791"/>
              <a:gd name="connsiteY10" fmla="*/ 526081 h 1328368"/>
              <a:gd name="connsiteX11" fmla="*/ 6961 w 867791"/>
              <a:gd name="connsiteY11" fmla="*/ 560584 h 1328368"/>
              <a:gd name="connsiteX0" fmla="*/ 6961 w 865870"/>
              <a:gd name="connsiteY0" fmla="*/ 560584 h 1328871"/>
              <a:gd name="connsiteX1" fmla="*/ 96872 w 865870"/>
              <a:gd name="connsiteY1" fmla="*/ 392065 h 1328871"/>
              <a:gd name="connsiteX2" fmla="*/ 77366 w 865870"/>
              <a:gd name="connsiteY2" fmla="*/ 112864 h 1328871"/>
              <a:gd name="connsiteX3" fmla="*/ 229757 w 865870"/>
              <a:gd name="connsiteY3" fmla="*/ 19060 h 1328871"/>
              <a:gd name="connsiteX4" fmla="*/ 566246 w 865870"/>
              <a:gd name="connsiteY4" fmla="*/ 15575 h 1328871"/>
              <a:gd name="connsiteX5" fmla="*/ 717366 w 865870"/>
              <a:gd name="connsiteY5" fmla="*/ 187554 h 1328871"/>
              <a:gd name="connsiteX6" fmla="*/ 860184 w 865870"/>
              <a:gd name="connsiteY6" fmla="*/ 980249 h 1328871"/>
              <a:gd name="connsiteX7" fmla="*/ 784134 w 865870"/>
              <a:gd name="connsiteY7" fmla="*/ 1264498 h 1328871"/>
              <a:gd name="connsiteX8" fmla="*/ 314963 w 865870"/>
              <a:gd name="connsiteY8" fmla="*/ 1321127 h 1328871"/>
              <a:gd name="connsiteX9" fmla="*/ 155507 w 865870"/>
              <a:gd name="connsiteY9" fmla="*/ 1142171 h 1328871"/>
              <a:gd name="connsiteX10" fmla="*/ 125663 w 865870"/>
              <a:gd name="connsiteY10" fmla="*/ 526081 h 1328871"/>
              <a:gd name="connsiteX11" fmla="*/ 6961 w 865870"/>
              <a:gd name="connsiteY11" fmla="*/ 560584 h 1328871"/>
              <a:gd name="connsiteX0" fmla="*/ 6961 w 865870"/>
              <a:gd name="connsiteY0" fmla="*/ 560584 h 1328712"/>
              <a:gd name="connsiteX1" fmla="*/ 96872 w 865870"/>
              <a:gd name="connsiteY1" fmla="*/ 392065 h 1328712"/>
              <a:gd name="connsiteX2" fmla="*/ 77366 w 865870"/>
              <a:gd name="connsiteY2" fmla="*/ 112864 h 1328712"/>
              <a:gd name="connsiteX3" fmla="*/ 229757 w 865870"/>
              <a:gd name="connsiteY3" fmla="*/ 19060 h 1328712"/>
              <a:gd name="connsiteX4" fmla="*/ 566246 w 865870"/>
              <a:gd name="connsiteY4" fmla="*/ 15575 h 1328712"/>
              <a:gd name="connsiteX5" fmla="*/ 717366 w 865870"/>
              <a:gd name="connsiteY5" fmla="*/ 187554 h 1328712"/>
              <a:gd name="connsiteX6" fmla="*/ 860184 w 865870"/>
              <a:gd name="connsiteY6" fmla="*/ 980249 h 1328712"/>
              <a:gd name="connsiteX7" fmla="*/ 784134 w 865870"/>
              <a:gd name="connsiteY7" fmla="*/ 1264498 h 1328712"/>
              <a:gd name="connsiteX8" fmla="*/ 314963 w 865870"/>
              <a:gd name="connsiteY8" fmla="*/ 1321127 h 1328712"/>
              <a:gd name="connsiteX9" fmla="*/ 177736 w 865870"/>
              <a:gd name="connsiteY9" fmla="*/ 1144426 h 1328712"/>
              <a:gd name="connsiteX10" fmla="*/ 125663 w 865870"/>
              <a:gd name="connsiteY10" fmla="*/ 526081 h 1328712"/>
              <a:gd name="connsiteX11" fmla="*/ 6961 w 865870"/>
              <a:gd name="connsiteY11" fmla="*/ 560584 h 1328712"/>
              <a:gd name="connsiteX0" fmla="*/ 6961 w 864913"/>
              <a:gd name="connsiteY0" fmla="*/ 560584 h 1327274"/>
              <a:gd name="connsiteX1" fmla="*/ 96872 w 864913"/>
              <a:gd name="connsiteY1" fmla="*/ 392065 h 1327274"/>
              <a:gd name="connsiteX2" fmla="*/ 77366 w 864913"/>
              <a:gd name="connsiteY2" fmla="*/ 112864 h 1327274"/>
              <a:gd name="connsiteX3" fmla="*/ 229757 w 864913"/>
              <a:gd name="connsiteY3" fmla="*/ 19060 h 1327274"/>
              <a:gd name="connsiteX4" fmla="*/ 566246 w 864913"/>
              <a:gd name="connsiteY4" fmla="*/ 15575 h 1327274"/>
              <a:gd name="connsiteX5" fmla="*/ 717366 w 864913"/>
              <a:gd name="connsiteY5" fmla="*/ 187554 h 1327274"/>
              <a:gd name="connsiteX6" fmla="*/ 860184 w 864913"/>
              <a:gd name="connsiteY6" fmla="*/ 980249 h 1327274"/>
              <a:gd name="connsiteX7" fmla="*/ 784134 w 864913"/>
              <a:gd name="connsiteY7" fmla="*/ 1264498 h 1327274"/>
              <a:gd name="connsiteX8" fmla="*/ 351698 w 864913"/>
              <a:gd name="connsiteY8" fmla="*/ 1319456 h 1327274"/>
              <a:gd name="connsiteX9" fmla="*/ 177736 w 864913"/>
              <a:gd name="connsiteY9" fmla="*/ 1144426 h 1327274"/>
              <a:gd name="connsiteX10" fmla="*/ 125663 w 864913"/>
              <a:gd name="connsiteY10" fmla="*/ 526081 h 1327274"/>
              <a:gd name="connsiteX11" fmla="*/ 6961 w 864913"/>
              <a:gd name="connsiteY11" fmla="*/ 560584 h 1327274"/>
              <a:gd name="connsiteX0" fmla="*/ 6961 w 878410"/>
              <a:gd name="connsiteY0" fmla="*/ 560584 h 1325203"/>
              <a:gd name="connsiteX1" fmla="*/ 96872 w 878410"/>
              <a:gd name="connsiteY1" fmla="*/ 392065 h 1325203"/>
              <a:gd name="connsiteX2" fmla="*/ 77366 w 878410"/>
              <a:gd name="connsiteY2" fmla="*/ 112864 h 1325203"/>
              <a:gd name="connsiteX3" fmla="*/ 229757 w 878410"/>
              <a:gd name="connsiteY3" fmla="*/ 19060 h 1325203"/>
              <a:gd name="connsiteX4" fmla="*/ 566246 w 878410"/>
              <a:gd name="connsiteY4" fmla="*/ 15575 h 1325203"/>
              <a:gd name="connsiteX5" fmla="*/ 717366 w 878410"/>
              <a:gd name="connsiteY5" fmla="*/ 187554 h 1325203"/>
              <a:gd name="connsiteX6" fmla="*/ 860184 w 878410"/>
              <a:gd name="connsiteY6" fmla="*/ 980249 h 1325203"/>
              <a:gd name="connsiteX7" fmla="*/ 819942 w 878410"/>
              <a:gd name="connsiteY7" fmla="*/ 1254587 h 1325203"/>
              <a:gd name="connsiteX8" fmla="*/ 351698 w 878410"/>
              <a:gd name="connsiteY8" fmla="*/ 1319456 h 1325203"/>
              <a:gd name="connsiteX9" fmla="*/ 177736 w 878410"/>
              <a:gd name="connsiteY9" fmla="*/ 1144426 h 1325203"/>
              <a:gd name="connsiteX10" fmla="*/ 125663 w 878410"/>
              <a:gd name="connsiteY10" fmla="*/ 526081 h 1325203"/>
              <a:gd name="connsiteX11" fmla="*/ 6961 w 878410"/>
              <a:gd name="connsiteY11" fmla="*/ 560584 h 1325203"/>
              <a:gd name="connsiteX0" fmla="*/ 6961 w 879480"/>
              <a:gd name="connsiteY0" fmla="*/ 560584 h 1324478"/>
              <a:gd name="connsiteX1" fmla="*/ 96872 w 879480"/>
              <a:gd name="connsiteY1" fmla="*/ 392065 h 1324478"/>
              <a:gd name="connsiteX2" fmla="*/ 77366 w 879480"/>
              <a:gd name="connsiteY2" fmla="*/ 112864 h 1324478"/>
              <a:gd name="connsiteX3" fmla="*/ 229757 w 879480"/>
              <a:gd name="connsiteY3" fmla="*/ 19060 h 1324478"/>
              <a:gd name="connsiteX4" fmla="*/ 566246 w 879480"/>
              <a:gd name="connsiteY4" fmla="*/ 15575 h 1324478"/>
              <a:gd name="connsiteX5" fmla="*/ 717366 w 879480"/>
              <a:gd name="connsiteY5" fmla="*/ 187554 h 1324478"/>
              <a:gd name="connsiteX6" fmla="*/ 861931 w 879480"/>
              <a:gd name="connsiteY6" fmla="*/ 1026005 h 1324478"/>
              <a:gd name="connsiteX7" fmla="*/ 819942 w 879480"/>
              <a:gd name="connsiteY7" fmla="*/ 1254587 h 1324478"/>
              <a:gd name="connsiteX8" fmla="*/ 351698 w 879480"/>
              <a:gd name="connsiteY8" fmla="*/ 1319456 h 1324478"/>
              <a:gd name="connsiteX9" fmla="*/ 177736 w 879480"/>
              <a:gd name="connsiteY9" fmla="*/ 1144426 h 1324478"/>
              <a:gd name="connsiteX10" fmla="*/ 125663 w 879480"/>
              <a:gd name="connsiteY10" fmla="*/ 526081 h 1324478"/>
              <a:gd name="connsiteX11" fmla="*/ 6961 w 879480"/>
              <a:gd name="connsiteY11" fmla="*/ 560584 h 1324478"/>
              <a:gd name="connsiteX0" fmla="*/ 6961 w 864502"/>
              <a:gd name="connsiteY0" fmla="*/ 560584 h 1326578"/>
              <a:gd name="connsiteX1" fmla="*/ 96872 w 864502"/>
              <a:gd name="connsiteY1" fmla="*/ 392065 h 1326578"/>
              <a:gd name="connsiteX2" fmla="*/ 77366 w 864502"/>
              <a:gd name="connsiteY2" fmla="*/ 112864 h 1326578"/>
              <a:gd name="connsiteX3" fmla="*/ 229757 w 864502"/>
              <a:gd name="connsiteY3" fmla="*/ 19060 h 1326578"/>
              <a:gd name="connsiteX4" fmla="*/ 566246 w 864502"/>
              <a:gd name="connsiteY4" fmla="*/ 15575 h 1326578"/>
              <a:gd name="connsiteX5" fmla="*/ 717366 w 864502"/>
              <a:gd name="connsiteY5" fmla="*/ 187554 h 1326578"/>
              <a:gd name="connsiteX6" fmla="*/ 861931 w 864502"/>
              <a:gd name="connsiteY6" fmla="*/ 1026005 h 1326578"/>
              <a:gd name="connsiteX7" fmla="*/ 773212 w 864502"/>
              <a:gd name="connsiteY7" fmla="*/ 1266151 h 1326578"/>
              <a:gd name="connsiteX8" fmla="*/ 351698 w 864502"/>
              <a:gd name="connsiteY8" fmla="*/ 1319456 h 1326578"/>
              <a:gd name="connsiteX9" fmla="*/ 177736 w 864502"/>
              <a:gd name="connsiteY9" fmla="*/ 1144426 h 1326578"/>
              <a:gd name="connsiteX10" fmla="*/ 125663 w 864502"/>
              <a:gd name="connsiteY10" fmla="*/ 526081 h 1326578"/>
              <a:gd name="connsiteX11" fmla="*/ 6961 w 864502"/>
              <a:gd name="connsiteY11" fmla="*/ 560584 h 1326578"/>
              <a:gd name="connsiteX0" fmla="*/ 6961 w 864110"/>
              <a:gd name="connsiteY0" fmla="*/ 560584 h 1331877"/>
              <a:gd name="connsiteX1" fmla="*/ 96872 w 864110"/>
              <a:gd name="connsiteY1" fmla="*/ 392065 h 1331877"/>
              <a:gd name="connsiteX2" fmla="*/ 77366 w 864110"/>
              <a:gd name="connsiteY2" fmla="*/ 112864 h 1331877"/>
              <a:gd name="connsiteX3" fmla="*/ 229757 w 864110"/>
              <a:gd name="connsiteY3" fmla="*/ 19060 h 1331877"/>
              <a:gd name="connsiteX4" fmla="*/ 566246 w 864110"/>
              <a:gd name="connsiteY4" fmla="*/ 15575 h 1331877"/>
              <a:gd name="connsiteX5" fmla="*/ 717366 w 864110"/>
              <a:gd name="connsiteY5" fmla="*/ 187554 h 1331877"/>
              <a:gd name="connsiteX6" fmla="*/ 861931 w 864110"/>
              <a:gd name="connsiteY6" fmla="*/ 1026005 h 1331877"/>
              <a:gd name="connsiteX7" fmla="*/ 773212 w 864110"/>
              <a:gd name="connsiteY7" fmla="*/ 1266151 h 1331877"/>
              <a:gd name="connsiteX8" fmla="*/ 386884 w 864110"/>
              <a:gd name="connsiteY8" fmla="*/ 1325422 h 1331877"/>
              <a:gd name="connsiteX9" fmla="*/ 177736 w 864110"/>
              <a:gd name="connsiteY9" fmla="*/ 1144426 h 1331877"/>
              <a:gd name="connsiteX10" fmla="*/ 125663 w 864110"/>
              <a:gd name="connsiteY10" fmla="*/ 526081 h 1331877"/>
              <a:gd name="connsiteX11" fmla="*/ 6961 w 864110"/>
              <a:gd name="connsiteY11" fmla="*/ 560584 h 1331877"/>
              <a:gd name="connsiteX0" fmla="*/ 6961 w 864110"/>
              <a:gd name="connsiteY0" fmla="*/ 560584 h 1332354"/>
              <a:gd name="connsiteX1" fmla="*/ 96872 w 864110"/>
              <a:gd name="connsiteY1" fmla="*/ 392065 h 1332354"/>
              <a:gd name="connsiteX2" fmla="*/ 77366 w 864110"/>
              <a:gd name="connsiteY2" fmla="*/ 112864 h 1332354"/>
              <a:gd name="connsiteX3" fmla="*/ 229757 w 864110"/>
              <a:gd name="connsiteY3" fmla="*/ 19060 h 1332354"/>
              <a:gd name="connsiteX4" fmla="*/ 566246 w 864110"/>
              <a:gd name="connsiteY4" fmla="*/ 15575 h 1332354"/>
              <a:gd name="connsiteX5" fmla="*/ 717366 w 864110"/>
              <a:gd name="connsiteY5" fmla="*/ 187554 h 1332354"/>
              <a:gd name="connsiteX6" fmla="*/ 861931 w 864110"/>
              <a:gd name="connsiteY6" fmla="*/ 1026005 h 1332354"/>
              <a:gd name="connsiteX7" fmla="*/ 773212 w 864110"/>
              <a:gd name="connsiteY7" fmla="*/ 1266151 h 1332354"/>
              <a:gd name="connsiteX8" fmla="*/ 386884 w 864110"/>
              <a:gd name="connsiteY8" fmla="*/ 1325422 h 1332354"/>
              <a:gd name="connsiteX9" fmla="*/ 197485 w 864110"/>
              <a:gd name="connsiteY9" fmla="*/ 1137282 h 1332354"/>
              <a:gd name="connsiteX10" fmla="*/ 125663 w 864110"/>
              <a:gd name="connsiteY10" fmla="*/ 526081 h 1332354"/>
              <a:gd name="connsiteX11" fmla="*/ 6961 w 864110"/>
              <a:gd name="connsiteY11" fmla="*/ 560584 h 1332354"/>
              <a:gd name="connsiteX0" fmla="*/ 6961 w 864110"/>
              <a:gd name="connsiteY0" fmla="*/ 560674 h 1332444"/>
              <a:gd name="connsiteX1" fmla="*/ 96872 w 864110"/>
              <a:gd name="connsiteY1" fmla="*/ 392155 h 1332444"/>
              <a:gd name="connsiteX2" fmla="*/ 79552 w 864110"/>
              <a:gd name="connsiteY2" fmla="*/ 114810 h 1332444"/>
              <a:gd name="connsiteX3" fmla="*/ 229757 w 864110"/>
              <a:gd name="connsiteY3" fmla="*/ 19150 h 1332444"/>
              <a:gd name="connsiteX4" fmla="*/ 566246 w 864110"/>
              <a:gd name="connsiteY4" fmla="*/ 15665 h 1332444"/>
              <a:gd name="connsiteX5" fmla="*/ 717366 w 864110"/>
              <a:gd name="connsiteY5" fmla="*/ 187644 h 1332444"/>
              <a:gd name="connsiteX6" fmla="*/ 861931 w 864110"/>
              <a:gd name="connsiteY6" fmla="*/ 1026095 h 1332444"/>
              <a:gd name="connsiteX7" fmla="*/ 773212 w 864110"/>
              <a:gd name="connsiteY7" fmla="*/ 1266241 h 1332444"/>
              <a:gd name="connsiteX8" fmla="*/ 386884 w 864110"/>
              <a:gd name="connsiteY8" fmla="*/ 1325512 h 1332444"/>
              <a:gd name="connsiteX9" fmla="*/ 197485 w 864110"/>
              <a:gd name="connsiteY9" fmla="*/ 1137372 h 1332444"/>
              <a:gd name="connsiteX10" fmla="*/ 125663 w 864110"/>
              <a:gd name="connsiteY10" fmla="*/ 526171 h 1332444"/>
              <a:gd name="connsiteX11" fmla="*/ 6961 w 864110"/>
              <a:gd name="connsiteY11" fmla="*/ 560674 h 1332444"/>
              <a:gd name="connsiteX0" fmla="*/ 8576 w 843625"/>
              <a:gd name="connsiteY0" fmla="*/ 550409 h 1332444"/>
              <a:gd name="connsiteX1" fmla="*/ 76387 w 843625"/>
              <a:gd name="connsiteY1" fmla="*/ 392155 h 1332444"/>
              <a:gd name="connsiteX2" fmla="*/ 59067 w 843625"/>
              <a:gd name="connsiteY2" fmla="*/ 114810 h 1332444"/>
              <a:gd name="connsiteX3" fmla="*/ 209272 w 843625"/>
              <a:gd name="connsiteY3" fmla="*/ 19150 h 1332444"/>
              <a:gd name="connsiteX4" fmla="*/ 545761 w 843625"/>
              <a:gd name="connsiteY4" fmla="*/ 15665 h 1332444"/>
              <a:gd name="connsiteX5" fmla="*/ 696881 w 843625"/>
              <a:gd name="connsiteY5" fmla="*/ 187644 h 1332444"/>
              <a:gd name="connsiteX6" fmla="*/ 841446 w 843625"/>
              <a:gd name="connsiteY6" fmla="*/ 1026095 h 1332444"/>
              <a:gd name="connsiteX7" fmla="*/ 752727 w 843625"/>
              <a:gd name="connsiteY7" fmla="*/ 1266241 h 1332444"/>
              <a:gd name="connsiteX8" fmla="*/ 366399 w 843625"/>
              <a:gd name="connsiteY8" fmla="*/ 1325512 h 1332444"/>
              <a:gd name="connsiteX9" fmla="*/ 177000 w 843625"/>
              <a:gd name="connsiteY9" fmla="*/ 1137372 h 1332444"/>
              <a:gd name="connsiteX10" fmla="*/ 105178 w 843625"/>
              <a:gd name="connsiteY10" fmla="*/ 526171 h 1332444"/>
              <a:gd name="connsiteX11" fmla="*/ 8576 w 843625"/>
              <a:gd name="connsiteY11" fmla="*/ 550409 h 1332444"/>
              <a:gd name="connsiteX0" fmla="*/ 8576 w 843625"/>
              <a:gd name="connsiteY0" fmla="*/ 550409 h 1332444"/>
              <a:gd name="connsiteX1" fmla="*/ 76387 w 843625"/>
              <a:gd name="connsiteY1" fmla="*/ 392155 h 1332444"/>
              <a:gd name="connsiteX2" fmla="*/ 59067 w 843625"/>
              <a:gd name="connsiteY2" fmla="*/ 114810 h 1332444"/>
              <a:gd name="connsiteX3" fmla="*/ 209272 w 843625"/>
              <a:gd name="connsiteY3" fmla="*/ 19150 h 1332444"/>
              <a:gd name="connsiteX4" fmla="*/ 545761 w 843625"/>
              <a:gd name="connsiteY4" fmla="*/ 15665 h 1332444"/>
              <a:gd name="connsiteX5" fmla="*/ 696881 w 843625"/>
              <a:gd name="connsiteY5" fmla="*/ 187644 h 1332444"/>
              <a:gd name="connsiteX6" fmla="*/ 841446 w 843625"/>
              <a:gd name="connsiteY6" fmla="*/ 1026095 h 1332444"/>
              <a:gd name="connsiteX7" fmla="*/ 752727 w 843625"/>
              <a:gd name="connsiteY7" fmla="*/ 1266241 h 1332444"/>
              <a:gd name="connsiteX8" fmla="*/ 366399 w 843625"/>
              <a:gd name="connsiteY8" fmla="*/ 1325512 h 1332444"/>
              <a:gd name="connsiteX9" fmla="*/ 177000 w 843625"/>
              <a:gd name="connsiteY9" fmla="*/ 1137372 h 1332444"/>
              <a:gd name="connsiteX10" fmla="*/ 105178 w 843625"/>
              <a:gd name="connsiteY10" fmla="*/ 526171 h 1332444"/>
              <a:gd name="connsiteX11" fmla="*/ 8576 w 843625"/>
              <a:gd name="connsiteY11" fmla="*/ 550409 h 1332444"/>
              <a:gd name="connsiteX0" fmla="*/ 8576 w 843625"/>
              <a:gd name="connsiteY0" fmla="*/ 550409 h 1332528"/>
              <a:gd name="connsiteX1" fmla="*/ 76387 w 843625"/>
              <a:gd name="connsiteY1" fmla="*/ 392155 h 1332528"/>
              <a:gd name="connsiteX2" fmla="*/ 59067 w 843625"/>
              <a:gd name="connsiteY2" fmla="*/ 114810 h 1332528"/>
              <a:gd name="connsiteX3" fmla="*/ 209272 w 843625"/>
              <a:gd name="connsiteY3" fmla="*/ 19150 h 1332528"/>
              <a:gd name="connsiteX4" fmla="*/ 545761 w 843625"/>
              <a:gd name="connsiteY4" fmla="*/ 15665 h 1332528"/>
              <a:gd name="connsiteX5" fmla="*/ 696881 w 843625"/>
              <a:gd name="connsiteY5" fmla="*/ 187644 h 1332528"/>
              <a:gd name="connsiteX6" fmla="*/ 841446 w 843625"/>
              <a:gd name="connsiteY6" fmla="*/ 1026095 h 1332528"/>
              <a:gd name="connsiteX7" fmla="*/ 752727 w 843625"/>
              <a:gd name="connsiteY7" fmla="*/ 1266241 h 1332528"/>
              <a:gd name="connsiteX8" fmla="*/ 366399 w 843625"/>
              <a:gd name="connsiteY8" fmla="*/ 1325512 h 1332528"/>
              <a:gd name="connsiteX9" fmla="*/ 184643 w 843625"/>
              <a:gd name="connsiteY9" fmla="*/ 1136120 h 1332528"/>
              <a:gd name="connsiteX10" fmla="*/ 105178 w 843625"/>
              <a:gd name="connsiteY10" fmla="*/ 526171 h 1332528"/>
              <a:gd name="connsiteX11" fmla="*/ 8576 w 843625"/>
              <a:gd name="connsiteY11" fmla="*/ 550409 h 1332528"/>
              <a:gd name="connsiteX0" fmla="*/ 8576 w 843404"/>
              <a:gd name="connsiteY0" fmla="*/ 550409 h 1327013"/>
              <a:gd name="connsiteX1" fmla="*/ 76387 w 843404"/>
              <a:gd name="connsiteY1" fmla="*/ 392155 h 1327013"/>
              <a:gd name="connsiteX2" fmla="*/ 59067 w 843404"/>
              <a:gd name="connsiteY2" fmla="*/ 114810 h 1327013"/>
              <a:gd name="connsiteX3" fmla="*/ 209272 w 843404"/>
              <a:gd name="connsiteY3" fmla="*/ 19150 h 1327013"/>
              <a:gd name="connsiteX4" fmla="*/ 545761 w 843404"/>
              <a:gd name="connsiteY4" fmla="*/ 15665 h 1327013"/>
              <a:gd name="connsiteX5" fmla="*/ 696881 w 843404"/>
              <a:gd name="connsiteY5" fmla="*/ 187644 h 1327013"/>
              <a:gd name="connsiteX6" fmla="*/ 841446 w 843404"/>
              <a:gd name="connsiteY6" fmla="*/ 1026095 h 1327013"/>
              <a:gd name="connsiteX7" fmla="*/ 752727 w 843404"/>
              <a:gd name="connsiteY7" fmla="*/ 1266241 h 1327013"/>
              <a:gd name="connsiteX8" fmla="*/ 390961 w 843404"/>
              <a:gd name="connsiteY8" fmla="*/ 1319274 h 1327013"/>
              <a:gd name="connsiteX9" fmla="*/ 184643 w 843404"/>
              <a:gd name="connsiteY9" fmla="*/ 1136120 h 1327013"/>
              <a:gd name="connsiteX10" fmla="*/ 105178 w 843404"/>
              <a:gd name="connsiteY10" fmla="*/ 526171 h 1327013"/>
              <a:gd name="connsiteX11" fmla="*/ 8576 w 843404"/>
              <a:gd name="connsiteY11" fmla="*/ 550409 h 1327013"/>
              <a:gd name="connsiteX0" fmla="*/ 8576 w 843404"/>
              <a:gd name="connsiteY0" fmla="*/ 567995 h 1344599"/>
              <a:gd name="connsiteX1" fmla="*/ 76387 w 843404"/>
              <a:gd name="connsiteY1" fmla="*/ 409741 h 1344599"/>
              <a:gd name="connsiteX2" fmla="*/ 59067 w 843404"/>
              <a:gd name="connsiteY2" fmla="*/ 132396 h 1344599"/>
              <a:gd name="connsiteX3" fmla="*/ 262200 w 843404"/>
              <a:gd name="connsiteY3" fmla="*/ 8133 h 1344599"/>
              <a:gd name="connsiteX4" fmla="*/ 545761 w 843404"/>
              <a:gd name="connsiteY4" fmla="*/ 33251 h 1344599"/>
              <a:gd name="connsiteX5" fmla="*/ 696881 w 843404"/>
              <a:gd name="connsiteY5" fmla="*/ 205230 h 1344599"/>
              <a:gd name="connsiteX6" fmla="*/ 841446 w 843404"/>
              <a:gd name="connsiteY6" fmla="*/ 1043681 h 1344599"/>
              <a:gd name="connsiteX7" fmla="*/ 752727 w 843404"/>
              <a:gd name="connsiteY7" fmla="*/ 1283827 h 1344599"/>
              <a:gd name="connsiteX8" fmla="*/ 390961 w 843404"/>
              <a:gd name="connsiteY8" fmla="*/ 1336860 h 1344599"/>
              <a:gd name="connsiteX9" fmla="*/ 184643 w 843404"/>
              <a:gd name="connsiteY9" fmla="*/ 1153706 h 1344599"/>
              <a:gd name="connsiteX10" fmla="*/ 105178 w 843404"/>
              <a:gd name="connsiteY10" fmla="*/ 543757 h 1344599"/>
              <a:gd name="connsiteX11" fmla="*/ 8576 w 843404"/>
              <a:gd name="connsiteY11" fmla="*/ 567995 h 1344599"/>
              <a:gd name="connsiteX0" fmla="*/ 8576 w 843404"/>
              <a:gd name="connsiteY0" fmla="*/ 567509 h 1344113"/>
              <a:gd name="connsiteX1" fmla="*/ 76387 w 843404"/>
              <a:gd name="connsiteY1" fmla="*/ 409255 h 1344113"/>
              <a:gd name="connsiteX2" fmla="*/ 99190 w 843404"/>
              <a:gd name="connsiteY2" fmla="*/ 125338 h 1344113"/>
              <a:gd name="connsiteX3" fmla="*/ 262200 w 843404"/>
              <a:gd name="connsiteY3" fmla="*/ 7647 h 1344113"/>
              <a:gd name="connsiteX4" fmla="*/ 545761 w 843404"/>
              <a:gd name="connsiteY4" fmla="*/ 32765 h 1344113"/>
              <a:gd name="connsiteX5" fmla="*/ 696881 w 843404"/>
              <a:gd name="connsiteY5" fmla="*/ 204744 h 1344113"/>
              <a:gd name="connsiteX6" fmla="*/ 841446 w 843404"/>
              <a:gd name="connsiteY6" fmla="*/ 1043195 h 1344113"/>
              <a:gd name="connsiteX7" fmla="*/ 752727 w 843404"/>
              <a:gd name="connsiteY7" fmla="*/ 1283341 h 1344113"/>
              <a:gd name="connsiteX8" fmla="*/ 390961 w 843404"/>
              <a:gd name="connsiteY8" fmla="*/ 1336374 h 1344113"/>
              <a:gd name="connsiteX9" fmla="*/ 184643 w 843404"/>
              <a:gd name="connsiteY9" fmla="*/ 1153220 h 1344113"/>
              <a:gd name="connsiteX10" fmla="*/ 105178 w 843404"/>
              <a:gd name="connsiteY10" fmla="*/ 543271 h 1344113"/>
              <a:gd name="connsiteX11" fmla="*/ 8576 w 843404"/>
              <a:gd name="connsiteY11" fmla="*/ 567509 h 1344113"/>
              <a:gd name="connsiteX0" fmla="*/ 8576 w 843404"/>
              <a:gd name="connsiteY0" fmla="*/ 566478 h 1343082"/>
              <a:gd name="connsiteX1" fmla="*/ 76387 w 843404"/>
              <a:gd name="connsiteY1" fmla="*/ 408224 h 1343082"/>
              <a:gd name="connsiteX2" fmla="*/ 99190 w 843404"/>
              <a:gd name="connsiteY2" fmla="*/ 124307 h 1343082"/>
              <a:gd name="connsiteX3" fmla="*/ 262200 w 843404"/>
              <a:gd name="connsiteY3" fmla="*/ 6616 h 1343082"/>
              <a:gd name="connsiteX4" fmla="*/ 579343 w 843404"/>
              <a:gd name="connsiteY4" fmla="*/ 35092 h 1343082"/>
              <a:gd name="connsiteX5" fmla="*/ 696881 w 843404"/>
              <a:gd name="connsiteY5" fmla="*/ 203713 h 1343082"/>
              <a:gd name="connsiteX6" fmla="*/ 841446 w 843404"/>
              <a:gd name="connsiteY6" fmla="*/ 1042164 h 1343082"/>
              <a:gd name="connsiteX7" fmla="*/ 752727 w 843404"/>
              <a:gd name="connsiteY7" fmla="*/ 1282310 h 1343082"/>
              <a:gd name="connsiteX8" fmla="*/ 390961 w 843404"/>
              <a:gd name="connsiteY8" fmla="*/ 1335343 h 1343082"/>
              <a:gd name="connsiteX9" fmla="*/ 184643 w 843404"/>
              <a:gd name="connsiteY9" fmla="*/ 1152189 h 1343082"/>
              <a:gd name="connsiteX10" fmla="*/ 105178 w 843404"/>
              <a:gd name="connsiteY10" fmla="*/ 542240 h 1343082"/>
              <a:gd name="connsiteX11" fmla="*/ 8576 w 843404"/>
              <a:gd name="connsiteY11" fmla="*/ 566478 h 1343082"/>
              <a:gd name="connsiteX0" fmla="*/ 8576 w 843404"/>
              <a:gd name="connsiteY0" fmla="*/ 580816 h 1357420"/>
              <a:gd name="connsiteX1" fmla="*/ 76387 w 843404"/>
              <a:gd name="connsiteY1" fmla="*/ 422562 h 1357420"/>
              <a:gd name="connsiteX2" fmla="*/ 99190 w 843404"/>
              <a:gd name="connsiteY2" fmla="*/ 138645 h 1357420"/>
              <a:gd name="connsiteX3" fmla="*/ 308863 w 843404"/>
              <a:gd name="connsiteY3" fmla="*/ 4451 h 1357420"/>
              <a:gd name="connsiteX4" fmla="*/ 579343 w 843404"/>
              <a:gd name="connsiteY4" fmla="*/ 49430 h 1357420"/>
              <a:gd name="connsiteX5" fmla="*/ 696881 w 843404"/>
              <a:gd name="connsiteY5" fmla="*/ 218051 h 1357420"/>
              <a:gd name="connsiteX6" fmla="*/ 841446 w 843404"/>
              <a:gd name="connsiteY6" fmla="*/ 1056502 h 1357420"/>
              <a:gd name="connsiteX7" fmla="*/ 752727 w 843404"/>
              <a:gd name="connsiteY7" fmla="*/ 1296648 h 1357420"/>
              <a:gd name="connsiteX8" fmla="*/ 390961 w 843404"/>
              <a:gd name="connsiteY8" fmla="*/ 1349681 h 1357420"/>
              <a:gd name="connsiteX9" fmla="*/ 184643 w 843404"/>
              <a:gd name="connsiteY9" fmla="*/ 1166527 h 1357420"/>
              <a:gd name="connsiteX10" fmla="*/ 105178 w 843404"/>
              <a:gd name="connsiteY10" fmla="*/ 556578 h 1357420"/>
              <a:gd name="connsiteX11" fmla="*/ 8576 w 843404"/>
              <a:gd name="connsiteY11" fmla="*/ 580816 h 1357420"/>
              <a:gd name="connsiteX0" fmla="*/ 8576 w 842535"/>
              <a:gd name="connsiteY0" fmla="*/ 580879 h 1357483"/>
              <a:gd name="connsiteX1" fmla="*/ 76387 w 842535"/>
              <a:gd name="connsiteY1" fmla="*/ 422625 h 1357483"/>
              <a:gd name="connsiteX2" fmla="*/ 99190 w 842535"/>
              <a:gd name="connsiteY2" fmla="*/ 138708 h 1357483"/>
              <a:gd name="connsiteX3" fmla="*/ 308863 w 842535"/>
              <a:gd name="connsiteY3" fmla="*/ 4514 h 1357483"/>
              <a:gd name="connsiteX4" fmla="*/ 579343 w 842535"/>
              <a:gd name="connsiteY4" fmla="*/ 49493 h 1357483"/>
              <a:gd name="connsiteX5" fmla="*/ 714903 w 842535"/>
              <a:gd name="connsiteY5" fmla="*/ 221806 h 1357483"/>
              <a:gd name="connsiteX6" fmla="*/ 841446 w 842535"/>
              <a:gd name="connsiteY6" fmla="*/ 1056565 h 1357483"/>
              <a:gd name="connsiteX7" fmla="*/ 752727 w 842535"/>
              <a:gd name="connsiteY7" fmla="*/ 1296711 h 1357483"/>
              <a:gd name="connsiteX8" fmla="*/ 390961 w 842535"/>
              <a:gd name="connsiteY8" fmla="*/ 1349744 h 1357483"/>
              <a:gd name="connsiteX9" fmla="*/ 184643 w 842535"/>
              <a:gd name="connsiteY9" fmla="*/ 1166590 h 1357483"/>
              <a:gd name="connsiteX10" fmla="*/ 105178 w 842535"/>
              <a:gd name="connsiteY10" fmla="*/ 556641 h 1357483"/>
              <a:gd name="connsiteX11" fmla="*/ 8576 w 842535"/>
              <a:gd name="connsiteY11" fmla="*/ 580879 h 1357483"/>
              <a:gd name="connsiteX0" fmla="*/ 8576 w 842535"/>
              <a:gd name="connsiteY0" fmla="*/ 577971 h 1354575"/>
              <a:gd name="connsiteX1" fmla="*/ 76387 w 842535"/>
              <a:gd name="connsiteY1" fmla="*/ 419717 h 1354575"/>
              <a:gd name="connsiteX2" fmla="*/ 99190 w 842535"/>
              <a:gd name="connsiteY2" fmla="*/ 135800 h 1354575"/>
              <a:gd name="connsiteX3" fmla="*/ 308863 w 842535"/>
              <a:gd name="connsiteY3" fmla="*/ 1606 h 1354575"/>
              <a:gd name="connsiteX4" fmla="*/ 714903 w 842535"/>
              <a:gd name="connsiteY4" fmla="*/ 218898 h 1354575"/>
              <a:gd name="connsiteX5" fmla="*/ 841446 w 842535"/>
              <a:gd name="connsiteY5" fmla="*/ 1053657 h 1354575"/>
              <a:gd name="connsiteX6" fmla="*/ 752727 w 842535"/>
              <a:gd name="connsiteY6" fmla="*/ 1293803 h 1354575"/>
              <a:gd name="connsiteX7" fmla="*/ 390961 w 842535"/>
              <a:gd name="connsiteY7" fmla="*/ 1346836 h 1354575"/>
              <a:gd name="connsiteX8" fmla="*/ 184643 w 842535"/>
              <a:gd name="connsiteY8" fmla="*/ 1163682 h 1354575"/>
              <a:gd name="connsiteX9" fmla="*/ 105178 w 842535"/>
              <a:gd name="connsiteY9" fmla="*/ 553733 h 1354575"/>
              <a:gd name="connsiteX10" fmla="*/ 8576 w 842535"/>
              <a:gd name="connsiteY10" fmla="*/ 577971 h 1354575"/>
              <a:gd name="connsiteX0" fmla="*/ 8576 w 841897"/>
              <a:gd name="connsiteY0" fmla="*/ 576547 h 1353151"/>
              <a:gd name="connsiteX1" fmla="*/ 76387 w 841897"/>
              <a:gd name="connsiteY1" fmla="*/ 418293 h 1353151"/>
              <a:gd name="connsiteX2" fmla="*/ 99190 w 841897"/>
              <a:gd name="connsiteY2" fmla="*/ 134376 h 1353151"/>
              <a:gd name="connsiteX3" fmla="*/ 308863 w 841897"/>
              <a:gd name="connsiteY3" fmla="*/ 182 h 1353151"/>
              <a:gd name="connsiteX4" fmla="*/ 730941 w 841897"/>
              <a:gd name="connsiteY4" fmla="*/ 159475 h 1353151"/>
              <a:gd name="connsiteX5" fmla="*/ 841446 w 841897"/>
              <a:gd name="connsiteY5" fmla="*/ 1052233 h 1353151"/>
              <a:gd name="connsiteX6" fmla="*/ 752727 w 841897"/>
              <a:gd name="connsiteY6" fmla="*/ 1292379 h 1353151"/>
              <a:gd name="connsiteX7" fmla="*/ 390961 w 841897"/>
              <a:gd name="connsiteY7" fmla="*/ 1345412 h 1353151"/>
              <a:gd name="connsiteX8" fmla="*/ 184643 w 841897"/>
              <a:gd name="connsiteY8" fmla="*/ 1162258 h 1353151"/>
              <a:gd name="connsiteX9" fmla="*/ 105178 w 841897"/>
              <a:gd name="connsiteY9" fmla="*/ 552309 h 1353151"/>
              <a:gd name="connsiteX10" fmla="*/ 8576 w 841897"/>
              <a:gd name="connsiteY10" fmla="*/ 576547 h 1353151"/>
              <a:gd name="connsiteX0" fmla="*/ 8576 w 852902"/>
              <a:gd name="connsiteY0" fmla="*/ 576547 h 1354413"/>
              <a:gd name="connsiteX1" fmla="*/ 76387 w 852902"/>
              <a:gd name="connsiteY1" fmla="*/ 418293 h 1354413"/>
              <a:gd name="connsiteX2" fmla="*/ 99190 w 852902"/>
              <a:gd name="connsiteY2" fmla="*/ 134376 h 1354413"/>
              <a:gd name="connsiteX3" fmla="*/ 308863 w 852902"/>
              <a:gd name="connsiteY3" fmla="*/ 182 h 1354413"/>
              <a:gd name="connsiteX4" fmla="*/ 730941 w 852902"/>
              <a:gd name="connsiteY4" fmla="*/ 159475 h 1354413"/>
              <a:gd name="connsiteX5" fmla="*/ 852579 w 852902"/>
              <a:gd name="connsiteY5" fmla="*/ 1001682 h 1354413"/>
              <a:gd name="connsiteX6" fmla="*/ 752727 w 852902"/>
              <a:gd name="connsiteY6" fmla="*/ 1292379 h 1354413"/>
              <a:gd name="connsiteX7" fmla="*/ 390961 w 852902"/>
              <a:gd name="connsiteY7" fmla="*/ 1345412 h 1354413"/>
              <a:gd name="connsiteX8" fmla="*/ 184643 w 852902"/>
              <a:gd name="connsiteY8" fmla="*/ 1162258 h 1354413"/>
              <a:gd name="connsiteX9" fmla="*/ 105178 w 852902"/>
              <a:gd name="connsiteY9" fmla="*/ 552309 h 1354413"/>
              <a:gd name="connsiteX10" fmla="*/ 8576 w 852902"/>
              <a:gd name="connsiteY10" fmla="*/ 576547 h 1354413"/>
              <a:gd name="connsiteX0" fmla="*/ 9753 w 842440"/>
              <a:gd name="connsiteY0" fmla="*/ 568913 h 1354413"/>
              <a:gd name="connsiteX1" fmla="*/ 65925 w 842440"/>
              <a:gd name="connsiteY1" fmla="*/ 418293 h 1354413"/>
              <a:gd name="connsiteX2" fmla="*/ 88728 w 842440"/>
              <a:gd name="connsiteY2" fmla="*/ 134376 h 1354413"/>
              <a:gd name="connsiteX3" fmla="*/ 298401 w 842440"/>
              <a:gd name="connsiteY3" fmla="*/ 182 h 1354413"/>
              <a:gd name="connsiteX4" fmla="*/ 720479 w 842440"/>
              <a:gd name="connsiteY4" fmla="*/ 159475 h 1354413"/>
              <a:gd name="connsiteX5" fmla="*/ 842117 w 842440"/>
              <a:gd name="connsiteY5" fmla="*/ 1001682 h 1354413"/>
              <a:gd name="connsiteX6" fmla="*/ 742265 w 842440"/>
              <a:gd name="connsiteY6" fmla="*/ 1292379 h 1354413"/>
              <a:gd name="connsiteX7" fmla="*/ 380499 w 842440"/>
              <a:gd name="connsiteY7" fmla="*/ 1345412 h 1354413"/>
              <a:gd name="connsiteX8" fmla="*/ 174181 w 842440"/>
              <a:gd name="connsiteY8" fmla="*/ 1162258 h 1354413"/>
              <a:gd name="connsiteX9" fmla="*/ 94716 w 842440"/>
              <a:gd name="connsiteY9" fmla="*/ 552309 h 1354413"/>
              <a:gd name="connsiteX10" fmla="*/ 9753 w 842440"/>
              <a:gd name="connsiteY10" fmla="*/ 568913 h 1354413"/>
              <a:gd name="connsiteX0" fmla="*/ 9475 w 842162"/>
              <a:gd name="connsiteY0" fmla="*/ 568921 h 1354421"/>
              <a:gd name="connsiteX1" fmla="*/ 68141 w 842162"/>
              <a:gd name="connsiteY1" fmla="*/ 437939 h 1354421"/>
              <a:gd name="connsiteX2" fmla="*/ 88450 w 842162"/>
              <a:gd name="connsiteY2" fmla="*/ 134384 h 1354421"/>
              <a:gd name="connsiteX3" fmla="*/ 298123 w 842162"/>
              <a:gd name="connsiteY3" fmla="*/ 190 h 1354421"/>
              <a:gd name="connsiteX4" fmla="*/ 720201 w 842162"/>
              <a:gd name="connsiteY4" fmla="*/ 159483 h 1354421"/>
              <a:gd name="connsiteX5" fmla="*/ 841839 w 842162"/>
              <a:gd name="connsiteY5" fmla="*/ 1001690 h 1354421"/>
              <a:gd name="connsiteX6" fmla="*/ 741987 w 842162"/>
              <a:gd name="connsiteY6" fmla="*/ 1292387 h 1354421"/>
              <a:gd name="connsiteX7" fmla="*/ 380221 w 842162"/>
              <a:gd name="connsiteY7" fmla="*/ 1345420 h 1354421"/>
              <a:gd name="connsiteX8" fmla="*/ 173903 w 842162"/>
              <a:gd name="connsiteY8" fmla="*/ 1162266 h 1354421"/>
              <a:gd name="connsiteX9" fmla="*/ 94438 w 842162"/>
              <a:gd name="connsiteY9" fmla="*/ 552317 h 1354421"/>
              <a:gd name="connsiteX10" fmla="*/ 9475 w 842162"/>
              <a:gd name="connsiteY10" fmla="*/ 568921 h 1354421"/>
              <a:gd name="connsiteX0" fmla="*/ 9475 w 842162"/>
              <a:gd name="connsiteY0" fmla="*/ 568732 h 1354232"/>
              <a:gd name="connsiteX1" fmla="*/ 68141 w 842162"/>
              <a:gd name="connsiteY1" fmla="*/ 437750 h 1354232"/>
              <a:gd name="connsiteX2" fmla="*/ 86360 w 842162"/>
              <a:gd name="connsiteY2" fmla="*/ 157448 h 1354232"/>
              <a:gd name="connsiteX3" fmla="*/ 298123 w 842162"/>
              <a:gd name="connsiteY3" fmla="*/ 1 h 1354232"/>
              <a:gd name="connsiteX4" fmla="*/ 720201 w 842162"/>
              <a:gd name="connsiteY4" fmla="*/ 159294 h 1354232"/>
              <a:gd name="connsiteX5" fmla="*/ 841839 w 842162"/>
              <a:gd name="connsiteY5" fmla="*/ 1001501 h 1354232"/>
              <a:gd name="connsiteX6" fmla="*/ 741987 w 842162"/>
              <a:gd name="connsiteY6" fmla="*/ 1292198 h 1354232"/>
              <a:gd name="connsiteX7" fmla="*/ 380221 w 842162"/>
              <a:gd name="connsiteY7" fmla="*/ 1345231 h 1354232"/>
              <a:gd name="connsiteX8" fmla="*/ 173903 w 842162"/>
              <a:gd name="connsiteY8" fmla="*/ 1162077 h 1354232"/>
              <a:gd name="connsiteX9" fmla="*/ 94438 w 842162"/>
              <a:gd name="connsiteY9" fmla="*/ 552128 h 1354232"/>
              <a:gd name="connsiteX10" fmla="*/ 9475 w 842162"/>
              <a:gd name="connsiteY10" fmla="*/ 568732 h 1354232"/>
              <a:gd name="connsiteX0" fmla="*/ 9475 w 842162"/>
              <a:gd name="connsiteY0" fmla="*/ 553089 h 1338589"/>
              <a:gd name="connsiteX1" fmla="*/ 68141 w 842162"/>
              <a:gd name="connsiteY1" fmla="*/ 422107 h 1338589"/>
              <a:gd name="connsiteX2" fmla="*/ 86360 w 842162"/>
              <a:gd name="connsiteY2" fmla="*/ 141805 h 1338589"/>
              <a:gd name="connsiteX3" fmla="*/ 302731 w 842162"/>
              <a:gd name="connsiteY3" fmla="*/ 786 h 1338589"/>
              <a:gd name="connsiteX4" fmla="*/ 720201 w 842162"/>
              <a:gd name="connsiteY4" fmla="*/ 143651 h 1338589"/>
              <a:gd name="connsiteX5" fmla="*/ 841839 w 842162"/>
              <a:gd name="connsiteY5" fmla="*/ 985858 h 1338589"/>
              <a:gd name="connsiteX6" fmla="*/ 741987 w 842162"/>
              <a:gd name="connsiteY6" fmla="*/ 1276555 h 1338589"/>
              <a:gd name="connsiteX7" fmla="*/ 380221 w 842162"/>
              <a:gd name="connsiteY7" fmla="*/ 1329588 h 1338589"/>
              <a:gd name="connsiteX8" fmla="*/ 173903 w 842162"/>
              <a:gd name="connsiteY8" fmla="*/ 1146434 h 1338589"/>
              <a:gd name="connsiteX9" fmla="*/ 94438 w 842162"/>
              <a:gd name="connsiteY9" fmla="*/ 536485 h 1338589"/>
              <a:gd name="connsiteX10" fmla="*/ 9475 w 842162"/>
              <a:gd name="connsiteY10" fmla="*/ 553089 h 1338589"/>
              <a:gd name="connsiteX0" fmla="*/ 9475 w 842162"/>
              <a:gd name="connsiteY0" fmla="*/ 556656 h 1342156"/>
              <a:gd name="connsiteX1" fmla="*/ 68141 w 842162"/>
              <a:gd name="connsiteY1" fmla="*/ 425674 h 1342156"/>
              <a:gd name="connsiteX2" fmla="*/ 86360 w 842162"/>
              <a:gd name="connsiteY2" fmla="*/ 145372 h 1342156"/>
              <a:gd name="connsiteX3" fmla="*/ 302731 w 842162"/>
              <a:gd name="connsiteY3" fmla="*/ 4353 h 1342156"/>
              <a:gd name="connsiteX4" fmla="*/ 720201 w 842162"/>
              <a:gd name="connsiteY4" fmla="*/ 147218 h 1342156"/>
              <a:gd name="connsiteX5" fmla="*/ 841839 w 842162"/>
              <a:gd name="connsiteY5" fmla="*/ 989425 h 1342156"/>
              <a:gd name="connsiteX6" fmla="*/ 741987 w 842162"/>
              <a:gd name="connsiteY6" fmla="*/ 1280122 h 1342156"/>
              <a:gd name="connsiteX7" fmla="*/ 380221 w 842162"/>
              <a:gd name="connsiteY7" fmla="*/ 1333155 h 1342156"/>
              <a:gd name="connsiteX8" fmla="*/ 173903 w 842162"/>
              <a:gd name="connsiteY8" fmla="*/ 1150001 h 1342156"/>
              <a:gd name="connsiteX9" fmla="*/ 94438 w 842162"/>
              <a:gd name="connsiteY9" fmla="*/ 540052 h 1342156"/>
              <a:gd name="connsiteX10" fmla="*/ 9475 w 842162"/>
              <a:gd name="connsiteY10" fmla="*/ 556656 h 1342156"/>
              <a:gd name="connsiteX0" fmla="*/ 9475 w 842162"/>
              <a:gd name="connsiteY0" fmla="*/ 553349 h 1338849"/>
              <a:gd name="connsiteX1" fmla="*/ 68141 w 842162"/>
              <a:gd name="connsiteY1" fmla="*/ 422367 h 1338849"/>
              <a:gd name="connsiteX2" fmla="*/ 96954 w 842162"/>
              <a:gd name="connsiteY2" fmla="*/ 146058 h 1338849"/>
              <a:gd name="connsiteX3" fmla="*/ 302731 w 842162"/>
              <a:gd name="connsiteY3" fmla="*/ 1046 h 1338849"/>
              <a:gd name="connsiteX4" fmla="*/ 720201 w 842162"/>
              <a:gd name="connsiteY4" fmla="*/ 143911 h 1338849"/>
              <a:gd name="connsiteX5" fmla="*/ 841839 w 842162"/>
              <a:gd name="connsiteY5" fmla="*/ 986118 h 1338849"/>
              <a:gd name="connsiteX6" fmla="*/ 741987 w 842162"/>
              <a:gd name="connsiteY6" fmla="*/ 1276815 h 1338849"/>
              <a:gd name="connsiteX7" fmla="*/ 380221 w 842162"/>
              <a:gd name="connsiteY7" fmla="*/ 1329848 h 1338849"/>
              <a:gd name="connsiteX8" fmla="*/ 173903 w 842162"/>
              <a:gd name="connsiteY8" fmla="*/ 1146694 h 1338849"/>
              <a:gd name="connsiteX9" fmla="*/ 94438 w 842162"/>
              <a:gd name="connsiteY9" fmla="*/ 536745 h 1338849"/>
              <a:gd name="connsiteX10" fmla="*/ 9475 w 842162"/>
              <a:gd name="connsiteY10" fmla="*/ 553349 h 1338849"/>
              <a:gd name="connsiteX0" fmla="*/ 9475 w 842162"/>
              <a:gd name="connsiteY0" fmla="*/ 553349 h 1338908"/>
              <a:gd name="connsiteX1" fmla="*/ 68141 w 842162"/>
              <a:gd name="connsiteY1" fmla="*/ 422367 h 1338908"/>
              <a:gd name="connsiteX2" fmla="*/ 96954 w 842162"/>
              <a:gd name="connsiteY2" fmla="*/ 146058 h 1338908"/>
              <a:gd name="connsiteX3" fmla="*/ 302731 w 842162"/>
              <a:gd name="connsiteY3" fmla="*/ 1046 h 1338908"/>
              <a:gd name="connsiteX4" fmla="*/ 720201 w 842162"/>
              <a:gd name="connsiteY4" fmla="*/ 143911 h 1338908"/>
              <a:gd name="connsiteX5" fmla="*/ 841839 w 842162"/>
              <a:gd name="connsiteY5" fmla="*/ 986118 h 1338908"/>
              <a:gd name="connsiteX6" fmla="*/ 741987 w 842162"/>
              <a:gd name="connsiteY6" fmla="*/ 1276815 h 1338908"/>
              <a:gd name="connsiteX7" fmla="*/ 380221 w 842162"/>
              <a:gd name="connsiteY7" fmla="*/ 1329848 h 1338908"/>
              <a:gd name="connsiteX8" fmla="*/ 178844 w 842162"/>
              <a:gd name="connsiteY8" fmla="*/ 1145885 h 1338908"/>
              <a:gd name="connsiteX9" fmla="*/ 94438 w 842162"/>
              <a:gd name="connsiteY9" fmla="*/ 536745 h 1338908"/>
              <a:gd name="connsiteX10" fmla="*/ 9475 w 842162"/>
              <a:gd name="connsiteY10" fmla="*/ 553349 h 1338908"/>
              <a:gd name="connsiteX0" fmla="*/ 9475 w 842162"/>
              <a:gd name="connsiteY0" fmla="*/ 553349 h 1338908"/>
              <a:gd name="connsiteX1" fmla="*/ 68141 w 842162"/>
              <a:gd name="connsiteY1" fmla="*/ 422367 h 1338908"/>
              <a:gd name="connsiteX2" fmla="*/ 96954 w 842162"/>
              <a:gd name="connsiteY2" fmla="*/ 146058 h 1338908"/>
              <a:gd name="connsiteX3" fmla="*/ 302731 w 842162"/>
              <a:gd name="connsiteY3" fmla="*/ 1046 h 1338908"/>
              <a:gd name="connsiteX4" fmla="*/ 720201 w 842162"/>
              <a:gd name="connsiteY4" fmla="*/ 143911 h 1338908"/>
              <a:gd name="connsiteX5" fmla="*/ 841839 w 842162"/>
              <a:gd name="connsiteY5" fmla="*/ 986118 h 1338908"/>
              <a:gd name="connsiteX6" fmla="*/ 741987 w 842162"/>
              <a:gd name="connsiteY6" fmla="*/ 1276815 h 1338908"/>
              <a:gd name="connsiteX7" fmla="*/ 380221 w 842162"/>
              <a:gd name="connsiteY7" fmla="*/ 1329848 h 1338908"/>
              <a:gd name="connsiteX8" fmla="*/ 178844 w 842162"/>
              <a:gd name="connsiteY8" fmla="*/ 1145885 h 1338908"/>
              <a:gd name="connsiteX9" fmla="*/ 94438 w 842162"/>
              <a:gd name="connsiteY9" fmla="*/ 536745 h 1338908"/>
              <a:gd name="connsiteX10" fmla="*/ 9475 w 842162"/>
              <a:gd name="connsiteY10" fmla="*/ 553349 h 1338908"/>
              <a:gd name="connsiteX0" fmla="*/ 9475 w 842162"/>
              <a:gd name="connsiteY0" fmla="*/ 553349 h 1342900"/>
              <a:gd name="connsiteX1" fmla="*/ 68141 w 842162"/>
              <a:gd name="connsiteY1" fmla="*/ 422367 h 1342900"/>
              <a:gd name="connsiteX2" fmla="*/ 96954 w 842162"/>
              <a:gd name="connsiteY2" fmla="*/ 146058 h 1342900"/>
              <a:gd name="connsiteX3" fmla="*/ 302731 w 842162"/>
              <a:gd name="connsiteY3" fmla="*/ 1046 h 1342900"/>
              <a:gd name="connsiteX4" fmla="*/ 720201 w 842162"/>
              <a:gd name="connsiteY4" fmla="*/ 143911 h 1342900"/>
              <a:gd name="connsiteX5" fmla="*/ 841839 w 842162"/>
              <a:gd name="connsiteY5" fmla="*/ 986118 h 1342900"/>
              <a:gd name="connsiteX6" fmla="*/ 741987 w 842162"/>
              <a:gd name="connsiteY6" fmla="*/ 1276815 h 1342900"/>
              <a:gd name="connsiteX7" fmla="*/ 380221 w 842162"/>
              <a:gd name="connsiteY7" fmla="*/ 1329848 h 1342900"/>
              <a:gd name="connsiteX8" fmla="*/ 164306 w 842162"/>
              <a:gd name="connsiteY8" fmla="*/ 1090990 h 1342900"/>
              <a:gd name="connsiteX9" fmla="*/ 94438 w 842162"/>
              <a:gd name="connsiteY9" fmla="*/ 536745 h 1342900"/>
              <a:gd name="connsiteX10" fmla="*/ 9475 w 842162"/>
              <a:gd name="connsiteY10" fmla="*/ 553349 h 1342900"/>
              <a:gd name="connsiteX0" fmla="*/ 9475 w 842162"/>
              <a:gd name="connsiteY0" fmla="*/ 553349 h 1341177"/>
              <a:gd name="connsiteX1" fmla="*/ 68141 w 842162"/>
              <a:gd name="connsiteY1" fmla="*/ 422367 h 1341177"/>
              <a:gd name="connsiteX2" fmla="*/ 96954 w 842162"/>
              <a:gd name="connsiteY2" fmla="*/ 146058 h 1341177"/>
              <a:gd name="connsiteX3" fmla="*/ 302731 w 842162"/>
              <a:gd name="connsiteY3" fmla="*/ 1046 h 1341177"/>
              <a:gd name="connsiteX4" fmla="*/ 720201 w 842162"/>
              <a:gd name="connsiteY4" fmla="*/ 143911 h 1341177"/>
              <a:gd name="connsiteX5" fmla="*/ 841839 w 842162"/>
              <a:gd name="connsiteY5" fmla="*/ 986118 h 1341177"/>
              <a:gd name="connsiteX6" fmla="*/ 741987 w 842162"/>
              <a:gd name="connsiteY6" fmla="*/ 1276815 h 1341177"/>
              <a:gd name="connsiteX7" fmla="*/ 380221 w 842162"/>
              <a:gd name="connsiteY7" fmla="*/ 1329848 h 1341177"/>
              <a:gd name="connsiteX8" fmla="*/ 177395 w 842162"/>
              <a:gd name="connsiteY8" fmla="*/ 1114621 h 1341177"/>
              <a:gd name="connsiteX9" fmla="*/ 94438 w 842162"/>
              <a:gd name="connsiteY9" fmla="*/ 536745 h 1341177"/>
              <a:gd name="connsiteX10" fmla="*/ 9475 w 842162"/>
              <a:gd name="connsiteY10" fmla="*/ 553349 h 1341177"/>
              <a:gd name="connsiteX0" fmla="*/ 9475 w 842162"/>
              <a:gd name="connsiteY0" fmla="*/ 553349 h 1341177"/>
              <a:gd name="connsiteX1" fmla="*/ 68141 w 842162"/>
              <a:gd name="connsiteY1" fmla="*/ 422367 h 1341177"/>
              <a:gd name="connsiteX2" fmla="*/ 96954 w 842162"/>
              <a:gd name="connsiteY2" fmla="*/ 146058 h 1341177"/>
              <a:gd name="connsiteX3" fmla="*/ 302731 w 842162"/>
              <a:gd name="connsiteY3" fmla="*/ 1046 h 1341177"/>
              <a:gd name="connsiteX4" fmla="*/ 720201 w 842162"/>
              <a:gd name="connsiteY4" fmla="*/ 143911 h 1341177"/>
              <a:gd name="connsiteX5" fmla="*/ 841839 w 842162"/>
              <a:gd name="connsiteY5" fmla="*/ 986118 h 1341177"/>
              <a:gd name="connsiteX6" fmla="*/ 741987 w 842162"/>
              <a:gd name="connsiteY6" fmla="*/ 1276815 h 1341177"/>
              <a:gd name="connsiteX7" fmla="*/ 380221 w 842162"/>
              <a:gd name="connsiteY7" fmla="*/ 1329848 h 1341177"/>
              <a:gd name="connsiteX8" fmla="*/ 177395 w 842162"/>
              <a:gd name="connsiteY8" fmla="*/ 1114621 h 1341177"/>
              <a:gd name="connsiteX9" fmla="*/ 94438 w 842162"/>
              <a:gd name="connsiteY9" fmla="*/ 536745 h 1341177"/>
              <a:gd name="connsiteX10" fmla="*/ 9475 w 842162"/>
              <a:gd name="connsiteY10" fmla="*/ 553349 h 1341177"/>
              <a:gd name="connsiteX0" fmla="*/ 9475 w 842162"/>
              <a:gd name="connsiteY0" fmla="*/ 579552 h 1367380"/>
              <a:gd name="connsiteX1" fmla="*/ 68141 w 842162"/>
              <a:gd name="connsiteY1" fmla="*/ 448570 h 1367380"/>
              <a:gd name="connsiteX2" fmla="*/ 96954 w 842162"/>
              <a:gd name="connsiteY2" fmla="*/ 172261 h 1367380"/>
              <a:gd name="connsiteX3" fmla="*/ 424856 w 842162"/>
              <a:gd name="connsiteY3" fmla="*/ 22 h 1367380"/>
              <a:gd name="connsiteX4" fmla="*/ 720201 w 842162"/>
              <a:gd name="connsiteY4" fmla="*/ 170114 h 1367380"/>
              <a:gd name="connsiteX5" fmla="*/ 841839 w 842162"/>
              <a:gd name="connsiteY5" fmla="*/ 1012321 h 1367380"/>
              <a:gd name="connsiteX6" fmla="*/ 741987 w 842162"/>
              <a:gd name="connsiteY6" fmla="*/ 1303018 h 1367380"/>
              <a:gd name="connsiteX7" fmla="*/ 380221 w 842162"/>
              <a:gd name="connsiteY7" fmla="*/ 1356051 h 1367380"/>
              <a:gd name="connsiteX8" fmla="*/ 177395 w 842162"/>
              <a:gd name="connsiteY8" fmla="*/ 1140824 h 1367380"/>
              <a:gd name="connsiteX9" fmla="*/ 94438 w 842162"/>
              <a:gd name="connsiteY9" fmla="*/ 562948 h 1367380"/>
              <a:gd name="connsiteX10" fmla="*/ 9475 w 842162"/>
              <a:gd name="connsiteY10" fmla="*/ 579552 h 1367380"/>
              <a:gd name="connsiteX0" fmla="*/ 9475 w 842162"/>
              <a:gd name="connsiteY0" fmla="*/ 579628 h 1367456"/>
              <a:gd name="connsiteX1" fmla="*/ 68141 w 842162"/>
              <a:gd name="connsiteY1" fmla="*/ 448646 h 1367456"/>
              <a:gd name="connsiteX2" fmla="*/ 160918 w 842162"/>
              <a:gd name="connsiteY2" fmla="*/ 150520 h 1367456"/>
              <a:gd name="connsiteX3" fmla="*/ 424856 w 842162"/>
              <a:gd name="connsiteY3" fmla="*/ 98 h 1367456"/>
              <a:gd name="connsiteX4" fmla="*/ 720201 w 842162"/>
              <a:gd name="connsiteY4" fmla="*/ 170190 h 1367456"/>
              <a:gd name="connsiteX5" fmla="*/ 841839 w 842162"/>
              <a:gd name="connsiteY5" fmla="*/ 1012397 h 1367456"/>
              <a:gd name="connsiteX6" fmla="*/ 741987 w 842162"/>
              <a:gd name="connsiteY6" fmla="*/ 1303094 h 1367456"/>
              <a:gd name="connsiteX7" fmla="*/ 380221 w 842162"/>
              <a:gd name="connsiteY7" fmla="*/ 1356127 h 1367456"/>
              <a:gd name="connsiteX8" fmla="*/ 177395 w 842162"/>
              <a:gd name="connsiteY8" fmla="*/ 1140900 h 1367456"/>
              <a:gd name="connsiteX9" fmla="*/ 94438 w 842162"/>
              <a:gd name="connsiteY9" fmla="*/ 563024 h 1367456"/>
              <a:gd name="connsiteX10" fmla="*/ 9475 w 842162"/>
              <a:gd name="connsiteY10" fmla="*/ 579628 h 1367456"/>
              <a:gd name="connsiteX0" fmla="*/ 9475 w 840678"/>
              <a:gd name="connsiteY0" fmla="*/ 579628 h 1372792"/>
              <a:gd name="connsiteX1" fmla="*/ 68141 w 840678"/>
              <a:gd name="connsiteY1" fmla="*/ 448646 h 1372792"/>
              <a:gd name="connsiteX2" fmla="*/ 160918 w 840678"/>
              <a:gd name="connsiteY2" fmla="*/ 150520 h 1372792"/>
              <a:gd name="connsiteX3" fmla="*/ 424856 w 840678"/>
              <a:gd name="connsiteY3" fmla="*/ 98 h 1372792"/>
              <a:gd name="connsiteX4" fmla="*/ 720201 w 840678"/>
              <a:gd name="connsiteY4" fmla="*/ 170190 h 1372792"/>
              <a:gd name="connsiteX5" fmla="*/ 840342 w 840678"/>
              <a:gd name="connsiteY5" fmla="*/ 865377 h 1372792"/>
              <a:gd name="connsiteX6" fmla="*/ 741987 w 840678"/>
              <a:gd name="connsiteY6" fmla="*/ 1303094 h 1372792"/>
              <a:gd name="connsiteX7" fmla="*/ 380221 w 840678"/>
              <a:gd name="connsiteY7" fmla="*/ 1356127 h 1372792"/>
              <a:gd name="connsiteX8" fmla="*/ 177395 w 840678"/>
              <a:gd name="connsiteY8" fmla="*/ 1140900 h 1372792"/>
              <a:gd name="connsiteX9" fmla="*/ 94438 w 840678"/>
              <a:gd name="connsiteY9" fmla="*/ 563024 h 1372792"/>
              <a:gd name="connsiteX10" fmla="*/ 9475 w 840678"/>
              <a:gd name="connsiteY10" fmla="*/ 579628 h 1372792"/>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376"/>
              <a:gd name="connsiteY0" fmla="*/ 579628 h 1357062"/>
              <a:gd name="connsiteX1" fmla="*/ 68141 w 840376"/>
              <a:gd name="connsiteY1" fmla="*/ 448646 h 1357062"/>
              <a:gd name="connsiteX2" fmla="*/ 160918 w 840376"/>
              <a:gd name="connsiteY2" fmla="*/ 150520 h 1357062"/>
              <a:gd name="connsiteX3" fmla="*/ 424856 w 840376"/>
              <a:gd name="connsiteY3" fmla="*/ 98 h 1357062"/>
              <a:gd name="connsiteX4" fmla="*/ 720201 w 840376"/>
              <a:gd name="connsiteY4" fmla="*/ 170190 h 1357062"/>
              <a:gd name="connsiteX5" fmla="*/ 840342 w 840376"/>
              <a:gd name="connsiteY5" fmla="*/ 865377 h 1357062"/>
              <a:gd name="connsiteX6" fmla="*/ 710765 w 840376"/>
              <a:gd name="connsiteY6" fmla="*/ 1204262 h 1357062"/>
              <a:gd name="connsiteX7" fmla="*/ 380221 w 840376"/>
              <a:gd name="connsiteY7" fmla="*/ 1356127 h 1357062"/>
              <a:gd name="connsiteX8" fmla="*/ 177395 w 840376"/>
              <a:gd name="connsiteY8" fmla="*/ 1140900 h 1357062"/>
              <a:gd name="connsiteX9" fmla="*/ 94438 w 840376"/>
              <a:gd name="connsiteY9" fmla="*/ 563024 h 1357062"/>
              <a:gd name="connsiteX10" fmla="*/ 9475 w 840376"/>
              <a:gd name="connsiteY10" fmla="*/ 579628 h 1357062"/>
              <a:gd name="connsiteX0" fmla="*/ 9475 w 840376"/>
              <a:gd name="connsiteY0" fmla="*/ 579628 h 1357017"/>
              <a:gd name="connsiteX1" fmla="*/ 68141 w 840376"/>
              <a:gd name="connsiteY1" fmla="*/ 448646 h 1357017"/>
              <a:gd name="connsiteX2" fmla="*/ 160918 w 840376"/>
              <a:gd name="connsiteY2" fmla="*/ 150520 h 1357017"/>
              <a:gd name="connsiteX3" fmla="*/ 424856 w 840376"/>
              <a:gd name="connsiteY3" fmla="*/ 98 h 1357017"/>
              <a:gd name="connsiteX4" fmla="*/ 720201 w 840376"/>
              <a:gd name="connsiteY4" fmla="*/ 170190 h 1357017"/>
              <a:gd name="connsiteX5" fmla="*/ 840342 w 840376"/>
              <a:gd name="connsiteY5" fmla="*/ 865377 h 1357017"/>
              <a:gd name="connsiteX6" fmla="*/ 710765 w 840376"/>
              <a:gd name="connsiteY6" fmla="*/ 1204262 h 1357017"/>
              <a:gd name="connsiteX7" fmla="*/ 380221 w 840376"/>
              <a:gd name="connsiteY7" fmla="*/ 1356127 h 1357017"/>
              <a:gd name="connsiteX8" fmla="*/ 177395 w 840376"/>
              <a:gd name="connsiteY8" fmla="*/ 1140900 h 1357017"/>
              <a:gd name="connsiteX9" fmla="*/ 94438 w 840376"/>
              <a:gd name="connsiteY9" fmla="*/ 563024 h 1357017"/>
              <a:gd name="connsiteX10" fmla="*/ 9475 w 840376"/>
              <a:gd name="connsiteY10" fmla="*/ 579628 h 1357017"/>
              <a:gd name="connsiteX0" fmla="*/ 9475 w 840376"/>
              <a:gd name="connsiteY0" fmla="*/ 579625 h 1357014"/>
              <a:gd name="connsiteX1" fmla="*/ 68141 w 840376"/>
              <a:gd name="connsiteY1" fmla="*/ 448643 h 1357014"/>
              <a:gd name="connsiteX2" fmla="*/ 160918 w 840376"/>
              <a:gd name="connsiteY2" fmla="*/ 150517 h 1357014"/>
              <a:gd name="connsiteX3" fmla="*/ 424856 w 840376"/>
              <a:gd name="connsiteY3" fmla="*/ 95 h 1357014"/>
              <a:gd name="connsiteX4" fmla="*/ 720201 w 840376"/>
              <a:gd name="connsiteY4" fmla="*/ 170187 h 1357014"/>
              <a:gd name="connsiteX5" fmla="*/ 840342 w 840376"/>
              <a:gd name="connsiteY5" fmla="*/ 865374 h 1357014"/>
              <a:gd name="connsiteX6" fmla="*/ 710765 w 840376"/>
              <a:gd name="connsiteY6" fmla="*/ 1204259 h 1357014"/>
              <a:gd name="connsiteX7" fmla="*/ 380221 w 840376"/>
              <a:gd name="connsiteY7" fmla="*/ 1356124 h 1357014"/>
              <a:gd name="connsiteX8" fmla="*/ 177395 w 840376"/>
              <a:gd name="connsiteY8" fmla="*/ 1140897 h 1357014"/>
              <a:gd name="connsiteX9" fmla="*/ 94438 w 840376"/>
              <a:gd name="connsiteY9" fmla="*/ 563021 h 1357014"/>
              <a:gd name="connsiteX10" fmla="*/ 9475 w 840376"/>
              <a:gd name="connsiteY10" fmla="*/ 579625 h 1357014"/>
              <a:gd name="connsiteX0" fmla="*/ 9665 w 840566"/>
              <a:gd name="connsiteY0" fmla="*/ 579625 h 1357014"/>
              <a:gd name="connsiteX1" fmla="*/ 66604 w 840566"/>
              <a:gd name="connsiteY1" fmla="*/ 430137 h 1357014"/>
              <a:gd name="connsiteX2" fmla="*/ 161108 w 840566"/>
              <a:gd name="connsiteY2" fmla="*/ 150517 h 1357014"/>
              <a:gd name="connsiteX3" fmla="*/ 425046 w 840566"/>
              <a:gd name="connsiteY3" fmla="*/ 95 h 1357014"/>
              <a:gd name="connsiteX4" fmla="*/ 720391 w 840566"/>
              <a:gd name="connsiteY4" fmla="*/ 170187 h 1357014"/>
              <a:gd name="connsiteX5" fmla="*/ 840532 w 840566"/>
              <a:gd name="connsiteY5" fmla="*/ 865374 h 1357014"/>
              <a:gd name="connsiteX6" fmla="*/ 710955 w 840566"/>
              <a:gd name="connsiteY6" fmla="*/ 1204259 h 1357014"/>
              <a:gd name="connsiteX7" fmla="*/ 380411 w 840566"/>
              <a:gd name="connsiteY7" fmla="*/ 1356124 h 1357014"/>
              <a:gd name="connsiteX8" fmla="*/ 177585 w 840566"/>
              <a:gd name="connsiteY8" fmla="*/ 1140897 h 1357014"/>
              <a:gd name="connsiteX9" fmla="*/ 94628 w 840566"/>
              <a:gd name="connsiteY9" fmla="*/ 563021 h 1357014"/>
              <a:gd name="connsiteX10" fmla="*/ 9665 w 840566"/>
              <a:gd name="connsiteY10" fmla="*/ 579625 h 1357014"/>
              <a:gd name="connsiteX0" fmla="*/ 9665 w 840611"/>
              <a:gd name="connsiteY0" fmla="*/ 579798 h 1357187"/>
              <a:gd name="connsiteX1" fmla="*/ 66604 w 840611"/>
              <a:gd name="connsiteY1" fmla="*/ 430310 h 1357187"/>
              <a:gd name="connsiteX2" fmla="*/ 161108 w 840611"/>
              <a:gd name="connsiteY2" fmla="*/ 150690 h 1357187"/>
              <a:gd name="connsiteX3" fmla="*/ 425046 w 840611"/>
              <a:gd name="connsiteY3" fmla="*/ 268 h 1357187"/>
              <a:gd name="connsiteX4" fmla="*/ 697895 w 840611"/>
              <a:gd name="connsiteY4" fmla="*/ 142131 h 1357187"/>
              <a:gd name="connsiteX5" fmla="*/ 840532 w 840611"/>
              <a:gd name="connsiteY5" fmla="*/ 865547 h 1357187"/>
              <a:gd name="connsiteX6" fmla="*/ 710955 w 840611"/>
              <a:gd name="connsiteY6" fmla="*/ 1204432 h 1357187"/>
              <a:gd name="connsiteX7" fmla="*/ 380411 w 840611"/>
              <a:gd name="connsiteY7" fmla="*/ 1356297 h 1357187"/>
              <a:gd name="connsiteX8" fmla="*/ 177585 w 840611"/>
              <a:gd name="connsiteY8" fmla="*/ 1141070 h 1357187"/>
              <a:gd name="connsiteX9" fmla="*/ 94628 w 840611"/>
              <a:gd name="connsiteY9" fmla="*/ 563194 h 1357187"/>
              <a:gd name="connsiteX10" fmla="*/ 9665 w 840611"/>
              <a:gd name="connsiteY10" fmla="*/ 579798 h 1357187"/>
              <a:gd name="connsiteX0" fmla="*/ 9665 w 808266"/>
              <a:gd name="connsiteY0" fmla="*/ 579838 h 1357257"/>
              <a:gd name="connsiteX1" fmla="*/ 66604 w 808266"/>
              <a:gd name="connsiteY1" fmla="*/ 430350 h 1357257"/>
              <a:gd name="connsiteX2" fmla="*/ 161108 w 808266"/>
              <a:gd name="connsiteY2" fmla="*/ 150730 h 1357257"/>
              <a:gd name="connsiteX3" fmla="*/ 425046 w 808266"/>
              <a:gd name="connsiteY3" fmla="*/ 308 h 1357257"/>
              <a:gd name="connsiteX4" fmla="*/ 697895 w 808266"/>
              <a:gd name="connsiteY4" fmla="*/ 142171 h 1357257"/>
              <a:gd name="connsiteX5" fmla="*/ 808150 w 808266"/>
              <a:gd name="connsiteY5" fmla="*/ 874405 h 1357257"/>
              <a:gd name="connsiteX6" fmla="*/ 710955 w 808266"/>
              <a:gd name="connsiteY6" fmla="*/ 1204472 h 1357257"/>
              <a:gd name="connsiteX7" fmla="*/ 380411 w 808266"/>
              <a:gd name="connsiteY7" fmla="*/ 1356337 h 1357257"/>
              <a:gd name="connsiteX8" fmla="*/ 177585 w 808266"/>
              <a:gd name="connsiteY8" fmla="*/ 1141110 h 1357257"/>
              <a:gd name="connsiteX9" fmla="*/ 94628 w 808266"/>
              <a:gd name="connsiteY9" fmla="*/ 563234 h 1357257"/>
              <a:gd name="connsiteX10" fmla="*/ 9665 w 808266"/>
              <a:gd name="connsiteY10" fmla="*/ 579838 h 1357257"/>
              <a:gd name="connsiteX0" fmla="*/ 9665 w 808159"/>
              <a:gd name="connsiteY0" fmla="*/ 579838 h 1357293"/>
              <a:gd name="connsiteX1" fmla="*/ 66604 w 808159"/>
              <a:gd name="connsiteY1" fmla="*/ 430350 h 1357293"/>
              <a:gd name="connsiteX2" fmla="*/ 161108 w 808159"/>
              <a:gd name="connsiteY2" fmla="*/ 150730 h 1357293"/>
              <a:gd name="connsiteX3" fmla="*/ 425046 w 808159"/>
              <a:gd name="connsiteY3" fmla="*/ 308 h 1357293"/>
              <a:gd name="connsiteX4" fmla="*/ 697895 w 808159"/>
              <a:gd name="connsiteY4" fmla="*/ 142171 h 1357293"/>
              <a:gd name="connsiteX5" fmla="*/ 808150 w 808159"/>
              <a:gd name="connsiteY5" fmla="*/ 874405 h 1357293"/>
              <a:gd name="connsiteX6" fmla="*/ 693344 w 808159"/>
              <a:gd name="connsiteY6" fmla="*/ 1205450 h 1357293"/>
              <a:gd name="connsiteX7" fmla="*/ 380411 w 808159"/>
              <a:gd name="connsiteY7" fmla="*/ 1356337 h 1357293"/>
              <a:gd name="connsiteX8" fmla="*/ 177585 w 808159"/>
              <a:gd name="connsiteY8" fmla="*/ 1141110 h 1357293"/>
              <a:gd name="connsiteX9" fmla="*/ 94628 w 808159"/>
              <a:gd name="connsiteY9" fmla="*/ 563234 h 1357293"/>
              <a:gd name="connsiteX10" fmla="*/ 9665 w 808159"/>
              <a:gd name="connsiteY10" fmla="*/ 579838 h 1357293"/>
              <a:gd name="connsiteX0" fmla="*/ 9665 w 808159"/>
              <a:gd name="connsiteY0" fmla="*/ 579838 h 1330744"/>
              <a:gd name="connsiteX1" fmla="*/ 66604 w 808159"/>
              <a:gd name="connsiteY1" fmla="*/ 430350 h 1330744"/>
              <a:gd name="connsiteX2" fmla="*/ 161108 w 808159"/>
              <a:gd name="connsiteY2" fmla="*/ 150730 h 1330744"/>
              <a:gd name="connsiteX3" fmla="*/ 425046 w 808159"/>
              <a:gd name="connsiteY3" fmla="*/ 308 h 1330744"/>
              <a:gd name="connsiteX4" fmla="*/ 697895 w 808159"/>
              <a:gd name="connsiteY4" fmla="*/ 142171 h 1330744"/>
              <a:gd name="connsiteX5" fmla="*/ 808150 w 808159"/>
              <a:gd name="connsiteY5" fmla="*/ 874405 h 1330744"/>
              <a:gd name="connsiteX6" fmla="*/ 693344 w 808159"/>
              <a:gd name="connsiteY6" fmla="*/ 1205450 h 1330744"/>
              <a:gd name="connsiteX7" fmla="*/ 366891 w 808159"/>
              <a:gd name="connsiteY7" fmla="*/ 1329481 h 1330744"/>
              <a:gd name="connsiteX8" fmla="*/ 177585 w 808159"/>
              <a:gd name="connsiteY8" fmla="*/ 1141110 h 1330744"/>
              <a:gd name="connsiteX9" fmla="*/ 94628 w 808159"/>
              <a:gd name="connsiteY9" fmla="*/ 563234 h 1330744"/>
              <a:gd name="connsiteX10" fmla="*/ 9665 w 808159"/>
              <a:gd name="connsiteY10" fmla="*/ 579838 h 1330744"/>
              <a:gd name="connsiteX0" fmla="*/ 9665 w 808228"/>
              <a:gd name="connsiteY0" fmla="*/ 579772 h 1330678"/>
              <a:gd name="connsiteX1" fmla="*/ 66604 w 808228"/>
              <a:gd name="connsiteY1" fmla="*/ 430284 h 1330678"/>
              <a:gd name="connsiteX2" fmla="*/ 161108 w 808228"/>
              <a:gd name="connsiteY2" fmla="*/ 150664 h 1330678"/>
              <a:gd name="connsiteX3" fmla="*/ 425046 w 808228"/>
              <a:gd name="connsiteY3" fmla="*/ 242 h 1330678"/>
              <a:gd name="connsiteX4" fmla="*/ 680284 w 808228"/>
              <a:gd name="connsiteY4" fmla="*/ 143084 h 1330678"/>
              <a:gd name="connsiteX5" fmla="*/ 808150 w 808228"/>
              <a:gd name="connsiteY5" fmla="*/ 874339 h 1330678"/>
              <a:gd name="connsiteX6" fmla="*/ 693344 w 808228"/>
              <a:gd name="connsiteY6" fmla="*/ 1205384 h 1330678"/>
              <a:gd name="connsiteX7" fmla="*/ 366891 w 808228"/>
              <a:gd name="connsiteY7" fmla="*/ 1329415 h 1330678"/>
              <a:gd name="connsiteX8" fmla="*/ 177585 w 808228"/>
              <a:gd name="connsiteY8" fmla="*/ 1141044 h 1330678"/>
              <a:gd name="connsiteX9" fmla="*/ 94628 w 808228"/>
              <a:gd name="connsiteY9" fmla="*/ 563168 h 1330678"/>
              <a:gd name="connsiteX10" fmla="*/ 9665 w 808228"/>
              <a:gd name="connsiteY10" fmla="*/ 579772 h 1330678"/>
              <a:gd name="connsiteX0" fmla="*/ 11494 w 796231"/>
              <a:gd name="connsiteY0" fmla="*/ 593372 h 1330678"/>
              <a:gd name="connsiteX1" fmla="*/ 54607 w 796231"/>
              <a:gd name="connsiteY1" fmla="*/ 430284 h 1330678"/>
              <a:gd name="connsiteX2" fmla="*/ 149111 w 796231"/>
              <a:gd name="connsiteY2" fmla="*/ 150664 h 1330678"/>
              <a:gd name="connsiteX3" fmla="*/ 413049 w 796231"/>
              <a:gd name="connsiteY3" fmla="*/ 242 h 1330678"/>
              <a:gd name="connsiteX4" fmla="*/ 668287 w 796231"/>
              <a:gd name="connsiteY4" fmla="*/ 143084 h 1330678"/>
              <a:gd name="connsiteX5" fmla="*/ 796153 w 796231"/>
              <a:gd name="connsiteY5" fmla="*/ 874339 h 1330678"/>
              <a:gd name="connsiteX6" fmla="*/ 681347 w 796231"/>
              <a:gd name="connsiteY6" fmla="*/ 1205384 h 1330678"/>
              <a:gd name="connsiteX7" fmla="*/ 354894 w 796231"/>
              <a:gd name="connsiteY7" fmla="*/ 1329415 h 1330678"/>
              <a:gd name="connsiteX8" fmla="*/ 165588 w 796231"/>
              <a:gd name="connsiteY8" fmla="*/ 1141044 h 1330678"/>
              <a:gd name="connsiteX9" fmla="*/ 82631 w 796231"/>
              <a:gd name="connsiteY9" fmla="*/ 563168 h 1330678"/>
              <a:gd name="connsiteX10" fmla="*/ 11494 w 796231"/>
              <a:gd name="connsiteY10" fmla="*/ 593372 h 1330678"/>
              <a:gd name="connsiteX0" fmla="*/ 3439 w 788176"/>
              <a:gd name="connsiteY0" fmla="*/ 593372 h 1330678"/>
              <a:gd name="connsiteX1" fmla="*/ 46552 w 788176"/>
              <a:gd name="connsiteY1" fmla="*/ 430284 h 1330678"/>
              <a:gd name="connsiteX2" fmla="*/ 141056 w 788176"/>
              <a:gd name="connsiteY2" fmla="*/ 150664 h 1330678"/>
              <a:gd name="connsiteX3" fmla="*/ 404994 w 788176"/>
              <a:gd name="connsiteY3" fmla="*/ 242 h 1330678"/>
              <a:gd name="connsiteX4" fmla="*/ 660232 w 788176"/>
              <a:gd name="connsiteY4" fmla="*/ 143084 h 1330678"/>
              <a:gd name="connsiteX5" fmla="*/ 788098 w 788176"/>
              <a:gd name="connsiteY5" fmla="*/ 874339 h 1330678"/>
              <a:gd name="connsiteX6" fmla="*/ 673292 w 788176"/>
              <a:gd name="connsiteY6" fmla="*/ 1205384 h 1330678"/>
              <a:gd name="connsiteX7" fmla="*/ 346839 w 788176"/>
              <a:gd name="connsiteY7" fmla="*/ 1329415 h 1330678"/>
              <a:gd name="connsiteX8" fmla="*/ 157533 w 788176"/>
              <a:gd name="connsiteY8" fmla="*/ 1141044 h 1330678"/>
              <a:gd name="connsiteX9" fmla="*/ 74576 w 788176"/>
              <a:gd name="connsiteY9" fmla="*/ 563168 h 1330678"/>
              <a:gd name="connsiteX10" fmla="*/ 3439 w 788176"/>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74535 w 788135"/>
              <a:gd name="connsiteY9" fmla="*/ 563168 h 1330678"/>
              <a:gd name="connsiteX10" fmla="*/ 3398 w 788135"/>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68591 w 788135"/>
              <a:gd name="connsiteY9" fmla="*/ 566957 h 1330678"/>
              <a:gd name="connsiteX10" fmla="*/ 3398 w 788135"/>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68591 w 788135"/>
              <a:gd name="connsiteY9" fmla="*/ 566957 h 1330678"/>
              <a:gd name="connsiteX10" fmla="*/ 3398 w 788135"/>
              <a:gd name="connsiteY10" fmla="*/ 593372 h 1330678"/>
              <a:gd name="connsiteX0" fmla="*/ 3691 w 785392"/>
              <a:gd name="connsiteY0" fmla="*/ 599057 h 1330678"/>
              <a:gd name="connsiteX1" fmla="*/ 44220 w 785392"/>
              <a:gd name="connsiteY1" fmla="*/ 421479 h 1330678"/>
              <a:gd name="connsiteX2" fmla="*/ 138272 w 785392"/>
              <a:gd name="connsiteY2" fmla="*/ 150664 h 1330678"/>
              <a:gd name="connsiteX3" fmla="*/ 402210 w 785392"/>
              <a:gd name="connsiteY3" fmla="*/ 242 h 1330678"/>
              <a:gd name="connsiteX4" fmla="*/ 657448 w 785392"/>
              <a:gd name="connsiteY4" fmla="*/ 143084 h 1330678"/>
              <a:gd name="connsiteX5" fmla="*/ 785314 w 785392"/>
              <a:gd name="connsiteY5" fmla="*/ 874339 h 1330678"/>
              <a:gd name="connsiteX6" fmla="*/ 670508 w 785392"/>
              <a:gd name="connsiteY6" fmla="*/ 1205384 h 1330678"/>
              <a:gd name="connsiteX7" fmla="*/ 344055 w 785392"/>
              <a:gd name="connsiteY7" fmla="*/ 1329415 h 1330678"/>
              <a:gd name="connsiteX8" fmla="*/ 154749 w 785392"/>
              <a:gd name="connsiteY8" fmla="*/ 1141044 h 1330678"/>
              <a:gd name="connsiteX9" fmla="*/ 65848 w 785392"/>
              <a:gd name="connsiteY9" fmla="*/ 566957 h 1330678"/>
              <a:gd name="connsiteX10" fmla="*/ 3691 w 785392"/>
              <a:gd name="connsiteY10" fmla="*/ 599057 h 1330678"/>
              <a:gd name="connsiteX0" fmla="*/ 5429 w 787130"/>
              <a:gd name="connsiteY0" fmla="*/ 599057 h 1330678"/>
              <a:gd name="connsiteX1" fmla="*/ 45958 w 787130"/>
              <a:gd name="connsiteY1" fmla="*/ 421479 h 1330678"/>
              <a:gd name="connsiteX2" fmla="*/ 140010 w 787130"/>
              <a:gd name="connsiteY2" fmla="*/ 150664 h 1330678"/>
              <a:gd name="connsiteX3" fmla="*/ 403948 w 787130"/>
              <a:gd name="connsiteY3" fmla="*/ 242 h 1330678"/>
              <a:gd name="connsiteX4" fmla="*/ 659186 w 787130"/>
              <a:gd name="connsiteY4" fmla="*/ 143084 h 1330678"/>
              <a:gd name="connsiteX5" fmla="*/ 787052 w 787130"/>
              <a:gd name="connsiteY5" fmla="*/ 874339 h 1330678"/>
              <a:gd name="connsiteX6" fmla="*/ 672246 w 787130"/>
              <a:gd name="connsiteY6" fmla="*/ 1205384 h 1330678"/>
              <a:gd name="connsiteX7" fmla="*/ 345793 w 787130"/>
              <a:gd name="connsiteY7" fmla="*/ 1329415 h 1330678"/>
              <a:gd name="connsiteX8" fmla="*/ 156487 w 787130"/>
              <a:gd name="connsiteY8" fmla="*/ 1141044 h 1330678"/>
              <a:gd name="connsiteX9" fmla="*/ 67586 w 787130"/>
              <a:gd name="connsiteY9" fmla="*/ 566957 h 1330678"/>
              <a:gd name="connsiteX10" fmla="*/ 5429 w 787130"/>
              <a:gd name="connsiteY10" fmla="*/ 599057 h 1330678"/>
              <a:gd name="connsiteX0" fmla="*/ 5429 w 787130"/>
              <a:gd name="connsiteY0" fmla="*/ 599057 h 1330678"/>
              <a:gd name="connsiteX1" fmla="*/ 45958 w 787130"/>
              <a:gd name="connsiteY1" fmla="*/ 421479 h 1330678"/>
              <a:gd name="connsiteX2" fmla="*/ 140010 w 787130"/>
              <a:gd name="connsiteY2" fmla="*/ 150664 h 1330678"/>
              <a:gd name="connsiteX3" fmla="*/ 403948 w 787130"/>
              <a:gd name="connsiteY3" fmla="*/ 242 h 1330678"/>
              <a:gd name="connsiteX4" fmla="*/ 659186 w 787130"/>
              <a:gd name="connsiteY4" fmla="*/ 143084 h 1330678"/>
              <a:gd name="connsiteX5" fmla="*/ 787052 w 787130"/>
              <a:gd name="connsiteY5" fmla="*/ 874339 h 1330678"/>
              <a:gd name="connsiteX6" fmla="*/ 672246 w 787130"/>
              <a:gd name="connsiteY6" fmla="*/ 1205384 h 1330678"/>
              <a:gd name="connsiteX7" fmla="*/ 345793 w 787130"/>
              <a:gd name="connsiteY7" fmla="*/ 1329415 h 1330678"/>
              <a:gd name="connsiteX8" fmla="*/ 156487 w 787130"/>
              <a:gd name="connsiteY8" fmla="*/ 1141044 h 1330678"/>
              <a:gd name="connsiteX9" fmla="*/ 58183 w 787130"/>
              <a:gd name="connsiteY9" fmla="*/ 568228 h 1330678"/>
              <a:gd name="connsiteX10" fmla="*/ 5429 w 787130"/>
              <a:gd name="connsiteY10" fmla="*/ 599057 h 1330678"/>
              <a:gd name="connsiteX0" fmla="*/ 5429 w 787130"/>
              <a:gd name="connsiteY0" fmla="*/ 751347 h 1482968"/>
              <a:gd name="connsiteX1" fmla="*/ 45958 w 787130"/>
              <a:gd name="connsiteY1" fmla="*/ 573769 h 1482968"/>
              <a:gd name="connsiteX2" fmla="*/ 140010 w 787130"/>
              <a:gd name="connsiteY2" fmla="*/ 302954 h 1482968"/>
              <a:gd name="connsiteX3" fmla="*/ 403948 w 787130"/>
              <a:gd name="connsiteY3" fmla="*/ 9 h 1482968"/>
              <a:gd name="connsiteX4" fmla="*/ 659186 w 787130"/>
              <a:gd name="connsiteY4" fmla="*/ 295374 h 1482968"/>
              <a:gd name="connsiteX5" fmla="*/ 787052 w 787130"/>
              <a:gd name="connsiteY5" fmla="*/ 1026629 h 1482968"/>
              <a:gd name="connsiteX6" fmla="*/ 672246 w 787130"/>
              <a:gd name="connsiteY6" fmla="*/ 1357674 h 1482968"/>
              <a:gd name="connsiteX7" fmla="*/ 345793 w 787130"/>
              <a:gd name="connsiteY7" fmla="*/ 1481705 h 1482968"/>
              <a:gd name="connsiteX8" fmla="*/ 156487 w 787130"/>
              <a:gd name="connsiteY8" fmla="*/ 1293334 h 1482968"/>
              <a:gd name="connsiteX9" fmla="*/ 58183 w 787130"/>
              <a:gd name="connsiteY9" fmla="*/ 720518 h 1482968"/>
              <a:gd name="connsiteX10" fmla="*/ 5429 w 787130"/>
              <a:gd name="connsiteY10" fmla="*/ 751347 h 1482968"/>
              <a:gd name="connsiteX0" fmla="*/ 5429 w 787052"/>
              <a:gd name="connsiteY0" fmla="*/ 754100 h 1485721"/>
              <a:gd name="connsiteX1" fmla="*/ 45958 w 787052"/>
              <a:gd name="connsiteY1" fmla="*/ 576522 h 1485721"/>
              <a:gd name="connsiteX2" fmla="*/ 140010 w 787052"/>
              <a:gd name="connsiteY2" fmla="*/ 305707 h 1485721"/>
              <a:gd name="connsiteX3" fmla="*/ 403948 w 787052"/>
              <a:gd name="connsiteY3" fmla="*/ 2762 h 1485721"/>
              <a:gd name="connsiteX4" fmla="*/ 672102 w 787052"/>
              <a:gd name="connsiteY4" fmla="*/ 209565 h 1485721"/>
              <a:gd name="connsiteX5" fmla="*/ 787052 w 787052"/>
              <a:gd name="connsiteY5" fmla="*/ 1029382 h 1485721"/>
              <a:gd name="connsiteX6" fmla="*/ 672246 w 787052"/>
              <a:gd name="connsiteY6" fmla="*/ 1360427 h 1485721"/>
              <a:gd name="connsiteX7" fmla="*/ 345793 w 787052"/>
              <a:gd name="connsiteY7" fmla="*/ 1484458 h 1485721"/>
              <a:gd name="connsiteX8" fmla="*/ 156487 w 787052"/>
              <a:gd name="connsiteY8" fmla="*/ 1296087 h 1485721"/>
              <a:gd name="connsiteX9" fmla="*/ 58183 w 787052"/>
              <a:gd name="connsiteY9" fmla="*/ 723271 h 1485721"/>
              <a:gd name="connsiteX10" fmla="*/ 5429 w 787052"/>
              <a:gd name="connsiteY10" fmla="*/ 754100 h 1485721"/>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58183 w 787052"/>
              <a:gd name="connsiteY9" fmla="*/ 720570 h 1483020"/>
              <a:gd name="connsiteX10" fmla="*/ 5429 w 787052"/>
              <a:gd name="connsiteY10" fmla="*/ 751399 h 1483020"/>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71099 w 787052"/>
              <a:gd name="connsiteY9" fmla="*/ 755010 h 1483020"/>
              <a:gd name="connsiteX10" fmla="*/ 5429 w 787052"/>
              <a:gd name="connsiteY10" fmla="*/ 751399 h 1483020"/>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71099 w 787052"/>
              <a:gd name="connsiteY9" fmla="*/ 755010 h 1483020"/>
              <a:gd name="connsiteX10" fmla="*/ 5429 w 787052"/>
              <a:gd name="connsiteY10" fmla="*/ 751399 h 1483020"/>
              <a:gd name="connsiteX0" fmla="*/ 5782 w 785613"/>
              <a:gd name="connsiteY0" fmla="*/ 784164 h 1483020"/>
              <a:gd name="connsiteX1" fmla="*/ 44519 w 785613"/>
              <a:gd name="connsiteY1" fmla="*/ 573821 h 1483020"/>
              <a:gd name="connsiteX2" fmla="*/ 138571 w 785613"/>
              <a:gd name="connsiteY2" fmla="*/ 189844 h 1483020"/>
              <a:gd name="connsiteX3" fmla="*/ 402509 w 785613"/>
              <a:gd name="connsiteY3" fmla="*/ 61 h 1483020"/>
              <a:gd name="connsiteX4" fmla="*/ 670663 w 785613"/>
              <a:gd name="connsiteY4" fmla="*/ 206864 h 1483020"/>
              <a:gd name="connsiteX5" fmla="*/ 785613 w 785613"/>
              <a:gd name="connsiteY5" fmla="*/ 1026681 h 1483020"/>
              <a:gd name="connsiteX6" fmla="*/ 670807 w 785613"/>
              <a:gd name="connsiteY6" fmla="*/ 1357726 h 1483020"/>
              <a:gd name="connsiteX7" fmla="*/ 344354 w 785613"/>
              <a:gd name="connsiteY7" fmla="*/ 1481757 h 1483020"/>
              <a:gd name="connsiteX8" fmla="*/ 155048 w 785613"/>
              <a:gd name="connsiteY8" fmla="*/ 1293386 h 1483020"/>
              <a:gd name="connsiteX9" fmla="*/ 69660 w 785613"/>
              <a:gd name="connsiteY9" fmla="*/ 755010 h 1483020"/>
              <a:gd name="connsiteX10" fmla="*/ 5782 w 785613"/>
              <a:gd name="connsiteY10" fmla="*/ 784164 h 1483020"/>
              <a:gd name="connsiteX0" fmla="*/ 5430 w 785261"/>
              <a:gd name="connsiteY0" fmla="*/ 784162 h 1483018"/>
              <a:gd name="connsiteX1" fmla="*/ 45959 w 785261"/>
              <a:gd name="connsiteY1" fmla="*/ 546516 h 1483018"/>
              <a:gd name="connsiteX2" fmla="*/ 138219 w 785261"/>
              <a:gd name="connsiteY2" fmla="*/ 189842 h 1483018"/>
              <a:gd name="connsiteX3" fmla="*/ 402157 w 785261"/>
              <a:gd name="connsiteY3" fmla="*/ 59 h 1483018"/>
              <a:gd name="connsiteX4" fmla="*/ 670311 w 785261"/>
              <a:gd name="connsiteY4" fmla="*/ 206862 h 1483018"/>
              <a:gd name="connsiteX5" fmla="*/ 785261 w 785261"/>
              <a:gd name="connsiteY5" fmla="*/ 1026679 h 1483018"/>
              <a:gd name="connsiteX6" fmla="*/ 670455 w 785261"/>
              <a:gd name="connsiteY6" fmla="*/ 1357724 h 1483018"/>
              <a:gd name="connsiteX7" fmla="*/ 344002 w 785261"/>
              <a:gd name="connsiteY7" fmla="*/ 1481755 h 1483018"/>
              <a:gd name="connsiteX8" fmla="*/ 154696 w 785261"/>
              <a:gd name="connsiteY8" fmla="*/ 1293384 h 1483018"/>
              <a:gd name="connsiteX9" fmla="*/ 69308 w 785261"/>
              <a:gd name="connsiteY9" fmla="*/ 755008 h 1483018"/>
              <a:gd name="connsiteX10" fmla="*/ 5430 w 785261"/>
              <a:gd name="connsiteY10" fmla="*/ 784162 h 1483018"/>
              <a:gd name="connsiteX0" fmla="*/ 7552 w 778423"/>
              <a:gd name="connsiteY0" fmla="*/ 822387 h 1483018"/>
              <a:gd name="connsiteX1" fmla="*/ 39121 w 778423"/>
              <a:gd name="connsiteY1" fmla="*/ 546516 h 1483018"/>
              <a:gd name="connsiteX2" fmla="*/ 131381 w 778423"/>
              <a:gd name="connsiteY2" fmla="*/ 189842 h 1483018"/>
              <a:gd name="connsiteX3" fmla="*/ 395319 w 778423"/>
              <a:gd name="connsiteY3" fmla="*/ 59 h 1483018"/>
              <a:gd name="connsiteX4" fmla="*/ 663473 w 778423"/>
              <a:gd name="connsiteY4" fmla="*/ 206862 h 1483018"/>
              <a:gd name="connsiteX5" fmla="*/ 778423 w 778423"/>
              <a:gd name="connsiteY5" fmla="*/ 1026679 h 1483018"/>
              <a:gd name="connsiteX6" fmla="*/ 663617 w 778423"/>
              <a:gd name="connsiteY6" fmla="*/ 1357724 h 1483018"/>
              <a:gd name="connsiteX7" fmla="*/ 337164 w 778423"/>
              <a:gd name="connsiteY7" fmla="*/ 1481755 h 1483018"/>
              <a:gd name="connsiteX8" fmla="*/ 147858 w 778423"/>
              <a:gd name="connsiteY8" fmla="*/ 1293384 h 1483018"/>
              <a:gd name="connsiteX9" fmla="*/ 62470 w 778423"/>
              <a:gd name="connsiteY9" fmla="*/ 755008 h 1483018"/>
              <a:gd name="connsiteX10" fmla="*/ 7552 w 778423"/>
              <a:gd name="connsiteY10" fmla="*/ 822387 h 1483018"/>
              <a:gd name="connsiteX0" fmla="*/ 5173 w 776044"/>
              <a:gd name="connsiteY0" fmla="*/ 822387 h 1483018"/>
              <a:gd name="connsiteX1" fmla="*/ 36742 w 776044"/>
              <a:gd name="connsiteY1" fmla="*/ 546516 h 1483018"/>
              <a:gd name="connsiteX2" fmla="*/ 129002 w 776044"/>
              <a:gd name="connsiteY2" fmla="*/ 189842 h 1483018"/>
              <a:gd name="connsiteX3" fmla="*/ 392940 w 776044"/>
              <a:gd name="connsiteY3" fmla="*/ 59 h 1483018"/>
              <a:gd name="connsiteX4" fmla="*/ 661094 w 776044"/>
              <a:gd name="connsiteY4" fmla="*/ 206862 h 1483018"/>
              <a:gd name="connsiteX5" fmla="*/ 776044 w 776044"/>
              <a:gd name="connsiteY5" fmla="*/ 1026679 h 1483018"/>
              <a:gd name="connsiteX6" fmla="*/ 661238 w 776044"/>
              <a:gd name="connsiteY6" fmla="*/ 1357724 h 1483018"/>
              <a:gd name="connsiteX7" fmla="*/ 334785 w 776044"/>
              <a:gd name="connsiteY7" fmla="*/ 1481755 h 1483018"/>
              <a:gd name="connsiteX8" fmla="*/ 145479 w 776044"/>
              <a:gd name="connsiteY8" fmla="*/ 1293384 h 1483018"/>
              <a:gd name="connsiteX9" fmla="*/ 60091 w 776044"/>
              <a:gd name="connsiteY9" fmla="*/ 755008 h 1483018"/>
              <a:gd name="connsiteX10" fmla="*/ 5173 w 776044"/>
              <a:gd name="connsiteY10" fmla="*/ 822387 h 1483018"/>
              <a:gd name="connsiteX0" fmla="*/ 3111 w 773982"/>
              <a:gd name="connsiteY0" fmla="*/ 822384 h 1483015"/>
              <a:gd name="connsiteX1" fmla="*/ 43640 w 773982"/>
              <a:gd name="connsiteY1" fmla="*/ 516479 h 1483015"/>
              <a:gd name="connsiteX2" fmla="*/ 126940 w 773982"/>
              <a:gd name="connsiteY2" fmla="*/ 189839 h 1483015"/>
              <a:gd name="connsiteX3" fmla="*/ 390878 w 773982"/>
              <a:gd name="connsiteY3" fmla="*/ 56 h 1483015"/>
              <a:gd name="connsiteX4" fmla="*/ 659032 w 773982"/>
              <a:gd name="connsiteY4" fmla="*/ 206859 h 1483015"/>
              <a:gd name="connsiteX5" fmla="*/ 773982 w 773982"/>
              <a:gd name="connsiteY5" fmla="*/ 1026676 h 1483015"/>
              <a:gd name="connsiteX6" fmla="*/ 659176 w 773982"/>
              <a:gd name="connsiteY6" fmla="*/ 1357721 h 1483015"/>
              <a:gd name="connsiteX7" fmla="*/ 332723 w 773982"/>
              <a:gd name="connsiteY7" fmla="*/ 1481752 h 1483015"/>
              <a:gd name="connsiteX8" fmla="*/ 143417 w 773982"/>
              <a:gd name="connsiteY8" fmla="*/ 1293381 h 1483015"/>
              <a:gd name="connsiteX9" fmla="*/ 58029 w 773982"/>
              <a:gd name="connsiteY9" fmla="*/ 755005 h 1483015"/>
              <a:gd name="connsiteX10" fmla="*/ 3111 w 773982"/>
              <a:gd name="connsiteY10" fmla="*/ 822384 h 1483015"/>
              <a:gd name="connsiteX0" fmla="*/ 3111 w 773982"/>
              <a:gd name="connsiteY0" fmla="*/ 822399 h 1483030"/>
              <a:gd name="connsiteX1" fmla="*/ 43640 w 773982"/>
              <a:gd name="connsiteY1" fmla="*/ 516494 h 1483030"/>
              <a:gd name="connsiteX2" fmla="*/ 126940 w 773982"/>
              <a:gd name="connsiteY2" fmla="*/ 189854 h 1483030"/>
              <a:gd name="connsiteX3" fmla="*/ 390878 w 773982"/>
              <a:gd name="connsiteY3" fmla="*/ 71 h 1483030"/>
              <a:gd name="connsiteX4" fmla="*/ 659032 w 773982"/>
              <a:gd name="connsiteY4" fmla="*/ 206874 h 1483030"/>
              <a:gd name="connsiteX5" fmla="*/ 773982 w 773982"/>
              <a:gd name="connsiteY5" fmla="*/ 1026691 h 1483030"/>
              <a:gd name="connsiteX6" fmla="*/ 659176 w 773982"/>
              <a:gd name="connsiteY6" fmla="*/ 1357736 h 1483030"/>
              <a:gd name="connsiteX7" fmla="*/ 332723 w 773982"/>
              <a:gd name="connsiteY7" fmla="*/ 1481767 h 1483030"/>
              <a:gd name="connsiteX8" fmla="*/ 143417 w 773982"/>
              <a:gd name="connsiteY8" fmla="*/ 1293396 h 1483030"/>
              <a:gd name="connsiteX9" fmla="*/ 58029 w 773982"/>
              <a:gd name="connsiteY9" fmla="*/ 755020 h 1483030"/>
              <a:gd name="connsiteX10" fmla="*/ 3111 w 773982"/>
              <a:gd name="connsiteY10" fmla="*/ 822399 h 1483030"/>
              <a:gd name="connsiteX0" fmla="*/ 1158 w 772029"/>
              <a:gd name="connsiteY0" fmla="*/ 822384 h 1483015"/>
              <a:gd name="connsiteX1" fmla="*/ 66600 w 772029"/>
              <a:gd name="connsiteY1" fmla="*/ 513029 h 1483015"/>
              <a:gd name="connsiteX2" fmla="*/ 124987 w 772029"/>
              <a:gd name="connsiteY2" fmla="*/ 189839 h 1483015"/>
              <a:gd name="connsiteX3" fmla="*/ 388925 w 772029"/>
              <a:gd name="connsiteY3" fmla="*/ 56 h 1483015"/>
              <a:gd name="connsiteX4" fmla="*/ 657079 w 772029"/>
              <a:gd name="connsiteY4" fmla="*/ 206859 h 1483015"/>
              <a:gd name="connsiteX5" fmla="*/ 772029 w 772029"/>
              <a:gd name="connsiteY5" fmla="*/ 1026676 h 1483015"/>
              <a:gd name="connsiteX6" fmla="*/ 657223 w 772029"/>
              <a:gd name="connsiteY6" fmla="*/ 1357721 h 1483015"/>
              <a:gd name="connsiteX7" fmla="*/ 330770 w 772029"/>
              <a:gd name="connsiteY7" fmla="*/ 1481752 h 1483015"/>
              <a:gd name="connsiteX8" fmla="*/ 141464 w 772029"/>
              <a:gd name="connsiteY8" fmla="*/ 1293381 h 1483015"/>
              <a:gd name="connsiteX9" fmla="*/ 56076 w 772029"/>
              <a:gd name="connsiteY9" fmla="*/ 755005 h 1483015"/>
              <a:gd name="connsiteX10" fmla="*/ 1158 w 772029"/>
              <a:gd name="connsiteY10" fmla="*/ 822384 h 1483015"/>
              <a:gd name="connsiteX0" fmla="*/ 923 w 771794"/>
              <a:gd name="connsiteY0" fmla="*/ 822384 h 1483015"/>
              <a:gd name="connsiteX1" fmla="*/ 75424 w 771794"/>
              <a:gd name="connsiteY1" fmla="*/ 513030 h 1483015"/>
              <a:gd name="connsiteX2" fmla="*/ 124752 w 771794"/>
              <a:gd name="connsiteY2" fmla="*/ 189839 h 1483015"/>
              <a:gd name="connsiteX3" fmla="*/ 388690 w 771794"/>
              <a:gd name="connsiteY3" fmla="*/ 56 h 1483015"/>
              <a:gd name="connsiteX4" fmla="*/ 656844 w 771794"/>
              <a:gd name="connsiteY4" fmla="*/ 206859 h 1483015"/>
              <a:gd name="connsiteX5" fmla="*/ 771794 w 771794"/>
              <a:gd name="connsiteY5" fmla="*/ 1026676 h 1483015"/>
              <a:gd name="connsiteX6" fmla="*/ 656988 w 771794"/>
              <a:gd name="connsiteY6" fmla="*/ 1357721 h 1483015"/>
              <a:gd name="connsiteX7" fmla="*/ 330535 w 771794"/>
              <a:gd name="connsiteY7" fmla="*/ 1481752 h 1483015"/>
              <a:gd name="connsiteX8" fmla="*/ 141229 w 771794"/>
              <a:gd name="connsiteY8" fmla="*/ 1293381 h 1483015"/>
              <a:gd name="connsiteX9" fmla="*/ 55841 w 771794"/>
              <a:gd name="connsiteY9" fmla="*/ 755005 h 1483015"/>
              <a:gd name="connsiteX10" fmla="*/ 923 w 771794"/>
              <a:gd name="connsiteY10" fmla="*/ 822384 h 1483015"/>
              <a:gd name="connsiteX0" fmla="*/ 923 w 771794"/>
              <a:gd name="connsiteY0" fmla="*/ 822427 h 1483058"/>
              <a:gd name="connsiteX1" fmla="*/ 75424 w 771794"/>
              <a:gd name="connsiteY1" fmla="*/ 513073 h 1483058"/>
              <a:gd name="connsiteX2" fmla="*/ 124752 w 771794"/>
              <a:gd name="connsiteY2" fmla="*/ 220941 h 1483058"/>
              <a:gd name="connsiteX3" fmla="*/ 388690 w 771794"/>
              <a:gd name="connsiteY3" fmla="*/ 99 h 1483058"/>
              <a:gd name="connsiteX4" fmla="*/ 656844 w 771794"/>
              <a:gd name="connsiteY4" fmla="*/ 206902 h 1483058"/>
              <a:gd name="connsiteX5" fmla="*/ 771794 w 771794"/>
              <a:gd name="connsiteY5" fmla="*/ 1026719 h 1483058"/>
              <a:gd name="connsiteX6" fmla="*/ 656988 w 771794"/>
              <a:gd name="connsiteY6" fmla="*/ 1357764 h 1483058"/>
              <a:gd name="connsiteX7" fmla="*/ 330535 w 771794"/>
              <a:gd name="connsiteY7" fmla="*/ 1481795 h 1483058"/>
              <a:gd name="connsiteX8" fmla="*/ 141229 w 771794"/>
              <a:gd name="connsiteY8" fmla="*/ 1293424 h 1483058"/>
              <a:gd name="connsiteX9" fmla="*/ 55841 w 771794"/>
              <a:gd name="connsiteY9" fmla="*/ 755048 h 1483058"/>
              <a:gd name="connsiteX10" fmla="*/ 923 w 771794"/>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56959 w 772912"/>
              <a:gd name="connsiteY9" fmla="*/ 755048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56959 w 772912"/>
              <a:gd name="connsiteY9" fmla="*/ 755048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66018 w 772912"/>
              <a:gd name="connsiteY9" fmla="*/ 744695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68283 w 772912"/>
              <a:gd name="connsiteY9" fmla="*/ 758499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72813 w 772912"/>
              <a:gd name="connsiteY9" fmla="*/ 751597 h 1483058"/>
              <a:gd name="connsiteX10" fmla="*/ 2041 w 772912"/>
              <a:gd name="connsiteY10" fmla="*/ 822427 h 1483058"/>
              <a:gd name="connsiteX0" fmla="*/ 2041 w 772912"/>
              <a:gd name="connsiteY0" fmla="*/ 822427 h 1483058"/>
              <a:gd name="connsiteX1" fmla="*/ 76542 w 772912"/>
              <a:gd name="connsiteY1" fmla="*/ 561386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72813 w 772912"/>
              <a:gd name="connsiteY9" fmla="*/ 751597 h 1483058"/>
              <a:gd name="connsiteX10" fmla="*/ 2041 w 772912"/>
              <a:gd name="connsiteY10" fmla="*/ 822427 h 1483058"/>
              <a:gd name="connsiteX0" fmla="*/ 2737 w 773608"/>
              <a:gd name="connsiteY0" fmla="*/ 822427 h 1483058"/>
              <a:gd name="connsiteX1" fmla="*/ 70444 w 773608"/>
              <a:gd name="connsiteY1" fmla="*/ 575190 h 1483058"/>
              <a:gd name="connsiteX2" fmla="*/ 126566 w 773608"/>
              <a:gd name="connsiteY2" fmla="*/ 220941 h 1483058"/>
              <a:gd name="connsiteX3" fmla="*/ 390504 w 773608"/>
              <a:gd name="connsiteY3" fmla="*/ 99 h 1483058"/>
              <a:gd name="connsiteX4" fmla="*/ 658658 w 773608"/>
              <a:gd name="connsiteY4" fmla="*/ 206902 h 1483058"/>
              <a:gd name="connsiteX5" fmla="*/ 773608 w 773608"/>
              <a:gd name="connsiteY5" fmla="*/ 1026719 h 1483058"/>
              <a:gd name="connsiteX6" fmla="*/ 658802 w 773608"/>
              <a:gd name="connsiteY6" fmla="*/ 1357764 h 1483058"/>
              <a:gd name="connsiteX7" fmla="*/ 332349 w 773608"/>
              <a:gd name="connsiteY7" fmla="*/ 1481795 h 1483058"/>
              <a:gd name="connsiteX8" fmla="*/ 143043 w 773608"/>
              <a:gd name="connsiteY8" fmla="*/ 1293424 h 1483058"/>
              <a:gd name="connsiteX9" fmla="*/ 73509 w 773608"/>
              <a:gd name="connsiteY9" fmla="*/ 751597 h 1483058"/>
              <a:gd name="connsiteX10" fmla="*/ 2737 w 773608"/>
              <a:gd name="connsiteY10" fmla="*/ 822427 h 1483058"/>
              <a:gd name="connsiteX0" fmla="*/ 2737 w 773608"/>
              <a:gd name="connsiteY0" fmla="*/ 822427 h 1483058"/>
              <a:gd name="connsiteX1" fmla="*/ 70444 w 773608"/>
              <a:gd name="connsiteY1" fmla="*/ 575190 h 1483058"/>
              <a:gd name="connsiteX2" fmla="*/ 126566 w 773608"/>
              <a:gd name="connsiteY2" fmla="*/ 220941 h 1483058"/>
              <a:gd name="connsiteX3" fmla="*/ 390504 w 773608"/>
              <a:gd name="connsiteY3" fmla="*/ 99 h 1483058"/>
              <a:gd name="connsiteX4" fmla="*/ 658658 w 773608"/>
              <a:gd name="connsiteY4" fmla="*/ 206902 h 1483058"/>
              <a:gd name="connsiteX5" fmla="*/ 773608 w 773608"/>
              <a:gd name="connsiteY5" fmla="*/ 1026719 h 1483058"/>
              <a:gd name="connsiteX6" fmla="*/ 658802 w 773608"/>
              <a:gd name="connsiteY6" fmla="*/ 1357764 h 1483058"/>
              <a:gd name="connsiteX7" fmla="*/ 332349 w 773608"/>
              <a:gd name="connsiteY7" fmla="*/ 1481795 h 1483058"/>
              <a:gd name="connsiteX8" fmla="*/ 143043 w 773608"/>
              <a:gd name="connsiteY8" fmla="*/ 1293425 h 1483058"/>
              <a:gd name="connsiteX9" fmla="*/ 73509 w 773608"/>
              <a:gd name="connsiteY9" fmla="*/ 751597 h 1483058"/>
              <a:gd name="connsiteX10" fmla="*/ 2737 w 773608"/>
              <a:gd name="connsiteY10" fmla="*/ 822427 h 1483058"/>
              <a:gd name="connsiteX0" fmla="*/ 2737 w 773608"/>
              <a:gd name="connsiteY0" fmla="*/ 784686 h 1445317"/>
              <a:gd name="connsiteX1" fmla="*/ 70444 w 773608"/>
              <a:gd name="connsiteY1" fmla="*/ 537449 h 1445317"/>
              <a:gd name="connsiteX2" fmla="*/ 126566 w 773608"/>
              <a:gd name="connsiteY2" fmla="*/ 183200 h 1445317"/>
              <a:gd name="connsiteX3" fmla="*/ 388239 w 773608"/>
              <a:gd name="connsiteY3" fmla="*/ 318 h 1445317"/>
              <a:gd name="connsiteX4" fmla="*/ 658658 w 773608"/>
              <a:gd name="connsiteY4" fmla="*/ 169161 h 1445317"/>
              <a:gd name="connsiteX5" fmla="*/ 773608 w 773608"/>
              <a:gd name="connsiteY5" fmla="*/ 988978 h 1445317"/>
              <a:gd name="connsiteX6" fmla="*/ 658802 w 773608"/>
              <a:gd name="connsiteY6" fmla="*/ 1320023 h 1445317"/>
              <a:gd name="connsiteX7" fmla="*/ 332349 w 773608"/>
              <a:gd name="connsiteY7" fmla="*/ 1444054 h 1445317"/>
              <a:gd name="connsiteX8" fmla="*/ 143043 w 773608"/>
              <a:gd name="connsiteY8" fmla="*/ 1255684 h 1445317"/>
              <a:gd name="connsiteX9" fmla="*/ 73509 w 773608"/>
              <a:gd name="connsiteY9" fmla="*/ 713856 h 1445317"/>
              <a:gd name="connsiteX10" fmla="*/ 2737 w 773608"/>
              <a:gd name="connsiteY10" fmla="*/ 784686 h 1445317"/>
              <a:gd name="connsiteX0" fmla="*/ 2737 w 773608"/>
              <a:gd name="connsiteY0" fmla="*/ 786943 h 1447574"/>
              <a:gd name="connsiteX1" fmla="*/ 70444 w 773608"/>
              <a:gd name="connsiteY1" fmla="*/ 539706 h 1447574"/>
              <a:gd name="connsiteX2" fmla="*/ 137890 w 773608"/>
              <a:gd name="connsiteY2" fmla="*/ 233770 h 1447574"/>
              <a:gd name="connsiteX3" fmla="*/ 388239 w 773608"/>
              <a:gd name="connsiteY3" fmla="*/ 2575 h 1447574"/>
              <a:gd name="connsiteX4" fmla="*/ 658658 w 773608"/>
              <a:gd name="connsiteY4" fmla="*/ 171418 h 1447574"/>
              <a:gd name="connsiteX5" fmla="*/ 773608 w 773608"/>
              <a:gd name="connsiteY5" fmla="*/ 991235 h 1447574"/>
              <a:gd name="connsiteX6" fmla="*/ 658802 w 773608"/>
              <a:gd name="connsiteY6" fmla="*/ 1322280 h 1447574"/>
              <a:gd name="connsiteX7" fmla="*/ 332349 w 773608"/>
              <a:gd name="connsiteY7" fmla="*/ 1446311 h 1447574"/>
              <a:gd name="connsiteX8" fmla="*/ 143043 w 773608"/>
              <a:gd name="connsiteY8" fmla="*/ 1257941 h 1447574"/>
              <a:gd name="connsiteX9" fmla="*/ 73509 w 773608"/>
              <a:gd name="connsiteY9" fmla="*/ 716113 h 1447574"/>
              <a:gd name="connsiteX10" fmla="*/ 2737 w 773608"/>
              <a:gd name="connsiteY10" fmla="*/ 786943 h 1447574"/>
              <a:gd name="connsiteX0" fmla="*/ 4243 w 775114"/>
              <a:gd name="connsiteY0" fmla="*/ 786943 h 1447574"/>
              <a:gd name="connsiteX1" fmla="*/ 62891 w 775114"/>
              <a:gd name="connsiteY1" fmla="*/ 522452 h 1447574"/>
              <a:gd name="connsiteX2" fmla="*/ 139396 w 775114"/>
              <a:gd name="connsiteY2" fmla="*/ 233770 h 1447574"/>
              <a:gd name="connsiteX3" fmla="*/ 389745 w 775114"/>
              <a:gd name="connsiteY3" fmla="*/ 2575 h 1447574"/>
              <a:gd name="connsiteX4" fmla="*/ 660164 w 775114"/>
              <a:gd name="connsiteY4" fmla="*/ 171418 h 1447574"/>
              <a:gd name="connsiteX5" fmla="*/ 775114 w 775114"/>
              <a:gd name="connsiteY5" fmla="*/ 991235 h 1447574"/>
              <a:gd name="connsiteX6" fmla="*/ 660308 w 775114"/>
              <a:gd name="connsiteY6" fmla="*/ 1322280 h 1447574"/>
              <a:gd name="connsiteX7" fmla="*/ 333855 w 775114"/>
              <a:gd name="connsiteY7" fmla="*/ 1446311 h 1447574"/>
              <a:gd name="connsiteX8" fmla="*/ 144549 w 775114"/>
              <a:gd name="connsiteY8" fmla="*/ 1257941 h 1447574"/>
              <a:gd name="connsiteX9" fmla="*/ 75015 w 775114"/>
              <a:gd name="connsiteY9" fmla="*/ 716113 h 1447574"/>
              <a:gd name="connsiteX10" fmla="*/ 4243 w 775114"/>
              <a:gd name="connsiteY10" fmla="*/ 786943 h 1447574"/>
              <a:gd name="connsiteX0" fmla="*/ 9050 w 779921"/>
              <a:gd name="connsiteY0" fmla="*/ 786943 h 1447574"/>
              <a:gd name="connsiteX1" fmla="*/ 51844 w 779921"/>
              <a:gd name="connsiteY1" fmla="*/ 522452 h 1447574"/>
              <a:gd name="connsiteX2" fmla="*/ 144203 w 779921"/>
              <a:gd name="connsiteY2" fmla="*/ 233770 h 1447574"/>
              <a:gd name="connsiteX3" fmla="*/ 394552 w 779921"/>
              <a:gd name="connsiteY3" fmla="*/ 2575 h 1447574"/>
              <a:gd name="connsiteX4" fmla="*/ 664971 w 779921"/>
              <a:gd name="connsiteY4" fmla="*/ 171418 h 1447574"/>
              <a:gd name="connsiteX5" fmla="*/ 779921 w 779921"/>
              <a:gd name="connsiteY5" fmla="*/ 991235 h 1447574"/>
              <a:gd name="connsiteX6" fmla="*/ 665115 w 779921"/>
              <a:gd name="connsiteY6" fmla="*/ 1322280 h 1447574"/>
              <a:gd name="connsiteX7" fmla="*/ 338662 w 779921"/>
              <a:gd name="connsiteY7" fmla="*/ 1446311 h 1447574"/>
              <a:gd name="connsiteX8" fmla="*/ 149356 w 779921"/>
              <a:gd name="connsiteY8" fmla="*/ 1257941 h 1447574"/>
              <a:gd name="connsiteX9" fmla="*/ 79822 w 779921"/>
              <a:gd name="connsiteY9" fmla="*/ 716113 h 1447574"/>
              <a:gd name="connsiteX10" fmla="*/ 9050 w 779921"/>
              <a:gd name="connsiteY10" fmla="*/ 786943 h 1447574"/>
              <a:gd name="connsiteX0" fmla="*/ 2472 w 773343"/>
              <a:gd name="connsiteY0" fmla="*/ 786943 h 1447574"/>
              <a:gd name="connsiteX1" fmla="*/ 72444 w 773343"/>
              <a:gd name="connsiteY1" fmla="*/ 525904 h 1447574"/>
              <a:gd name="connsiteX2" fmla="*/ 137625 w 773343"/>
              <a:gd name="connsiteY2" fmla="*/ 233770 h 1447574"/>
              <a:gd name="connsiteX3" fmla="*/ 387974 w 773343"/>
              <a:gd name="connsiteY3" fmla="*/ 2575 h 1447574"/>
              <a:gd name="connsiteX4" fmla="*/ 658393 w 773343"/>
              <a:gd name="connsiteY4" fmla="*/ 171418 h 1447574"/>
              <a:gd name="connsiteX5" fmla="*/ 773343 w 773343"/>
              <a:gd name="connsiteY5" fmla="*/ 991235 h 1447574"/>
              <a:gd name="connsiteX6" fmla="*/ 658537 w 773343"/>
              <a:gd name="connsiteY6" fmla="*/ 1322280 h 1447574"/>
              <a:gd name="connsiteX7" fmla="*/ 332084 w 773343"/>
              <a:gd name="connsiteY7" fmla="*/ 1446311 h 1447574"/>
              <a:gd name="connsiteX8" fmla="*/ 142778 w 773343"/>
              <a:gd name="connsiteY8" fmla="*/ 1257941 h 1447574"/>
              <a:gd name="connsiteX9" fmla="*/ 73244 w 773343"/>
              <a:gd name="connsiteY9" fmla="*/ 716113 h 1447574"/>
              <a:gd name="connsiteX10" fmla="*/ 2472 w 773343"/>
              <a:gd name="connsiteY10" fmla="*/ 786943 h 1447574"/>
              <a:gd name="connsiteX0" fmla="*/ 1502 w 772373"/>
              <a:gd name="connsiteY0" fmla="*/ 786943 h 1447574"/>
              <a:gd name="connsiteX1" fmla="*/ 71474 w 772373"/>
              <a:gd name="connsiteY1" fmla="*/ 525904 h 1447574"/>
              <a:gd name="connsiteX2" fmla="*/ 136655 w 772373"/>
              <a:gd name="connsiteY2" fmla="*/ 233770 h 1447574"/>
              <a:gd name="connsiteX3" fmla="*/ 387004 w 772373"/>
              <a:gd name="connsiteY3" fmla="*/ 2575 h 1447574"/>
              <a:gd name="connsiteX4" fmla="*/ 657423 w 772373"/>
              <a:gd name="connsiteY4" fmla="*/ 171418 h 1447574"/>
              <a:gd name="connsiteX5" fmla="*/ 772373 w 772373"/>
              <a:gd name="connsiteY5" fmla="*/ 991235 h 1447574"/>
              <a:gd name="connsiteX6" fmla="*/ 657567 w 772373"/>
              <a:gd name="connsiteY6" fmla="*/ 1322280 h 1447574"/>
              <a:gd name="connsiteX7" fmla="*/ 331114 w 772373"/>
              <a:gd name="connsiteY7" fmla="*/ 1446311 h 1447574"/>
              <a:gd name="connsiteX8" fmla="*/ 141808 w 772373"/>
              <a:gd name="connsiteY8" fmla="*/ 1257941 h 1447574"/>
              <a:gd name="connsiteX9" fmla="*/ 72274 w 772373"/>
              <a:gd name="connsiteY9" fmla="*/ 716113 h 1447574"/>
              <a:gd name="connsiteX10" fmla="*/ 1502 w 772373"/>
              <a:gd name="connsiteY10" fmla="*/ 786943 h 1447574"/>
              <a:gd name="connsiteX0" fmla="*/ 1931 w 772802"/>
              <a:gd name="connsiteY0" fmla="*/ 786943 h 1447574"/>
              <a:gd name="connsiteX1" fmla="*/ 65109 w 772802"/>
              <a:gd name="connsiteY1" fmla="*/ 532806 h 1447574"/>
              <a:gd name="connsiteX2" fmla="*/ 137084 w 772802"/>
              <a:gd name="connsiteY2" fmla="*/ 233770 h 1447574"/>
              <a:gd name="connsiteX3" fmla="*/ 387433 w 772802"/>
              <a:gd name="connsiteY3" fmla="*/ 2575 h 1447574"/>
              <a:gd name="connsiteX4" fmla="*/ 657852 w 772802"/>
              <a:gd name="connsiteY4" fmla="*/ 171418 h 1447574"/>
              <a:gd name="connsiteX5" fmla="*/ 772802 w 772802"/>
              <a:gd name="connsiteY5" fmla="*/ 991235 h 1447574"/>
              <a:gd name="connsiteX6" fmla="*/ 657996 w 772802"/>
              <a:gd name="connsiteY6" fmla="*/ 1322280 h 1447574"/>
              <a:gd name="connsiteX7" fmla="*/ 331543 w 772802"/>
              <a:gd name="connsiteY7" fmla="*/ 1446311 h 1447574"/>
              <a:gd name="connsiteX8" fmla="*/ 142237 w 772802"/>
              <a:gd name="connsiteY8" fmla="*/ 1257941 h 1447574"/>
              <a:gd name="connsiteX9" fmla="*/ 72703 w 772802"/>
              <a:gd name="connsiteY9" fmla="*/ 716113 h 1447574"/>
              <a:gd name="connsiteX10" fmla="*/ 1931 w 772802"/>
              <a:gd name="connsiteY10" fmla="*/ 786943 h 14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2802" h="1447574">
                <a:moveTo>
                  <a:pt x="1931" y="786943"/>
                </a:moveTo>
                <a:cubicBezTo>
                  <a:pt x="-5304" y="793031"/>
                  <a:pt x="6108" y="637170"/>
                  <a:pt x="65109" y="532806"/>
                </a:cubicBezTo>
                <a:cubicBezTo>
                  <a:pt x="95020" y="452841"/>
                  <a:pt x="83363" y="322142"/>
                  <a:pt x="137084" y="233770"/>
                </a:cubicBezTo>
                <a:cubicBezTo>
                  <a:pt x="190805" y="145398"/>
                  <a:pt x="300638" y="12967"/>
                  <a:pt x="387433" y="2575"/>
                </a:cubicBezTo>
                <a:cubicBezTo>
                  <a:pt x="474228" y="-7817"/>
                  <a:pt x="593624" y="6641"/>
                  <a:pt x="657852" y="171418"/>
                </a:cubicBezTo>
                <a:cubicBezTo>
                  <a:pt x="722080" y="336195"/>
                  <a:pt x="772778" y="799425"/>
                  <a:pt x="772802" y="991235"/>
                </a:cubicBezTo>
                <a:cubicBezTo>
                  <a:pt x="772826" y="1183045"/>
                  <a:pt x="731539" y="1246434"/>
                  <a:pt x="657996" y="1322280"/>
                </a:cubicBezTo>
                <a:cubicBezTo>
                  <a:pt x="584453" y="1398126"/>
                  <a:pt x="417503" y="1457034"/>
                  <a:pt x="331543" y="1446311"/>
                </a:cubicBezTo>
                <a:cubicBezTo>
                  <a:pt x="245583" y="1435588"/>
                  <a:pt x="162488" y="1364071"/>
                  <a:pt x="142237" y="1257941"/>
                </a:cubicBezTo>
                <a:cubicBezTo>
                  <a:pt x="70105" y="1028184"/>
                  <a:pt x="105499" y="806115"/>
                  <a:pt x="72703" y="716113"/>
                </a:cubicBezTo>
                <a:cubicBezTo>
                  <a:pt x="35569" y="690454"/>
                  <a:pt x="12746" y="754000"/>
                  <a:pt x="1931" y="786943"/>
                </a:cubicBezTo>
                <a:close/>
              </a:path>
            </a:pathLst>
          </a:custGeom>
          <a:solidFill>
            <a:schemeClr val="bg1"/>
          </a:solidFill>
          <a:ln w="19050" cap="flat">
            <a:noFill/>
            <a:prstDash val="solid"/>
            <a:miter/>
          </a:ln>
        </p:spPr>
        <p:txBody>
          <a:bodyPr rtlCol="0" anchor="ctr"/>
          <a:lstStyle/>
          <a:p>
            <a:endParaRPr lang="en-US">
              <a:ln>
                <a:solidFill>
                  <a:srgbClr val="000000"/>
                </a:solidFill>
              </a:ln>
              <a:solidFill>
                <a:srgbClr val="000000"/>
              </a:solidFill>
            </a:endParaRPr>
          </a:p>
        </p:txBody>
      </p:sp>
      <p:sp>
        <p:nvSpPr>
          <p:cNvPr id="2" name="Title 1">
            <a:extLst>
              <a:ext uri="{FF2B5EF4-FFF2-40B4-BE49-F238E27FC236}">
                <a16:creationId xmlns:a16="http://schemas.microsoft.com/office/drawing/2014/main" id="{3CAD2818-F43F-4AA9-A9B9-05579198C326}"/>
              </a:ext>
            </a:extLst>
          </p:cNvPr>
          <p:cNvSpPr>
            <a:spLocks noGrp="1"/>
          </p:cNvSpPr>
          <p:nvPr>
            <p:ph type="title"/>
          </p:nvPr>
        </p:nvSpPr>
        <p:spPr>
          <a:xfrm>
            <a:off x="1460488" y="1784211"/>
            <a:ext cx="4035135" cy="2590413"/>
          </a:xfrm>
        </p:spPr>
        <p:txBody>
          <a:bodyPr vert="horz" lIns="91440" tIns="45720" rIns="91440" bIns="45720" rtlCol="0" anchor="ctr">
            <a:normAutofit/>
          </a:bodyPr>
          <a:lstStyle/>
          <a:p>
            <a:r>
              <a:rPr lang="en-US" sz="4800"/>
              <a:t>HOW DO I DO IT?</a:t>
            </a:r>
          </a:p>
        </p:txBody>
      </p:sp>
      <p:sp>
        <p:nvSpPr>
          <p:cNvPr id="3" name="Text Placeholder 2">
            <a:extLst>
              <a:ext uri="{FF2B5EF4-FFF2-40B4-BE49-F238E27FC236}">
                <a16:creationId xmlns:a16="http://schemas.microsoft.com/office/drawing/2014/main" id="{530E6758-5499-4F96-9A35-A0ADB46B0B69}"/>
              </a:ext>
            </a:extLst>
          </p:cNvPr>
          <p:cNvSpPr>
            <a:spLocks noGrp="1"/>
          </p:cNvSpPr>
          <p:nvPr>
            <p:ph type="body" idx="1"/>
          </p:nvPr>
        </p:nvSpPr>
        <p:spPr>
          <a:xfrm>
            <a:off x="661983" y="5401185"/>
            <a:ext cx="4991881" cy="800010"/>
          </a:xfrm>
        </p:spPr>
        <p:txBody>
          <a:bodyPr vert="horz" lIns="91440" tIns="45720" rIns="91440" bIns="45720" rtlCol="0" anchor="ctr">
            <a:normAutofit/>
          </a:bodyPr>
          <a:lstStyle/>
          <a:p>
            <a:r>
              <a:rPr lang="en-US" sz="3200">
                <a:solidFill>
                  <a:schemeClr val="tx1"/>
                </a:solidFill>
              </a:rPr>
              <a:t>A Step-by-step guide</a:t>
            </a:r>
          </a:p>
        </p:txBody>
      </p:sp>
      <p:sp>
        <p:nvSpPr>
          <p:cNvPr id="20" name="Freeform: Shape 19">
            <a:extLst>
              <a:ext uri="{FF2B5EF4-FFF2-40B4-BE49-F238E27FC236}">
                <a16:creationId xmlns:a16="http://schemas.microsoft.com/office/drawing/2014/main" id="{444C5789-1895-49EE-863C-2BAB9693E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263107" y="401221"/>
            <a:ext cx="4333507" cy="5327363"/>
          </a:xfrm>
          <a:custGeom>
            <a:avLst/>
            <a:gdLst>
              <a:gd name="connsiteX0" fmla="*/ 6058 w 823258"/>
              <a:gd name="connsiteY0" fmla="*/ 673615 h 1272110"/>
              <a:gd name="connsiteX1" fmla="*/ 112452 w 823258"/>
              <a:gd name="connsiteY1" fmla="*/ 471685 h 1272110"/>
              <a:gd name="connsiteX2" fmla="*/ 94736 w 823258"/>
              <a:gd name="connsiteY2" fmla="*/ 159741 h 1272110"/>
              <a:gd name="connsiteX3" fmla="*/ 229419 w 823258"/>
              <a:gd name="connsiteY3" fmla="*/ 14485 h 1272110"/>
              <a:gd name="connsiteX4" fmla="*/ 580225 w 823258"/>
              <a:gd name="connsiteY4" fmla="*/ 3817 h 1272110"/>
              <a:gd name="connsiteX5" fmla="*/ 736149 w 823258"/>
              <a:gd name="connsiteY5" fmla="*/ 195174 h 1272110"/>
              <a:gd name="connsiteX6" fmla="*/ 823017 w 823258"/>
              <a:gd name="connsiteY6" fmla="*/ 912026 h 1272110"/>
              <a:gd name="connsiteX7" fmla="*/ 743293 w 823258"/>
              <a:gd name="connsiteY7" fmla="*/ 1196443 h 1272110"/>
              <a:gd name="connsiteX8" fmla="*/ 310858 w 823258"/>
              <a:gd name="connsiteY8" fmla="*/ 1251402 h 1272110"/>
              <a:gd name="connsiteX9" fmla="*/ 133693 w 823258"/>
              <a:gd name="connsiteY9" fmla="*/ 1020992 h 1272110"/>
              <a:gd name="connsiteX10" fmla="*/ 126549 w 823258"/>
              <a:gd name="connsiteY10" fmla="*/ 606369 h 1272110"/>
              <a:gd name="connsiteX11" fmla="*/ 6058 w 823258"/>
              <a:gd name="connsiteY11" fmla="*/ 673615 h 1272110"/>
              <a:gd name="connsiteX0" fmla="*/ 6097 w 846673"/>
              <a:gd name="connsiteY0" fmla="*/ 673624 h 1266490"/>
              <a:gd name="connsiteX1" fmla="*/ 112491 w 846673"/>
              <a:gd name="connsiteY1" fmla="*/ 471694 h 1266490"/>
              <a:gd name="connsiteX2" fmla="*/ 94775 w 846673"/>
              <a:gd name="connsiteY2" fmla="*/ 159750 h 1266490"/>
              <a:gd name="connsiteX3" fmla="*/ 229458 w 846673"/>
              <a:gd name="connsiteY3" fmla="*/ 14494 h 1266490"/>
              <a:gd name="connsiteX4" fmla="*/ 580264 w 846673"/>
              <a:gd name="connsiteY4" fmla="*/ 3826 h 1266490"/>
              <a:gd name="connsiteX5" fmla="*/ 736188 w 846673"/>
              <a:gd name="connsiteY5" fmla="*/ 195183 h 1266490"/>
              <a:gd name="connsiteX6" fmla="*/ 823056 w 846673"/>
              <a:gd name="connsiteY6" fmla="*/ 912035 h 1266490"/>
              <a:gd name="connsiteX7" fmla="*/ 795891 w 846673"/>
              <a:gd name="connsiteY7" fmla="*/ 1213658 h 1266490"/>
              <a:gd name="connsiteX8" fmla="*/ 310897 w 846673"/>
              <a:gd name="connsiteY8" fmla="*/ 1251411 h 1266490"/>
              <a:gd name="connsiteX9" fmla="*/ 133732 w 846673"/>
              <a:gd name="connsiteY9" fmla="*/ 1021001 h 1266490"/>
              <a:gd name="connsiteX10" fmla="*/ 126588 w 846673"/>
              <a:gd name="connsiteY10" fmla="*/ 606378 h 1266490"/>
              <a:gd name="connsiteX11" fmla="*/ 6097 w 846673"/>
              <a:gd name="connsiteY11" fmla="*/ 673624 h 1266490"/>
              <a:gd name="connsiteX0" fmla="*/ 6097 w 849914"/>
              <a:gd name="connsiteY0" fmla="*/ 673624 h 1273207"/>
              <a:gd name="connsiteX1" fmla="*/ 112491 w 849914"/>
              <a:gd name="connsiteY1" fmla="*/ 471694 h 1273207"/>
              <a:gd name="connsiteX2" fmla="*/ 94775 w 849914"/>
              <a:gd name="connsiteY2" fmla="*/ 159750 h 1273207"/>
              <a:gd name="connsiteX3" fmla="*/ 229458 w 849914"/>
              <a:gd name="connsiteY3" fmla="*/ 14494 h 1273207"/>
              <a:gd name="connsiteX4" fmla="*/ 580264 w 849914"/>
              <a:gd name="connsiteY4" fmla="*/ 3826 h 1273207"/>
              <a:gd name="connsiteX5" fmla="*/ 736188 w 849914"/>
              <a:gd name="connsiteY5" fmla="*/ 195183 h 1273207"/>
              <a:gd name="connsiteX6" fmla="*/ 823056 w 849914"/>
              <a:gd name="connsiteY6" fmla="*/ 912035 h 1273207"/>
              <a:gd name="connsiteX7" fmla="*/ 795891 w 849914"/>
              <a:gd name="connsiteY7" fmla="*/ 1213658 h 1273207"/>
              <a:gd name="connsiteX8" fmla="*/ 248636 w 849914"/>
              <a:gd name="connsiteY8" fmla="*/ 1257509 h 1273207"/>
              <a:gd name="connsiteX9" fmla="*/ 133732 w 849914"/>
              <a:gd name="connsiteY9" fmla="*/ 1021001 h 1273207"/>
              <a:gd name="connsiteX10" fmla="*/ 126588 w 849914"/>
              <a:gd name="connsiteY10" fmla="*/ 606378 h 1273207"/>
              <a:gd name="connsiteX11" fmla="*/ 6097 w 849914"/>
              <a:gd name="connsiteY11" fmla="*/ 673624 h 1273207"/>
              <a:gd name="connsiteX0" fmla="*/ 6097 w 857388"/>
              <a:gd name="connsiteY0" fmla="*/ 673624 h 1273231"/>
              <a:gd name="connsiteX1" fmla="*/ 112491 w 857388"/>
              <a:gd name="connsiteY1" fmla="*/ 471694 h 1273231"/>
              <a:gd name="connsiteX2" fmla="*/ 94775 w 857388"/>
              <a:gd name="connsiteY2" fmla="*/ 159750 h 1273231"/>
              <a:gd name="connsiteX3" fmla="*/ 229458 w 857388"/>
              <a:gd name="connsiteY3" fmla="*/ 14494 h 1273231"/>
              <a:gd name="connsiteX4" fmla="*/ 580264 w 857388"/>
              <a:gd name="connsiteY4" fmla="*/ 3826 h 1273231"/>
              <a:gd name="connsiteX5" fmla="*/ 736188 w 857388"/>
              <a:gd name="connsiteY5" fmla="*/ 195183 h 1273231"/>
              <a:gd name="connsiteX6" fmla="*/ 837750 w 857388"/>
              <a:gd name="connsiteY6" fmla="*/ 911367 h 1273231"/>
              <a:gd name="connsiteX7" fmla="*/ 795891 w 857388"/>
              <a:gd name="connsiteY7" fmla="*/ 1213658 h 1273231"/>
              <a:gd name="connsiteX8" fmla="*/ 248636 w 857388"/>
              <a:gd name="connsiteY8" fmla="*/ 1257509 h 1273231"/>
              <a:gd name="connsiteX9" fmla="*/ 133732 w 857388"/>
              <a:gd name="connsiteY9" fmla="*/ 1021001 h 1273231"/>
              <a:gd name="connsiteX10" fmla="*/ 126588 w 857388"/>
              <a:gd name="connsiteY10" fmla="*/ 606378 h 1273231"/>
              <a:gd name="connsiteX11" fmla="*/ 6097 w 857388"/>
              <a:gd name="connsiteY11" fmla="*/ 673624 h 1273231"/>
              <a:gd name="connsiteX0" fmla="*/ 6097 w 859776"/>
              <a:gd name="connsiteY0" fmla="*/ 673624 h 1273231"/>
              <a:gd name="connsiteX1" fmla="*/ 112491 w 859776"/>
              <a:gd name="connsiteY1" fmla="*/ 471694 h 1273231"/>
              <a:gd name="connsiteX2" fmla="*/ 94775 w 859776"/>
              <a:gd name="connsiteY2" fmla="*/ 159750 h 1273231"/>
              <a:gd name="connsiteX3" fmla="*/ 229458 w 859776"/>
              <a:gd name="connsiteY3" fmla="*/ 14494 h 1273231"/>
              <a:gd name="connsiteX4" fmla="*/ 580264 w 859776"/>
              <a:gd name="connsiteY4" fmla="*/ 3826 h 1273231"/>
              <a:gd name="connsiteX5" fmla="*/ 736188 w 859776"/>
              <a:gd name="connsiteY5" fmla="*/ 195183 h 1273231"/>
              <a:gd name="connsiteX6" fmla="*/ 837750 w 859776"/>
              <a:gd name="connsiteY6" fmla="*/ 911367 h 1273231"/>
              <a:gd name="connsiteX7" fmla="*/ 795891 w 859776"/>
              <a:gd name="connsiteY7" fmla="*/ 1213658 h 1273231"/>
              <a:gd name="connsiteX8" fmla="*/ 248636 w 859776"/>
              <a:gd name="connsiteY8" fmla="*/ 1257509 h 1273231"/>
              <a:gd name="connsiteX9" fmla="*/ 133732 w 859776"/>
              <a:gd name="connsiteY9" fmla="*/ 1021001 h 1273231"/>
              <a:gd name="connsiteX10" fmla="*/ 126588 w 859776"/>
              <a:gd name="connsiteY10" fmla="*/ 606378 h 1273231"/>
              <a:gd name="connsiteX11" fmla="*/ 6097 w 859776"/>
              <a:gd name="connsiteY11" fmla="*/ 673624 h 1273231"/>
              <a:gd name="connsiteX0" fmla="*/ 6097 w 863219"/>
              <a:gd name="connsiteY0" fmla="*/ 673624 h 1273231"/>
              <a:gd name="connsiteX1" fmla="*/ 112491 w 863219"/>
              <a:gd name="connsiteY1" fmla="*/ 471694 h 1273231"/>
              <a:gd name="connsiteX2" fmla="*/ 94775 w 863219"/>
              <a:gd name="connsiteY2" fmla="*/ 159750 h 1273231"/>
              <a:gd name="connsiteX3" fmla="*/ 229458 w 863219"/>
              <a:gd name="connsiteY3" fmla="*/ 14494 h 1273231"/>
              <a:gd name="connsiteX4" fmla="*/ 580264 w 863219"/>
              <a:gd name="connsiteY4" fmla="*/ 3826 h 1273231"/>
              <a:gd name="connsiteX5" fmla="*/ 736188 w 863219"/>
              <a:gd name="connsiteY5" fmla="*/ 195183 h 1273231"/>
              <a:gd name="connsiteX6" fmla="*/ 837750 w 863219"/>
              <a:gd name="connsiteY6" fmla="*/ 911367 h 1273231"/>
              <a:gd name="connsiteX7" fmla="*/ 795891 w 863219"/>
              <a:gd name="connsiteY7" fmla="*/ 1213658 h 1273231"/>
              <a:gd name="connsiteX8" fmla="*/ 248636 w 863219"/>
              <a:gd name="connsiteY8" fmla="*/ 1257509 h 1273231"/>
              <a:gd name="connsiteX9" fmla="*/ 133732 w 863219"/>
              <a:gd name="connsiteY9" fmla="*/ 1021001 h 1273231"/>
              <a:gd name="connsiteX10" fmla="*/ 126588 w 863219"/>
              <a:gd name="connsiteY10" fmla="*/ 606378 h 1273231"/>
              <a:gd name="connsiteX11" fmla="*/ 6097 w 863219"/>
              <a:gd name="connsiteY11" fmla="*/ 673624 h 1273231"/>
              <a:gd name="connsiteX0" fmla="*/ 6097 w 865261"/>
              <a:gd name="connsiteY0" fmla="*/ 673624 h 1271255"/>
              <a:gd name="connsiteX1" fmla="*/ 112491 w 865261"/>
              <a:gd name="connsiteY1" fmla="*/ 471694 h 1271255"/>
              <a:gd name="connsiteX2" fmla="*/ 94775 w 865261"/>
              <a:gd name="connsiteY2" fmla="*/ 159750 h 1271255"/>
              <a:gd name="connsiteX3" fmla="*/ 229458 w 865261"/>
              <a:gd name="connsiteY3" fmla="*/ 14494 h 1271255"/>
              <a:gd name="connsiteX4" fmla="*/ 580264 w 865261"/>
              <a:gd name="connsiteY4" fmla="*/ 3826 h 1271255"/>
              <a:gd name="connsiteX5" fmla="*/ 736188 w 865261"/>
              <a:gd name="connsiteY5" fmla="*/ 195183 h 1271255"/>
              <a:gd name="connsiteX6" fmla="*/ 841141 w 865261"/>
              <a:gd name="connsiteY6" fmla="*/ 970003 h 1271255"/>
              <a:gd name="connsiteX7" fmla="*/ 795891 w 865261"/>
              <a:gd name="connsiteY7" fmla="*/ 1213658 h 1271255"/>
              <a:gd name="connsiteX8" fmla="*/ 248636 w 865261"/>
              <a:gd name="connsiteY8" fmla="*/ 1257509 h 1271255"/>
              <a:gd name="connsiteX9" fmla="*/ 133732 w 865261"/>
              <a:gd name="connsiteY9" fmla="*/ 1021001 h 1271255"/>
              <a:gd name="connsiteX10" fmla="*/ 126588 w 865261"/>
              <a:gd name="connsiteY10" fmla="*/ 606378 h 1271255"/>
              <a:gd name="connsiteX11" fmla="*/ 6097 w 865261"/>
              <a:gd name="connsiteY11" fmla="*/ 673624 h 1271255"/>
              <a:gd name="connsiteX0" fmla="*/ 6097 w 860021"/>
              <a:gd name="connsiteY0" fmla="*/ 673624 h 1279428"/>
              <a:gd name="connsiteX1" fmla="*/ 112491 w 860021"/>
              <a:gd name="connsiteY1" fmla="*/ 471694 h 1279428"/>
              <a:gd name="connsiteX2" fmla="*/ 94775 w 860021"/>
              <a:gd name="connsiteY2" fmla="*/ 159750 h 1279428"/>
              <a:gd name="connsiteX3" fmla="*/ 229458 w 860021"/>
              <a:gd name="connsiteY3" fmla="*/ 14494 h 1279428"/>
              <a:gd name="connsiteX4" fmla="*/ 580264 w 860021"/>
              <a:gd name="connsiteY4" fmla="*/ 3826 h 1279428"/>
              <a:gd name="connsiteX5" fmla="*/ 736188 w 860021"/>
              <a:gd name="connsiteY5" fmla="*/ 195183 h 1279428"/>
              <a:gd name="connsiteX6" fmla="*/ 841141 w 860021"/>
              <a:gd name="connsiteY6" fmla="*/ 970003 h 1279428"/>
              <a:gd name="connsiteX7" fmla="*/ 797210 w 860021"/>
              <a:gd name="connsiteY7" fmla="*/ 1236461 h 1279428"/>
              <a:gd name="connsiteX8" fmla="*/ 248636 w 860021"/>
              <a:gd name="connsiteY8" fmla="*/ 1257509 h 1279428"/>
              <a:gd name="connsiteX9" fmla="*/ 133732 w 860021"/>
              <a:gd name="connsiteY9" fmla="*/ 1021001 h 1279428"/>
              <a:gd name="connsiteX10" fmla="*/ 126588 w 860021"/>
              <a:gd name="connsiteY10" fmla="*/ 606378 h 1279428"/>
              <a:gd name="connsiteX11" fmla="*/ 6097 w 860021"/>
              <a:gd name="connsiteY11" fmla="*/ 673624 h 1279428"/>
              <a:gd name="connsiteX0" fmla="*/ 6097 w 860380"/>
              <a:gd name="connsiteY0" fmla="*/ 679490 h 1285294"/>
              <a:gd name="connsiteX1" fmla="*/ 112491 w 860380"/>
              <a:gd name="connsiteY1" fmla="*/ 477560 h 1285294"/>
              <a:gd name="connsiteX2" fmla="*/ 94775 w 860380"/>
              <a:gd name="connsiteY2" fmla="*/ 165616 h 1285294"/>
              <a:gd name="connsiteX3" fmla="*/ 229458 w 860380"/>
              <a:gd name="connsiteY3" fmla="*/ 20360 h 1285294"/>
              <a:gd name="connsiteX4" fmla="*/ 580264 w 860380"/>
              <a:gd name="connsiteY4" fmla="*/ 9692 h 1285294"/>
              <a:gd name="connsiteX5" fmla="*/ 730442 w 860380"/>
              <a:gd name="connsiteY5" fmla="*/ 165383 h 1285294"/>
              <a:gd name="connsiteX6" fmla="*/ 841141 w 860380"/>
              <a:gd name="connsiteY6" fmla="*/ 975869 h 1285294"/>
              <a:gd name="connsiteX7" fmla="*/ 797210 w 860380"/>
              <a:gd name="connsiteY7" fmla="*/ 1242327 h 1285294"/>
              <a:gd name="connsiteX8" fmla="*/ 248636 w 860380"/>
              <a:gd name="connsiteY8" fmla="*/ 1263375 h 1285294"/>
              <a:gd name="connsiteX9" fmla="*/ 133732 w 860380"/>
              <a:gd name="connsiteY9" fmla="*/ 1026867 h 1285294"/>
              <a:gd name="connsiteX10" fmla="*/ 126588 w 860380"/>
              <a:gd name="connsiteY10" fmla="*/ 612244 h 1285294"/>
              <a:gd name="connsiteX11" fmla="*/ 6097 w 860380"/>
              <a:gd name="connsiteY11" fmla="*/ 679490 h 1285294"/>
              <a:gd name="connsiteX0" fmla="*/ 6097 w 881639"/>
              <a:gd name="connsiteY0" fmla="*/ 679490 h 1286194"/>
              <a:gd name="connsiteX1" fmla="*/ 112491 w 881639"/>
              <a:gd name="connsiteY1" fmla="*/ 477560 h 1286194"/>
              <a:gd name="connsiteX2" fmla="*/ 94775 w 881639"/>
              <a:gd name="connsiteY2" fmla="*/ 165616 h 1286194"/>
              <a:gd name="connsiteX3" fmla="*/ 229458 w 881639"/>
              <a:gd name="connsiteY3" fmla="*/ 20360 h 1286194"/>
              <a:gd name="connsiteX4" fmla="*/ 580264 w 881639"/>
              <a:gd name="connsiteY4" fmla="*/ 9692 h 1286194"/>
              <a:gd name="connsiteX5" fmla="*/ 730442 w 881639"/>
              <a:gd name="connsiteY5" fmla="*/ 165383 h 1286194"/>
              <a:gd name="connsiteX6" fmla="*/ 873260 w 881639"/>
              <a:gd name="connsiteY6" fmla="*/ 958078 h 1286194"/>
              <a:gd name="connsiteX7" fmla="*/ 797210 w 881639"/>
              <a:gd name="connsiteY7" fmla="*/ 1242327 h 1286194"/>
              <a:gd name="connsiteX8" fmla="*/ 248636 w 881639"/>
              <a:gd name="connsiteY8" fmla="*/ 1263375 h 1286194"/>
              <a:gd name="connsiteX9" fmla="*/ 133732 w 881639"/>
              <a:gd name="connsiteY9" fmla="*/ 1026867 h 1286194"/>
              <a:gd name="connsiteX10" fmla="*/ 126588 w 881639"/>
              <a:gd name="connsiteY10" fmla="*/ 612244 h 1286194"/>
              <a:gd name="connsiteX11" fmla="*/ 6097 w 881639"/>
              <a:gd name="connsiteY11" fmla="*/ 679490 h 1286194"/>
              <a:gd name="connsiteX0" fmla="*/ 6216 w 881758"/>
              <a:gd name="connsiteY0" fmla="*/ 679490 h 1286194"/>
              <a:gd name="connsiteX1" fmla="*/ 110067 w 881758"/>
              <a:gd name="connsiteY1" fmla="*/ 369894 h 1286194"/>
              <a:gd name="connsiteX2" fmla="*/ 94894 w 881758"/>
              <a:gd name="connsiteY2" fmla="*/ 165616 h 1286194"/>
              <a:gd name="connsiteX3" fmla="*/ 229577 w 881758"/>
              <a:gd name="connsiteY3" fmla="*/ 20360 h 1286194"/>
              <a:gd name="connsiteX4" fmla="*/ 580383 w 881758"/>
              <a:gd name="connsiteY4" fmla="*/ 9692 h 1286194"/>
              <a:gd name="connsiteX5" fmla="*/ 730561 w 881758"/>
              <a:gd name="connsiteY5" fmla="*/ 165383 h 1286194"/>
              <a:gd name="connsiteX6" fmla="*/ 873379 w 881758"/>
              <a:gd name="connsiteY6" fmla="*/ 958078 h 1286194"/>
              <a:gd name="connsiteX7" fmla="*/ 797329 w 881758"/>
              <a:gd name="connsiteY7" fmla="*/ 1242327 h 1286194"/>
              <a:gd name="connsiteX8" fmla="*/ 248755 w 881758"/>
              <a:gd name="connsiteY8" fmla="*/ 1263375 h 1286194"/>
              <a:gd name="connsiteX9" fmla="*/ 133851 w 881758"/>
              <a:gd name="connsiteY9" fmla="*/ 1026867 h 1286194"/>
              <a:gd name="connsiteX10" fmla="*/ 126707 w 881758"/>
              <a:gd name="connsiteY10" fmla="*/ 612244 h 1286194"/>
              <a:gd name="connsiteX11" fmla="*/ 6216 w 881758"/>
              <a:gd name="connsiteY11" fmla="*/ 679490 h 1286194"/>
              <a:gd name="connsiteX0" fmla="*/ 6216 w 881758"/>
              <a:gd name="connsiteY0" fmla="*/ 679490 h 1286194"/>
              <a:gd name="connsiteX1" fmla="*/ 110067 w 881758"/>
              <a:gd name="connsiteY1" fmla="*/ 369894 h 1286194"/>
              <a:gd name="connsiteX2" fmla="*/ 94894 w 881758"/>
              <a:gd name="connsiteY2" fmla="*/ 165616 h 1286194"/>
              <a:gd name="connsiteX3" fmla="*/ 229577 w 881758"/>
              <a:gd name="connsiteY3" fmla="*/ 20360 h 1286194"/>
              <a:gd name="connsiteX4" fmla="*/ 580383 w 881758"/>
              <a:gd name="connsiteY4" fmla="*/ 9692 h 1286194"/>
              <a:gd name="connsiteX5" fmla="*/ 730561 w 881758"/>
              <a:gd name="connsiteY5" fmla="*/ 165383 h 1286194"/>
              <a:gd name="connsiteX6" fmla="*/ 873379 w 881758"/>
              <a:gd name="connsiteY6" fmla="*/ 958078 h 1286194"/>
              <a:gd name="connsiteX7" fmla="*/ 797329 w 881758"/>
              <a:gd name="connsiteY7" fmla="*/ 1242327 h 1286194"/>
              <a:gd name="connsiteX8" fmla="*/ 248755 w 881758"/>
              <a:gd name="connsiteY8" fmla="*/ 1263375 h 1286194"/>
              <a:gd name="connsiteX9" fmla="*/ 133851 w 881758"/>
              <a:gd name="connsiteY9" fmla="*/ 1026867 h 1286194"/>
              <a:gd name="connsiteX10" fmla="*/ 138858 w 881758"/>
              <a:gd name="connsiteY10" fmla="*/ 503910 h 1286194"/>
              <a:gd name="connsiteX11" fmla="*/ 6216 w 881758"/>
              <a:gd name="connsiteY11" fmla="*/ 679490 h 1286194"/>
              <a:gd name="connsiteX0" fmla="*/ 6961 w 868563"/>
              <a:gd name="connsiteY0" fmla="*/ 538413 h 1286194"/>
              <a:gd name="connsiteX1" fmla="*/ 96872 w 868563"/>
              <a:gd name="connsiteY1" fmla="*/ 369894 h 1286194"/>
              <a:gd name="connsiteX2" fmla="*/ 81699 w 868563"/>
              <a:gd name="connsiteY2" fmla="*/ 165616 h 1286194"/>
              <a:gd name="connsiteX3" fmla="*/ 216382 w 868563"/>
              <a:gd name="connsiteY3" fmla="*/ 20360 h 1286194"/>
              <a:gd name="connsiteX4" fmla="*/ 567188 w 868563"/>
              <a:gd name="connsiteY4" fmla="*/ 9692 h 1286194"/>
              <a:gd name="connsiteX5" fmla="*/ 717366 w 868563"/>
              <a:gd name="connsiteY5" fmla="*/ 165383 h 1286194"/>
              <a:gd name="connsiteX6" fmla="*/ 860184 w 868563"/>
              <a:gd name="connsiteY6" fmla="*/ 958078 h 1286194"/>
              <a:gd name="connsiteX7" fmla="*/ 784134 w 868563"/>
              <a:gd name="connsiteY7" fmla="*/ 1242327 h 1286194"/>
              <a:gd name="connsiteX8" fmla="*/ 235560 w 868563"/>
              <a:gd name="connsiteY8" fmla="*/ 1263375 h 1286194"/>
              <a:gd name="connsiteX9" fmla="*/ 120656 w 868563"/>
              <a:gd name="connsiteY9" fmla="*/ 1026867 h 1286194"/>
              <a:gd name="connsiteX10" fmla="*/ 125663 w 868563"/>
              <a:gd name="connsiteY10" fmla="*/ 503910 h 1286194"/>
              <a:gd name="connsiteX11" fmla="*/ 6961 w 868563"/>
              <a:gd name="connsiteY11" fmla="*/ 538413 h 1286194"/>
              <a:gd name="connsiteX0" fmla="*/ 6961 w 867791"/>
              <a:gd name="connsiteY0" fmla="*/ 538413 h 1312892"/>
              <a:gd name="connsiteX1" fmla="*/ 96872 w 867791"/>
              <a:gd name="connsiteY1" fmla="*/ 369894 h 1312892"/>
              <a:gd name="connsiteX2" fmla="*/ 81699 w 867791"/>
              <a:gd name="connsiteY2" fmla="*/ 165616 h 1312892"/>
              <a:gd name="connsiteX3" fmla="*/ 216382 w 867791"/>
              <a:gd name="connsiteY3" fmla="*/ 20360 h 1312892"/>
              <a:gd name="connsiteX4" fmla="*/ 567188 w 867791"/>
              <a:gd name="connsiteY4" fmla="*/ 9692 h 1312892"/>
              <a:gd name="connsiteX5" fmla="*/ 717366 w 867791"/>
              <a:gd name="connsiteY5" fmla="*/ 165383 h 1312892"/>
              <a:gd name="connsiteX6" fmla="*/ 860184 w 867791"/>
              <a:gd name="connsiteY6" fmla="*/ 958078 h 1312892"/>
              <a:gd name="connsiteX7" fmla="*/ 784134 w 867791"/>
              <a:gd name="connsiteY7" fmla="*/ 1242327 h 1312892"/>
              <a:gd name="connsiteX8" fmla="*/ 256000 w 867791"/>
              <a:gd name="connsiteY8" fmla="*/ 1298372 h 1312892"/>
              <a:gd name="connsiteX9" fmla="*/ 120656 w 867791"/>
              <a:gd name="connsiteY9" fmla="*/ 1026867 h 1312892"/>
              <a:gd name="connsiteX10" fmla="*/ 125663 w 867791"/>
              <a:gd name="connsiteY10" fmla="*/ 503910 h 1312892"/>
              <a:gd name="connsiteX11" fmla="*/ 6961 w 867791"/>
              <a:gd name="connsiteY11" fmla="*/ 538413 h 1312892"/>
              <a:gd name="connsiteX0" fmla="*/ 6961 w 867791"/>
              <a:gd name="connsiteY0" fmla="*/ 538413 h 1313923"/>
              <a:gd name="connsiteX1" fmla="*/ 96872 w 867791"/>
              <a:gd name="connsiteY1" fmla="*/ 369894 h 1313923"/>
              <a:gd name="connsiteX2" fmla="*/ 81699 w 867791"/>
              <a:gd name="connsiteY2" fmla="*/ 165616 h 1313923"/>
              <a:gd name="connsiteX3" fmla="*/ 216382 w 867791"/>
              <a:gd name="connsiteY3" fmla="*/ 20360 h 1313923"/>
              <a:gd name="connsiteX4" fmla="*/ 567188 w 867791"/>
              <a:gd name="connsiteY4" fmla="*/ 9692 h 1313923"/>
              <a:gd name="connsiteX5" fmla="*/ 717366 w 867791"/>
              <a:gd name="connsiteY5" fmla="*/ 165383 h 1313923"/>
              <a:gd name="connsiteX6" fmla="*/ 860184 w 867791"/>
              <a:gd name="connsiteY6" fmla="*/ 958078 h 1313923"/>
              <a:gd name="connsiteX7" fmla="*/ 784134 w 867791"/>
              <a:gd name="connsiteY7" fmla="*/ 1242327 h 1313923"/>
              <a:gd name="connsiteX8" fmla="*/ 256000 w 867791"/>
              <a:gd name="connsiteY8" fmla="*/ 1298372 h 1313923"/>
              <a:gd name="connsiteX9" fmla="*/ 145617 w 867791"/>
              <a:gd name="connsiteY9" fmla="*/ 1012668 h 1313923"/>
              <a:gd name="connsiteX10" fmla="*/ 125663 w 867791"/>
              <a:gd name="connsiteY10" fmla="*/ 503910 h 1313923"/>
              <a:gd name="connsiteX11" fmla="*/ 6961 w 867791"/>
              <a:gd name="connsiteY11" fmla="*/ 538413 h 1313923"/>
              <a:gd name="connsiteX0" fmla="*/ 6961 w 867791"/>
              <a:gd name="connsiteY0" fmla="*/ 538413 h 1310173"/>
              <a:gd name="connsiteX1" fmla="*/ 96872 w 867791"/>
              <a:gd name="connsiteY1" fmla="*/ 369894 h 1310173"/>
              <a:gd name="connsiteX2" fmla="*/ 81699 w 867791"/>
              <a:gd name="connsiteY2" fmla="*/ 165616 h 1310173"/>
              <a:gd name="connsiteX3" fmla="*/ 216382 w 867791"/>
              <a:gd name="connsiteY3" fmla="*/ 20360 h 1310173"/>
              <a:gd name="connsiteX4" fmla="*/ 567188 w 867791"/>
              <a:gd name="connsiteY4" fmla="*/ 9692 h 1310173"/>
              <a:gd name="connsiteX5" fmla="*/ 717366 w 867791"/>
              <a:gd name="connsiteY5" fmla="*/ 165383 h 1310173"/>
              <a:gd name="connsiteX6" fmla="*/ 860184 w 867791"/>
              <a:gd name="connsiteY6" fmla="*/ 958078 h 1310173"/>
              <a:gd name="connsiteX7" fmla="*/ 784134 w 867791"/>
              <a:gd name="connsiteY7" fmla="*/ 1242327 h 1310173"/>
              <a:gd name="connsiteX8" fmla="*/ 256000 w 867791"/>
              <a:gd name="connsiteY8" fmla="*/ 1298372 h 1310173"/>
              <a:gd name="connsiteX9" fmla="*/ 155978 w 867791"/>
              <a:gd name="connsiteY9" fmla="*/ 1064454 h 1310173"/>
              <a:gd name="connsiteX10" fmla="*/ 125663 w 867791"/>
              <a:gd name="connsiteY10" fmla="*/ 503910 h 1310173"/>
              <a:gd name="connsiteX11" fmla="*/ 6961 w 867791"/>
              <a:gd name="connsiteY11" fmla="*/ 538413 h 1310173"/>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9445"/>
              <a:gd name="connsiteX1" fmla="*/ 96872 w 867791"/>
              <a:gd name="connsiteY1" fmla="*/ 369894 h 1309445"/>
              <a:gd name="connsiteX2" fmla="*/ 81699 w 867791"/>
              <a:gd name="connsiteY2" fmla="*/ 165616 h 1309445"/>
              <a:gd name="connsiteX3" fmla="*/ 216382 w 867791"/>
              <a:gd name="connsiteY3" fmla="*/ 20360 h 1309445"/>
              <a:gd name="connsiteX4" fmla="*/ 567188 w 867791"/>
              <a:gd name="connsiteY4" fmla="*/ 9692 h 1309445"/>
              <a:gd name="connsiteX5" fmla="*/ 717366 w 867791"/>
              <a:gd name="connsiteY5" fmla="*/ 165383 h 1309445"/>
              <a:gd name="connsiteX6" fmla="*/ 860184 w 867791"/>
              <a:gd name="connsiteY6" fmla="*/ 958078 h 1309445"/>
              <a:gd name="connsiteX7" fmla="*/ 784134 w 867791"/>
              <a:gd name="connsiteY7" fmla="*/ 1242327 h 1309445"/>
              <a:gd name="connsiteX8" fmla="*/ 256000 w 867791"/>
              <a:gd name="connsiteY8" fmla="*/ 1298372 h 1309445"/>
              <a:gd name="connsiteX9" fmla="*/ 149196 w 867791"/>
              <a:gd name="connsiteY9" fmla="*/ 1074561 h 1309445"/>
              <a:gd name="connsiteX10" fmla="*/ 125663 w 867791"/>
              <a:gd name="connsiteY10" fmla="*/ 503910 h 1309445"/>
              <a:gd name="connsiteX11" fmla="*/ 6961 w 867791"/>
              <a:gd name="connsiteY11" fmla="*/ 538413 h 1309445"/>
              <a:gd name="connsiteX0" fmla="*/ 6961 w 867791"/>
              <a:gd name="connsiteY0" fmla="*/ 538413 h 1306197"/>
              <a:gd name="connsiteX1" fmla="*/ 96872 w 867791"/>
              <a:gd name="connsiteY1" fmla="*/ 369894 h 1306197"/>
              <a:gd name="connsiteX2" fmla="*/ 81699 w 867791"/>
              <a:gd name="connsiteY2" fmla="*/ 165616 h 1306197"/>
              <a:gd name="connsiteX3" fmla="*/ 216382 w 867791"/>
              <a:gd name="connsiteY3" fmla="*/ 20360 h 1306197"/>
              <a:gd name="connsiteX4" fmla="*/ 567188 w 867791"/>
              <a:gd name="connsiteY4" fmla="*/ 9692 h 1306197"/>
              <a:gd name="connsiteX5" fmla="*/ 717366 w 867791"/>
              <a:gd name="connsiteY5" fmla="*/ 165383 h 1306197"/>
              <a:gd name="connsiteX6" fmla="*/ 860184 w 867791"/>
              <a:gd name="connsiteY6" fmla="*/ 958078 h 1306197"/>
              <a:gd name="connsiteX7" fmla="*/ 784134 w 867791"/>
              <a:gd name="connsiteY7" fmla="*/ 1242327 h 1306197"/>
              <a:gd name="connsiteX8" fmla="*/ 256000 w 867791"/>
              <a:gd name="connsiteY8" fmla="*/ 1298372 h 1306197"/>
              <a:gd name="connsiteX9" fmla="*/ 155507 w 867791"/>
              <a:gd name="connsiteY9" fmla="*/ 1120000 h 1306197"/>
              <a:gd name="connsiteX10" fmla="*/ 125663 w 867791"/>
              <a:gd name="connsiteY10" fmla="*/ 503910 h 1306197"/>
              <a:gd name="connsiteX11" fmla="*/ 6961 w 867791"/>
              <a:gd name="connsiteY11" fmla="*/ 538413 h 1306197"/>
              <a:gd name="connsiteX0" fmla="*/ 6961 w 867791"/>
              <a:gd name="connsiteY0" fmla="*/ 541531 h 1309315"/>
              <a:gd name="connsiteX1" fmla="*/ 96872 w 867791"/>
              <a:gd name="connsiteY1" fmla="*/ 373012 h 1309315"/>
              <a:gd name="connsiteX2" fmla="*/ 80003 w 867791"/>
              <a:gd name="connsiteY2" fmla="*/ 139416 h 1309315"/>
              <a:gd name="connsiteX3" fmla="*/ 216382 w 867791"/>
              <a:gd name="connsiteY3" fmla="*/ 23478 h 1309315"/>
              <a:gd name="connsiteX4" fmla="*/ 567188 w 867791"/>
              <a:gd name="connsiteY4" fmla="*/ 12810 h 1309315"/>
              <a:gd name="connsiteX5" fmla="*/ 717366 w 867791"/>
              <a:gd name="connsiteY5" fmla="*/ 168501 h 1309315"/>
              <a:gd name="connsiteX6" fmla="*/ 860184 w 867791"/>
              <a:gd name="connsiteY6" fmla="*/ 961196 h 1309315"/>
              <a:gd name="connsiteX7" fmla="*/ 784134 w 867791"/>
              <a:gd name="connsiteY7" fmla="*/ 1245445 h 1309315"/>
              <a:gd name="connsiteX8" fmla="*/ 256000 w 867791"/>
              <a:gd name="connsiteY8" fmla="*/ 1301490 h 1309315"/>
              <a:gd name="connsiteX9" fmla="*/ 155507 w 867791"/>
              <a:gd name="connsiteY9" fmla="*/ 1123118 h 1309315"/>
              <a:gd name="connsiteX10" fmla="*/ 125663 w 867791"/>
              <a:gd name="connsiteY10" fmla="*/ 507028 h 1309315"/>
              <a:gd name="connsiteX11" fmla="*/ 6961 w 867791"/>
              <a:gd name="connsiteY11" fmla="*/ 541531 h 1309315"/>
              <a:gd name="connsiteX0" fmla="*/ 6961 w 867791"/>
              <a:gd name="connsiteY0" fmla="*/ 541531 h 1309315"/>
              <a:gd name="connsiteX1" fmla="*/ 96872 w 867791"/>
              <a:gd name="connsiteY1" fmla="*/ 373012 h 1309315"/>
              <a:gd name="connsiteX2" fmla="*/ 80003 w 867791"/>
              <a:gd name="connsiteY2" fmla="*/ 139416 h 1309315"/>
              <a:gd name="connsiteX3" fmla="*/ 216382 w 867791"/>
              <a:gd name="connsiteY3" fmla="*/ 23478 h 1309315"/>
              <a:gd name="connsiteX4" fmla="*/ 567188 w 867791"/>
              <a:gd name="connsiteY4" fmla="*/ 12810 h 1309315"/>
              <a:gd name="connsiteX5" fmla="*/ 717366 w 867791"/>
              <a:gd name="connsiteY5" fmla="*/ 168501 h 1309315"/>
              <a:gd name="connsiteX6" fmla="*/ 860184 w 867791"/>
              <a:gd name="connsiteY6" fmla="*/ 961196 h 1309315"/>
              <a:gd name="connsiteX7" fmla="*/ 784134 w 867791"/>
              <a:gd name="connsiteY7" fmla="*/ 1245445 h 1309315"/>
              <a:gd name="connsiteX8" fmla="*/ 256000 w 867791"/>
              <a:gd name="connsiteY8" fmla="*/ 1301490 h 1309315"/>
              <a:gd name="connsiteX9" fmla="*/ 155507 w 867791"/>
              <a:gd name="connsiteY9" fmla="*/ 1123118 h 1309315"/>
              <a:gd name="connsiteX10" fmla="*/ 125663 w 867791"/>
              <a:gd name="connsiteY10" fmla="*/ 507028 h 1309315"/>
              <a:gd name="connsiteX11" fmla="*/ 6961 w 867791"/>
              <a:gd name="connsiteY11" fmla="*/ 541531 h 1309315"/>
              <a:gd name="connsiteX0" fmla="*/ 6961 w 867791"/>
              <a:gd name="connsiteY0" fmla="*/ 539700 h 1307484"/>
              <a:gd name="connsiteX1" fmla="*/ 96872 w 867791"/>
              <a:gd name="connsiteY1" fmla="*/ 371181 h 1307484"/>
              <a:gd name="connsiteX2" fmla="*/ 77366 w 867791"/>
              <a:gd name="connsiteY2" fmla="*/ 91980 h 1307484"/>
              <a:gd name="connsiteX3" fmla="*/ 216382 w 867791"/>
              <a:gd name="connsiteY3" fmla="*/ 21647 h 1307484"/>
              <a:gd name="connsiteX4" fmla="*/ 567188 w 867791"/>
              <a:gd name="connsiteY4" fmla="*/ 10979 h 1307484"/>
              <a:gd name="connsiteX5" fmla="*/ 717366 w 867791"/>
              <a:gd name="connsiteY5" fmla="*/ 166670 h 1307484"/>
              <a:gd name="connsiteX6" fmla="*/ 860184 w 867791"/>
              <a:gd name="connsiteY6" fmla="*/ 959365 h 1307484"/>
              <a:gd name="connsiteX7" fmla="*/ 784134 w 867791"/>
              <a:gd name="connsiteY7" fmla="*/ 1243614 h 1307484"/>
              <a:gd name="connsiteX8" fmla="*/ 256000 w 867791"/>
              <a:gd name="connsiteY8" fmla="*/ 1299659 h 1307484"/>
              <a:gd name="connsiteX9" fmla="*/ 155507 w 867791"/>
              <a:gd name="connsiteY9" fmla="*/ 1121287 h 1307484"/>
              <a:gd name="connsiteX10" fmla="*/ 125663 w 867791"/>
              <a:gd name="connsiteY10" fmla="*/ 505197 h 1307484"/>
              <a:gd name="connsiteX11" fmla="*/ 6961 w 867791"/>
              <a:gd name="connsiteY11" fmla="*/ 539700 h 1307484"/>
              <a:gd name="connsiteX0" fmla="*/ 6961 w 867791"/>
              <a:gd name="connsiteY0" fmla="*/ 550995 h 1318779"/>
              <a:gd name="connsiteX1" fmla="*/ 96872 w 867791"/>
              <a:gd name="connsiteY1" fmla="*/ 382476 h 1318779"/>
              <a:gd name="connsiteX2" fmla="*/ 77366 w 867791"/>
              <a:gd name="connsiteY2" fmla="*/ 103275 h 1318779"/>
              <a:gd name="connsiteX3" fmla="*/ 229757 w 867791"/>
              <a:gd name="connsiteY3" fmla="*/ 9471 h 1318779"/>
              <a:gd name="connsiteX4" fmla="*/ 567188 w 867791"/>
              <a:gd name="connsiteY4" fmla="*/ 22274 h 1318779"/>
              <a:gd name="connsiteX5" fmla="*/ 717366 w 867791"/>
              <a:gd name="connsiteY5" fmla="*/ 177965 h 1318779"/>
              <a:gd name="connsiteX6" fmla="*/ 860184 w 867791"/>
              <a:gd name="connsiteY6" fmla="*/ 970660 h 1318779"/>
              <a:gd name="connsiteX7" fmla="*/ 784134 w 867791"/>
              <a:gd name="connsiteY7" fmla="*/ 1254909 h 1318779"/>
              <a:gd name="connsiteX8" fmla="*/ 256000 w 867791"/>
              <a:gd name="connsiteY8" fmla="*/ 1310954 h 1318779"/>
              <a:gd name="connsiteX9" fmla="*/ 155507 w 867791"/>
              <a:gd name="connsiteY9" fmla="*/ 1132582 h 1318779"/>
              <a:gd name="connsiteX10" fmla="*/ 125663 w 867791"/>
              <a:gd name="connsiteY10" fmla="*/ 516492 h 1318779"/>
              <a:gd name="connsiteX11" fmla="*/ 6961 w 867791"/>
              <a:gd name="connsiteY11" fmla="*/ 550995 h 1318779"/>
              <a:gd name="connsiteX0" fmla="*/ 6961 w 867791"/>
              <a:gd name="connsiteY0" fmla="*/ 560584 h 1328368"/>
              <a:gd name="connsiteX1" fmla="*/ 96872 w 867791"/>
              <a:gd name="connsiteY1" fmla="*/ 392065 h 1328368"/>
              <a:gd name="connsiteX2" fmla="*/ 77366 w 867791"/>
              <a:gd name="connsiteY2" fmla="*/ 112864 h 1328368"/>
              <a:gd name="connsiteX3" fmla="*/ 229757 w 867791"/>
              <a:gd name="connsiteY3" fmla="*/ 19060 h 1328368"/>
              <a:gd name="connsiteX4" fmla="*/ 566246 w 867791"/>
              <a:gd name="connsiteY4" fmla="*/ 15575 h 1328368"/>
              <a:gd name="connsiteX5" fmla="*/ 717366 w 867791"/>
              <a:gd name="connsiteY5" fmla="*/ 187554 h 1328368"/>
              <a:gd name="connsiteX6" fmla="*/ 860184 w 867791"/>
              <a:gd name="connsiteY6" fmla="*/ 980249 h 1328368"/>
              <a:gd name="connsiteX7" fmla="*/ 784134 w 867791"/>
              <a:gd name="connsiteY7" fmla="*/ 1264498 h 1328368"/>
              <a:gd name="connsiteX8" fmla="*/ 256000 w 867791"/>
              <a:gd name="connsiteY8" fmla="*/ 1320543 h 1328368"/>
              <a:gd name="connsiteX9" fmla="*/ 155507 w 867791"/>
              <a:gd name="connsiteY9" fmla="*/ 1142171 h 1328368"/>
              <a:gd name="connsiteX10" fmla="*/ 125663 w 867791"/>
              <a:gd name="connsiteY10" fmla="*/ 526081 h 1328368"/>
              <a:gd name="connsiteX11" fmla="*/ 6961 w 867791"/>
              <a:gd name="connsiteY11" fmla="*/ 560584 h 1328368"/>
              <a:gd name="connsiteX0" fmla="*/ 6961 w 865870"/>
              <a:gd name="connsiteY0" fmla="*/ 560584 h 1328871"/>
              <a:gd name="connsiteX1" fmla="*/ 96872 w 865870"/>
              <a:gd name="connsiteY1" fmla="*/ 392065 h 1328871"/>
              <a:gd name="connsiteX2" fmla="*/ 77366 w 865870"/>
              <a:gd name="connsiteY2" fmla="*/ 112864 h 1328871"/>
              <a:gd name="connsiteX3" fmla="*/ 229757 w 865870"/>
              <a:gd name="connsiteY3" fmla="*/ 19060 h 1328871"/>
              <a:gd name="connsiteX4" fmla="*/ 566246 w 865870"/>
              <a:gd name="connsiteY4" fmla="*/ 15575 h 1328871"/>
              <a:gd name="connsiteX5" fmla="*/ 717366 w 865870"/>
              <a:gd name="connsiteY5" fmla="*/ 187554 h 1328871"/>
              <a:gd name="connsiteX6" fmla="*/ 860184 w 865870"/>
              <a:gd name="connsiteY6" fmla="*/ 980249 h 1328871"/>
              <a:gd name="connsiteX7" fmla="*/ 784134 w 865870"/>
              <a:gd name="connsiteY7" fmla="*/ 1264498 h 1328871"/>
              <a:gd name="connsiteX8" fmla="*/ 314963 w 865870"/>
              <a:gd name="connsiteY8" fmla="*/ 1321127 h 1328871"/>
              <a:gd name="connsiteX9" fmla="*/ 155507 w 865870"/>
              <a:gd name="connsiteY9" fmla="*/ 1142171 h 1328871"/>
              <a:gd name="connsiteX10" fmla="*/ 125663 w 865870"/>
              <a:gd name="connsiteY10" fmla="*/ 526081 h 1328871"/>
              <a:gd name="connsiteX11" fmla="*/ 6961 w 865870"/>
              <a:gd name="connsiteY11" fmla="*/ 560584 h 1328871"/>
              <a:gd name="connsiteX0" fmla="*/ 6961 w 865870"/>
              <a:gd name="connsiteY0" fmla="*/ 560584 h 1328712"/>
              <a:gd name="connsiteX1" fmla="*/ 96872 w 865870"/>
              <a:gd name="connsiteY1" fmla="*/ 392065 h 1328712"/>
              <a:gd name="connsiteX2" fmla="*/ 77366 w 865870"/>
              <a:gd name="connsiteY2" fmla="*/ 112864 h 1328712"/>
              <a:gd name="connsiteX3" fmla="*/ 229757 w 865870"/>
              <a:gd name="connsiteY3" fmla="*/ 19060 h 1328712"/>
              <a:gd name="connsiteX4" fmla="*/ 566246 w 865870"/>
              <a:gd name="connsiteY4" fmla="*/ 15575 h 1328712"/>
              <a:gd name="connsiteX5" fmla="*/ 717366 w 865870"/>
              <a:gd name="connsiteY5" fmla="*/ 187554 h 1328712"/>
              <a:gd name="connsiteX6" fmla="*/ 860184 w 865870"/>
              <a:gd name="connsiteY6" fmla="*/ 980249 h 1328712"/>
              <a:gd name="connsiteX7" fmla="*/ 784134 w 865870"/>
              <a:gd name="connsiteY7" fmla="*/ 1264498 h 1328712"/>
              <a:gd name="connsiteX8" fmla="*/ 314963 w 865870"/>
              <a:gd name="connsiteY8" fmla="*/ 1321127 h 1328712"/>
              <a:gd name="connsiteX9" fmla="*/ 177736 w 865870"/>
              <a:gd name="connsiteY9" fmla="*/ 1144426 h 1328712"/>
              <a:gd name="connsiteX10" fmla="*/ 125663 w 865870"/>
              <a:gd name="connsiteY10" fmla="*/ 526081 h 1328712"/>
              <a:gd name="connsiteX11" fmla="*/ 6961 w 865870"/>
              <a:gd name="connsiteY11" fmla="*/ 560584 h 1328712"/>
              <a:gd name="connsiteX0" fmla="*/ 6961 w 864913"/>
              <a:gd name="connsiteY0" fmla="*/ 560584 h 1327274"/>
              <a:gd name="connsiteX1" fmla="*/ 96872 w 864913"/>
              <a:gd name="connsiteY1" fmla="*/ 392065 h 1327274"/>
              <a:gd name="connsiteX2" fmla="*/ 77366 w 864913"/>
              <a:gd name="connsiteY2" fmla="*/ 112864 h 1327274"/>
              <a:gd name="connsiteX3" fmla="*/ 229757 w 864913"/>
              <a:gd name="connsiteY3" fmla="*/ 19060 h 1327274"/>
              <a:gd name="connsiteX4" fmla="*/ 566246 w 864913"/>
              <a:gd name="connsiteY4" fmla="*/ 15575 h 1327274"/>
              <a:gd name="connsiteX5" fmla="*/ 717366 w 864913"/>
              <a:gd name="connsiteY5" fmla="*/ 187554 h 1327274"/>
              <a:gd name="connsiteX6" fmla="*/ 860184 w 864913"/>
              <a:gd name="connsiteY6" fmla="*/ 980249 h 1327274"/>
              <a:gd name="connsiteX7" fmla="*/ 784134 w 864913"/>
              <a:gd name="connsiteY7" fmla="*/ 1264498 h 1327274"/>
              <a:gd name="connsiteX8" fmla="*/ 351698 w 864913"/>
              <a:gd name="connsiteY8" fmla="*/ 1319456 h 1327274"/>
              <a:gd name="connsiteX9" fmla="*/ 177736 w 864913"/>
              <a:gd name="connsiteY9" fmla="*/ 1144426 h 1327274"/>
              <a:gd name="connsiteX10" fmla="*/ 125663 w 864913"/>
              <a:gd name="connsiteY10" fmla="*/ 526081 h 1327274"/>
              <a:gd name="connsiteX11" fmla="*/ 6961 w 864913"/>
              <a:gd name="connsiteY11" fmla="*/ 560584 h 1327274"/>
              <a:gd name="connsiteX0" fmla="*/ 6961 w 878410"/>
              <a:gd name="connsiteY0" fmla="*/ 560584 h 1325203"/>
              <a:gd name="connsiteX1" fmla="*/ 96872 w 878410"/>
              <a:gd name="connsiteY1" fmla="*/ 392065 h 1325203"/>
              <a:gd name="connsiteX2" fmla="*/ 77366 w 878410"/>
              <a:gd name="connsiteY2" fmla="*/ 112864 h 1325203"/>
              <a:gd name="connsiteX3" fmla="*/ 229757 w 878410"/>
              <a:gd name="connsiteY3" fmla="*/ 19060 h 1325203"/>
              <a:gd name="connsiteX4" fmla="*/ 566246 w 878410"/>
              <a:gd name="connsiteY4" fmla="*/ 15575 h 1325203"/>
              <a:gd name="connsiteX5" fmla="*/ 717366 w 878410"/>
              <a:gd name="connsiteY5" fmla="*/ 187554 h 1325203"/>
              <a:gd name="connsiteX6" fmla="*/ 860184 w 878410"/>
              <a:gd name="connsiteY6" fmla="*/ 980249 h 1325203"/>
              <a:gd name="connsiteX7" fmla="*/ 819942 w 878410"/>
              <a:gd name="connsiteY7" fmla="*/ 1254587 h 1325203"/>
              <a:gd name="connsiteX8" fmla="*/ 351698 w 878410"/>
              <a:gd name="connsiteY8" fmla="*/ 1319456 h 1325203"/>
              <a:gd name="connsiteX9" fmla="*/ 177736 w 878410"/>
              <a:gd name="connsiteY9" fmla="*/ 1144426 h 1325203"/>
              <a:gd name="connsiteX10" fmla="*/ 125663 w 878410"/>
              <a:gd name="connsiteY10" fmla="*/ 526081 h 1325203"/>
              <a:gd name="connsiteX11" fmla="*/ 6961 w 878410"/>
              <a:gd name="connsiteY11" fmla="*/ 560584 h 1325203"/>
              <a:gd name="connsiteX0" fmla="*/ 6961 w 879480"/>
              <a:gd name="connsiteY0" fmla="*/ 560584 h 1324478"/>
              <a:gd name="connsiteX1" fmla="*/ 96872 w 879480"/>
              <a:gd name="connsiteY1" fmla="*/ 392065 h 1324478"/>
              <a:gd name="connsiteX2" fmla="*/ 77366 w 879480"/>
              <a:gd name="connsiteY2" fmla="*/ 112864 h 1324478"/>
              <a:gd name="connsiteX3" fmla="*/ 229757 w 879480"/>
              <a:gd name="connsiteY3" fmla="*/ 19060 h 1324478"/>
              <a:gd name="connsiteX4" fmla="*/ 566246 w 879480"/>
              <a:gd name="connsiteY4" fmla="*/ 15575 h 1324478"/>
              <a:gd name="connsiteX5" fmla="*/ 717366 w 879480"/>
              <a:gd name="connsiteY5" fmla="*/ 187554 h 1324478"/>
              <a:gd name="connsiteX6" fmla="*/ 861931 w 879480"/>
              <a:gd name="connsiteY6" fmla="*/ 1026005 h 1324478"/>
              <a:gd name="connsiteX7" fmla="*/ 819942 w 879480"/>
              <a:gd name="connsiteY7" fmla="*/ 1254587 h 1324478"/>
              <a:gd name="connsiteX8" fmla="*/ 351698 w 879480"/>
              <a:gd name="connsiteY8" fmla="*/ 1319456 h 1324478"/>
              <a:gd name="connsiteX9" fmla="*/ 177736 w 879480"/>
              <a:gd name="connsiteY9" fmla="*/ 1144426 h 1324478"/>
              <a:gd name="connsiteX10" fmla="*/ 125663 w 879480"/>
              <a:gd name="connsiteY10" fmla="*/ 526081 h 1324478"/>
              <a:gd name="connsiteX11" fmla="*/ 6961 w 879480"/>
              <a:gd name="connsiteY11" fmla="*/ 560584 h 1324478"/>
              <a:gd name="connsiteX0" fmla="*/ 6961 w 864502"/>
              <a:gd name="connsiteY0" fmla="*/ 560584 h 1326578"/>
              <a:gd name="connsiteX1" fmla="*/ 96872 w 864502"/>
              <a:gd name="connsiteY1" fmla="*/ 392065 h 1326578"/>
              <a:gd name="connsiteX2" fmla="*/ 77366 w 864502"/>
              <a:gd name="connsiteY2" fmla="*/ 112864 h 1326578"/>
              <a:gd name="connsiteX3" fmla="*/ 229757 w 864502"/>
              <a:gd name="connsiteY3" fmla="*/ 19060 h 1326578"/>
              <a:gd name="connsiteX4" fmla="*/ 566246 w 864502"/>
              <a:gd name="connsiteY4" fmla="*/ 15575 h 1326578"/>
              <a:gd name="connsiteX5" fmla="*/ 717366 w 864502"/>
              <a:gd name="connsiteY5" fmla="*/ 187554 h 1326578"/>
              <a:gd name="connsiteX6" fmla="*/ 861931 w 864502"/>
              <a:gd name="connsiteY6" fmla="*/ 1026005 h 1326578"/>
              <a:gd name="connsiteX7" fmla="*/ 773212 w 864502"/>
              <a:gd name="connsiteY7" fmla="*/ 1266151 h 1326578"/>
              <a:gd name="connsiteX8" fmla="*/ 351698 w 864502"/>
              <a:gd name="connsiteY8" fmla="*/ 1319456 h 1326578"/>
              <a:gd name="connsiteX9" fmla="*/ 177736 w 864502"/>
              <a:gd name="connsiteY9" fmla="*/ 1144426 h 1326578"/>
              <a:gd name="connsiteX10" fmla="*/ 125663 w 864502"/>
              <a:gd name="connsiteY10" fmla="*/ 526081 h 1326578"/>
              <a:gd name="connsiteX11" fmla="*/ 6961 w 864502"/>
              <a:gd name="connsiteY11" fmla="*/ 560584 h 1326578"/>
              <a:gd name="connsiteX0" fmla="*/ 6961 w 864110"/>
              <a:gd name="connsiteY0" fmla="*/ 560584 h 1331877"/>
              <a:gd name="connsiteX1" fmla="*/ 96872 w 864110"/>
              <a:gd name="connsiteY1" fmla="*/ 392065 h 1331877"/>
              <a:gd name="connsiteX2" fmla="*/ 77366 w 864110"/>
              <a:gd name="connsiteY2" fmla="*/ 112864 h 1331877"/>
              <a:gd name="connsiteX3" fmla="*/ 229757 w 864110"/>
              <a:gd name="connsiteY3" fmla="*/ 19060 h 1331877"/>
              <a:gd name="connsiteX4" fmla="*/ 566246 w 864110"/>
              <a:gd name="connsiteY4" fmla="*/ 15575 h 1331877"/>
              <a:gd name="connsiteX5" fmla="*/ 717366 w 864110"/>
              <a:gd name="connsiteY5" fmla="*/ 187554 h 1331877"/>
              <a:gd name="connsiteX6" fmla="*/ 861931 w 864110"/>
              <a:gd name="connsiteY6" fmla="*/ 1026005 h 1331877"/>
              <a:gd name="connsiteX7" fmla="*/ 773212 w 864110"/>
              <a:gd name="connsiteY7" fmla="*/ 1266151 h 1331877"/>
              <a:gd name="connsiteX8" fmla="*/ 386884 w 864110"/>
              <a:gd name="connsiteY8" fmla="*/ 1325422 h 1331877"/>
              <a:gd name="connsiteX9" fmla="*/ 177736 w 864110"/>
              <a:gd name="connsiteY9" fmla="*/ 1144426 h 1331877"/>
              <a:gd name="connsiteX10" fmla="*/ 125663 w 864110"/>
              <a:gd name="connsiteY10" fmla="*/ 526081 h 1331877"/>
              <a:gd name="connsiteX11" fmla="*/ 6961 w 864110"/>
              <a:gd name="connsiteY11" fmla="*/ 560584 h 1331877"/>
              <a:gd name="connsiteX0" fmla="*/ 6961 w 864110"/>
              <a:gd name="connsiteY0" fmla="*/ 560584 h 1332354"/>
              <a:gd name="connsiteX1" fmla="*/ 96872 w 864110"/>
              <a:gd name="connsiteY1" fmla="*/ 392065 h 1332354"/>
              <a:gd name="connsiteX2" fmla="*/ 77366 w 864110"/>
              <a:gd name="connsiteY2" fmla="*/ 112864 h 1332354"/>
              <a:gd name="connsiteX3" fmla="*/ 229757 w 864110"/>
              <a:gd name="connsiteY3" fmla="*/ 19060 h 1332354"/>
              <a:gd name="connsiteX4" fmla="*/ 566246 w 864110"/>
              <a:gd name="connsiteY4" fmla="*/ 15575 h 1332354"/>
              <a:gd name="connsiteX5" fmla="*/ 717366 w 864110"/>
              <a:gd name="connsiteY5" fmla="*/ 187554 h 1332354"/>
              <a:gd name="connsiteX6" fmla="*/ 861931 w 864110"/>
              <a:gd name="connsiteY6" fmla="*/ 1026005 h 1332354"/>
              <a:gd name="connsiteX7" fmla="*/ 773212 w 864110"/>
              <a:gd name="connsiteY7" fmla="*/ 1266151 h 1332354"/>
              <a:gd name="connsiteX8" fmla="*/ 386884 w 864110"/>
              <a:gd name="connsiteY8" fmla="*/ 1325422 h 1332354"/>
              <a:gd name="connsiteX9" fmla="*/ 197485 w 864110"/>
              <a:gd name="connsiteY9" fmla="*/ 1137282 h 1332354"/>
              <a:gd name="connsiteX10" fmla="*/ 125663 w 864110"/>
              <a:gd name="connsiteY10" fmla="*/ 526081 h 1332354"/>
              <a:gd name="connsiteX11" fmla="*/ 6961 w 864110"/>
              <a:gd name="connsiteY11" fmla="*/ 560584 h 1332354"/>
              <a:gd name="connsiteX0" fmla="*/ 6961 w 864110"/>
              <a:gd name="connsiteY0" fmla="*/ 560674 h 1332444"/>
              <a:gd name="connsiteX1" fmla="*/ 96872 w 864110"/>
              <a:gd name="connsiteY1" fmla="*/ 392155 h 1332444"/>
              <a:gd name="connsiteX2" fmla="*/ 79552 w 864110"/>
              <a:gd name="connsiteY2" fmla="*/ 114810 h 1332444"/>
              <a:gd name="connsiteX3" fmla="*/ 229757 w 864110"/>
              <a:gd name="connsiteY3" fmla="*/ 19150 h 1332444"/>
              <a:gd name="connsiteX4" fmla="*/ 566246 w 864110"/>
              <a:gd name="connsiteY4" fmla="*/ 15665 h 1332444"/>
              <a:gd name="connsiteX5" fmla="*/ 717366 w 864110"/>
              <a:gd name="connsiteY5" fmla="*/ 187644 h 1332444"/>
              <a:gd name="connsiteX6" fmla="*/ 861931 w 864110"/>
              <a:gd name="connsiteY6" fmla="*/ 1026095 h 1332444"/>
              <a:gd name="connsiteX7" fmla="*/ 773212 w 864110"/>
              <a:gd name="connsiteY7" fmla="*/ 1266241 h 1332444"/>
              <a:gd name="connsiteX8" fmla="*/ 386884 w 864110"/>
              <a:gd name="connsiteY8" fmla="*/ 1325512 h 1332444"/>
              <a:gd name="connsiteX9" fmla="*/ 197485 w 864110"/>
              <a:gd name="connsiteY9" fmla="*/ 1137372 h 1332444"/>
              <a:gd name="connsiteX10" fmla="*/ 125663 w 864110"/>
              <a:gd name="connsiteY10" fmla="*/ 526171 h 1332444"/>
              <a:gd name="connsiteX11" fmla="*/ 6961 w 864110"/>
              <a:gd name="connsiteY11" fmla="*/ 560674 h 1332444"/>
              <a:gd name="connsiteX0" fmla="*/ 8576 w 843625"/>
              <a:gd name="connsiteY0" fmla="*/ 550409 h 1332444"/>
              <a:gd name="connsiteX1" fmla="*/ 76387 w 843625"/>
              <a:gd name="connsiteY1" fmla="*/ 392155 h 1332444"/>
              <a:gd name="connsiteX2" fmla="*/ 59067 w 843625"/>
              <a:gd name="connsiteY2" fmla="*/ 114810 h 1332444"/>
              <a:gd name="connsiteX3" fmla="*/ 209272 w 843625"/>
              <a:gd name="connsiteY3" fmla="*/ 19150 h 1332444"/>
              <a:gd name="connsiteX4" fmla="*/ 545761 w 843625"/>
              <a:gd name="connsiteY4" fmla="*/ 15665 h 1332444"/>
              <a:gd name="connsiteX5" fmla="*/ 696881 w 843625"/>
              <a:gd name="connsiteY5" fmla="*/ 187644 h 1332444"/>
              <a:gd name="connsiteX6" fmla="*/ 841446 w 843625"/>
              <a:gd name="connsiteY6" fmla="*/ 1026095 h 1332444"/>
              <a:gd name="connsiteX7" fmla="*/ 752727 w 843625"/>
              <a:gd name="connsiteY7" fmla="*/ 1266241 h 1332444"/>
              <a:gd name="connsiteX8" fmla="*/ 366399 w 843625"/>
              <a:gd name="connsiteY8" fmla="*/ 1325512 h 1332444"/>
              <a:gd name="connsiteX9" fmla="*/ 177000 w 843625"/>
              <a:gd name="connsiteY9" fmla="*/ 1137372 h 1332444"/>
              <a:gd name="connsiteX10" fmla="*/ 105178 w 843625"/>
              <a:gd name="connsiteY10" fmla="*/ 526171 h 1332444"/>
              <a:gd name="connsiteX11" fmla="*/ 8576 w 843625"/>
              <a:gd name="connsiteY11" fmla="*/ 550409 h 1332444"/>
              <a:gd name="connsiteX0" fmla="*/ 8576 w 843625"/>
              <a:gd name="connsiteY0" fmla="*/ 550409 h 1332444"/>
              <a:gd name="connsiteX1" fmla="*/ 76387 w 843625"/>
              <a:gd name="connsiteY1" fmla="*/ 392155 h 1332444"/>
              <a:gd name="connsiteX2" fmla="*/ 59067 w 843625"/>
              <a:gd name="connsiteY2" fmla="*/ 114810 h 1332444"/>
              <a:gd name="connsiteX3" fmla="*/ 209272 w 843625"/>
              <a:gd name="connsiteY3" fmla="*/ 19150 h 1332444"/>
              <a:gd name="connsiteX4" fmla="*/ 545761 w 843625"/>
              <a:gd name="connsiteY4" fmla="*/ 15665 h 1332444"/>
              <a:gd name="connsiteX5" fmla="*/ 696881 w 843625"/>
              <a:gd name="connsiteY5" fmla="*/ 187644 h 1332444"/>
              <a:gd name="connsiteX6" fmla="*/ 841446 w 843625"/>
              <a:gd name="connsiteY6" fmla="*/ 1026095 h 1332444"/>
              <a:gd name="connsiteX7" fmla="*/ 752727 w 843625"/>
              <a:gd name="connsiteY7" fmla="*/ 1266241 h 1332444"/>
              <a:gd name="connsiteX8" fmla="*/ 366399 w 843625"/>
              <a:gd name="connsiteY8" fmla="*/ 1325512 h 1332444"/>
              <a:gd name="connsiteX9" fmla="*/ 177000 w 843625"/>
              <a:gd name="connsiteY9" fmla="*/ 1137372 h 1332444"/>
              <a:gd name="connsiteX10" fmla="*/ 105178 w 843625"/>
              <a:gd name="connsiteY10" fmla="*/ 526171 h 1332444"/>
              <a:gd name="connsiteX11" fmla="*/ 8576 w 843625"/>
              <a:gd name="connsiteY11" fmla="*/ 550409 h 1332444"/>
              <a:gd name="connsiteX0" fmla="*/ 8576 w 843625"/>
              <a:gd name="connsiteY0" fmla="*/ 550409 h 1332528"/>
              <a:gd name="connsiteX1" fmla="*/ 76387 w 843625"/>
              <a:gd name="connsiteY1" fmla="*/ 392155 h 1332528"/>
              <a:gd name="connsiteX2" fmla="*/ 59067 w 843625"/>
              <a:gd name="connsiteY2" fmla="*/ 114810 h 1332528"/>
              <a:gd name="connsiteX3" fmla="*/ 209272 w 843625"/>
              <a:gd name="connsiteY3" fmla="*/ 19150 h 1332528"/>
              <a:gd name="connsiteX4" fmla="*/ 545761 w 843625"/>
              <a:gd name="connsiteY4" fmla="*/ 15665 h 1332528"/>
              <a:gd name="connsiteX5" fmla="*/ 696881 w 843625"/>
              <a:gd name="connsiteY5" fmla="*/ 187644 h 1332528"/>
              <a:gd name="connsiteX6" fmla="*/ 841446 w 843625"/>
              <a:gd name="connsiteY6" fmla="*/ 1026095 h 1332528"/>
              <a:gd name="connsiteX7" fmla="*/ 752727 w 843625"/>
              <a:gd name="connsiteY7" fmla="*/ 1266241 h 1332528"/>
              <a:gd name="connsiteX8" fmla="*/ 366399 w 843625"/>
              <a:gd name="connsiteY8" fmla="*/ 1325512 h 1332528"/>
              <a:gd name="connsiteX9" fmla="*/ 184643 w 843625"/>
              <a:gd name="connsiteY9" fmla="*/ 1136120 h 1332528"/>
              <a:gd name="connsiteX10" fmla="*/ 105178 w 843625"/>
              <a:gd name="connsiteY10" fmla="*/ 526171 h 1332528"/>
              <a:gd name="connsiteX11" fmla="*/ 8576 w 843625"/>
              <a:gd name="connsiteY11" fmla="*/ 550409 h 1332528"/>
              <a:gd name="connsiteX0" fmla="*/ 8576 w 843404"/>
              <a:gd name="connsiteY0" fmla="*/ 550409 h 1327013"/>
              <a:gd name="connsiteX1" fmla="*/ 76387 w 843404"/>
              <a:gd name="connsiteY1" fmla="*/ 392155 h 1327013"/>
              <a:gd name="connsiteX2" fmla="*/ 59067 w 843404"/>
              <a:gd name="connsiteY2" fmla="*/ 114810 h 1327013"/>
              <a:gd name="connsiteX3" fmla="*/ 209272 w 843404"/>
              <a:gd name="connsiteY3" fmla="*/ 19150 h 1327013"/>
              <a:gd name="connsiteX4" fmla="*/ 545761 w 843404"/>
              <a:gd name="connsiteY4" fmla="*/ 15665 h 1327013"/>
              <a:gd name="connsiteX5" fmla="*/ 696881 w 843404"/>
              <a:gd name="connsiteY5" fmla="*/ 187644 h 1327013"/>
              <a:gd name="connsiteX6" fmla="*/ 841446 w 843404"/>
              <a:gd name="connsiteY6" fmla="*/ 1026095 h 1327013"/>
              <a:gd name="connsiteX7" fmla="*/ 752727 w 843404"/>
              <a:gd name="connsiteY7" fmla="*/ 1266241 h 1327013"/>
              <a:gd name="connsiteX8" fmla="*/ 390961 w 843404"/>
              <a:gd name="connsiteY8" fmla="*/ 1319274 h 1327013"/>
              <a:gd name="connsiteX9" fmla="*/ 184643 w 843404"/>
              <a:gd name="connsiteY9" fmla="*/ 1136120 h 1327013"/>
              <a:gd name="connsiteX10" fmla="*/ 105178 w 843404"/>
              <a:gd name="connsiteY10" fmla="*/ 526171 h 1327013"/>
              <a:gd name="connsiteX11" fmla="*/ 8576 w 843404"/>
              <a:gd name="connsiteY11" fmla="*/ 550409 h 1327013"/>
              <a:gd name="connsiteX0" fmla="*/ 8576 w 843404"/>
              <a:gd name="connsiteY0" fmla="*/ 567995 h 1344599"/>
              <a:gd name="connsiteX1" fmla="*/ 76387 w 843404"/>
              <a:gd name="connsiteY1" fmla="*/ 409741 h 1344599"/>
              <a:gd name="connsiteX2" fmla="*/ 59067 w 843404"/>
              <a:gd name="connsiteY2" fmla="*/ 132396 h 1344599"/>
              <a:gd name="connsiteX3" fmla="*/ 262200 w 843404"/>
              <a:gd name="connsiteY3" fmla="*/ 8133 h 1344599"/>
              <a:gd name="connsiteX4" fmla="*/ 545761 w 843404"/>
              <a:gd name="connsiteY4" fmla="*/ 33251 h 1344599"/>
              <a:gd name="connsiteX5" fmla="*/ 696881 w 843404"/>
              <a:gd name="connsiteY5" fmla="*/ 205230 h 1344599"/>
              <a:gd name="connsiteX6" fmla="*/ 841446 w 843404"/>
              <a:gd name="connsiteY6" fmla="*/ 1043681 h 1344599"/>
              <a:gd name="connsiteX7" fmla="*/ 752727 w 843404"/>
              <a:gd name="connsiteY7" fmla="*/ 1283827 h 1344599"/>
              <a:gd name="connsiteX8" fmla="*/ 390961 w 843404"/>
              <a:gd name="connsiteY8" fmla="*/ 1336860 h 1344599"/>
              <a:gd name="connsiteX9" fmla="*/ 184643 w 843404"/>
              <a:gd name="connsiteY9" fmla="*/ 1153706 h 1344599"/>
              <a:gd name="connsiteX10" fmla="*/ 105178 w 843404"/>
              <a:gd name="connsiteY10" fmla="*/ 543757 h 1344599"/>
              <a:gd name="connsiteX11" fmla="*/ 8576 w 843404"/>
              <a:gd name="connsiteY11" fmla="*/ 567995 h 1344599"/>
              <a:gd name="connsiteX0" fmla="*/ 8576 w 843404"/>
              <a:gd name="connsiteY0" fmla="*/ 567509 h 1344113"/>
              <a:gd name="connsiteX1" fmla="*/ 76387 w 843404"/>
              <a:gd name="connsiteY1" fmla="*/ 409255 h 1344113"/>
              <a:gd name="connsiteX2" fmla="*/ 99190 w 843404"/>
              <a:gd name="connsiteY2" fmla="*/ 125338 h 1344113"/>
              <a:gd name="connsiteX3" fmla="*/ 262200 w 843404"/>
              <a:gd name="connsiteY3" fmla="*/ 7647 h 1344113"/>
              <a:gd name="connsiteX4" fmla="*/ 545761 w 843404"/>
              <a:gd name="connsiteY4" fmla="*/ 32765 h 1344113"/>
              <a:gd name="connsiteX5" fmla="*/ 696881 w 843404"/>
              <a:gd name="connsiteY5" fmla="*/ 204744 h 1344113"/>
              <a:gd name="connsiteX6" fmla="*/ 841446 w 843404"/>
              <a:gd name="connsiteY6" fmla="*/ 1043195 h 1344113"/>
              <a:gd name="connsiteX7" fmla="*/ 752727 w 843404"/>
              <a:gd name="connsiteY7" fmla="*/ 1283341 h 1344113"/>
              <a:gd name="connsiteX8" fmla="*/ 390961 w 843404"/>
              <a:gd name="connsiteY8" fmla="*/ 1336374 h 1344113"/>
              <a:gd name="connsiteX9" fmla="*/ 184643 w 843404"/>
              <a:gd name="connsiteY9" fmla="*/ 1153220 h 1344113"/>
              <a:gd name="connsiteX10" fmla="*/ 105178 w 843404"/>
              <a:gd name="connsiteY10" fmla="*/ 543271 h 1344113"/>
              <a:gd name="connsiteX11" fmla="*/ 8576 w 843404"/>
              <a:gd name="connsiteY11" fmla="*/ 567509 h 1344113"/>
              <a:gd name="connsiteX0" fmla="*/ 8576 w 843404"/>
              <a:gd name="connsiteY0" fmla="*/ 566478 h 1343082"/>
              <a:gd name="connsiteX1" fmla="*/ 76387 w 843404"/>
              <a:gd name="connsiteY1" fmla="*/ 408224 h 1343082"/>
              <a:gd name="connsiteX2" fmla="*/ 99190 w 843404"/>
              <a:gd name="connsiteY2" fmla="*/ 124307 h 1343082"/>
              <a:gd name="connsiteX3" fmla="*/ 262200 w 843404"/>
              <a:gd name="connsiteY3" fmla="*/ 6616 h 1343082"/>
              <a:gd name="connsiteX4" fmla="*/ 579343 w 843404"/>
              <a:gd name="connsiteY4" fmla="*/ 35092 h 1343082"/>
              <a:gd name="connsiteX5" fmla="*/ 696881 w 843404"/>
              <a:gd name="connsiteY5" fmla="*/ 203713 h 1343082"/>
              <a:gd name="connsiteX6" fmla="*/ 841446 w 843404"/>
              <a:gd name="connsiteY6" fmla="*/ 1042164 h 1343082"/>
              <a:gd name="connsiteX7" fmla="*/ 752727 w 843404"/>
              <a:gd name="connsiteY7" fmla="*/ 1282310 h 1343082"/>
              <a:gd name="connsiteX8" fmla="*/ 390961 w 843404"/>
              <a:gd name="connsiteY8" fmla="*/ 1335343 h 1343082"/>
              <a:gd name="connsiteX9" fmla="*/ 184643 w 843404"/>
              <a:gd name="connsiteY9" fmla="*/ 1152189 h 1343082"/>
              <a:gd name="connsiteX10" fmla="*/ 105178 w 843404"/>
              <a:gd name="connsiteY10" fmla="*/ 542240 h 1343082"/>
              <a:gd name="connsiteX11" fmla="*/ 8576 w 843404"/>
              <a:gd name="connsiteY11" fmla="*/ 566478 h 1343082"/>
              <a:gd name="connsiteX0" fmla="*/ 8576 w 843404"/>
              <a:gd name="connsiteY0" fmla="*/ 580816 h 1357420"/>
              <a:gd name="connsiteX1" fmla="*/ 76387 w 843404"/>
              <a:gd name="connsiteY1" fmla="*/ 422562 h 1357420"/>
              <a:gd name="connsiteX2" fmla="*/ 99190 w 843404"/>
              <a:gd name="connsiteY2" fmla="*/ 138645 h 1357420"/>
              <a:gd name="connsiteX3" fmla="*/ 308863 w 843404"/>
              <a:gd name="connsiteY3" fmla="*/ 4451 h 1357420"/>
              <a:gd name="connsiteX4" fmla="*/ 579343 w 843404"/>
              <a:gd name="connsiteY4" fmla="*/ 49430 h 1357420"/>
              <a:gd name="connsiteX5" fmla="*/ 696881 w 843404"/>
              <a:gd name="connsiteY5" fmla="*/ 218051 h 1357420"/>
              <a:gd name="connsiteX6" fmla="*/ 841446 w 843404"/>
              <a:gd name="connsiteY6" fmla="*/ 1056502 h 1357420"/>
              <a:gd name="connsiteX7" fmla="*/ 752727 w 843404"/>
              <a:gd name="connsiteY7" fmla="*/ 1296648 h 1357420"/>
              <a:gd name="connsiteX8" fmla="*/ 390961 w 843404"/>
              <a:gd name="connsiteY8" fmla="*/ 1349681 h 1357420"/>
              <a:gd name="connsiteX9" fmla="*/ 184643 w 843404"/>
              <a:gd name="connsiteY9" fmla="*/ 1166527 h 1357420"/>
              <a:gd name="connsiteX10" fmla="*/ 105178 w 843404"/>
              <a:gd name="connsiteY10" fmla="*/ 556578 h 1357420"/>
              <a:gd name="connsiteX11" fmla="*/ 8576 w 843404"/>
              <a:gd name="connsiteY11" fmla="*/ 580816 h 1357420"/>
              <a:gd name="connsiteX0" fmla="*/ 8576 w 842535"/>
              <a:gd name="connsiteY0" fmla="*/ 580879 h 1357483"/>
              <a:gd name="connsiteX1" fmla="*/ 76387 w 842535"/>
              <a:gd name="connsiteY1" fmla="*/ 422625 h 1357483"/>
              <a:gd name="connsiteX2" fmla="*/ 99190 w 842535"/>
              <a:gd name="connsiteY2" fmla="*/ 138708 h 1357483"/>
              <a:gd name="connsiteX3" fmla="*/ 308863 w 842535"/>
              <a:gd name="connsiteY3" fmla="*/ 4514 h 1357483"/>
              <a:gd name="connsiteX4" fmla="*/ 579343 w 842535"/>
              <a:gd name="connsiteY4" fmla="*/ 49493 h 1357483"/>
              <a:gd name="connsiteX5" fmla="*/ 714903 w 842535"/>
              <a:gd name="connsiteY5" fmla="*/ 221806 h 1357483"/>
              <a:gd name="connsiteX6" fmla="*/ 841446 w 842535"/>
              <a:gd name="connsiteY6" fmla="*/ 1056565 h 1357483"/>
              <a:gd name="connsiteX7" fmla="*/ 752727 w 842535"/>
              <a:gd name="connsiteY7" fmla="*/ 1296711 h 1357483"/>
              <a:gd name="connsiteX8" fmla="*/ 390961 w 842535"/>
              <a:gd name="connsiteY8" fmla="*/ 1349744 h 1357483"/>
              <a:gd name="connsiteX9" fmla="*/ 184643 w 842535"/>
              <a:gd name="connsiteY9" fmla="*/ 1166590 h 1357483"/>
              <a:gd name="connsiteX10" fmla="*/ 105178 w 842535"/>
              <a:gd name="connsiteY10" fmla="*/ 556641 h 1357483"/>
              <a:gd name="connsiteX11" fmla="*/ 8576 w 842535"/>
              <a:gd name="connsiteY11" fmla="*/ 580879 h 1357483"/>
              <a:gd name="connsiteX0" fmla="*/ 8576 w 842535"/>
              <a:gd name="connsiteY0" fmla="*/ 577971 h 1354575"/>
              <a:gd name="connsiteX1" fmla="*/ 76387 w 842535"/>
              <a:gd name="connsiteY1" fmla="*/ 419717 h 1354575"/>
              <a:gd name="connsiteX2" fmla="*/ 99190 w 842535"/>
              <a:gd name="connsiteY2" fmla="*/ 135800 h 1354575"/>
              <a:gd name="connsiteX3" fmla="*/ 308863 w 842535"/>
              <a:gd name="connsiteY3" fmla="*/ 1606 h 1354575"/>
              <a:gd name="connsiteX4" fmla="*/ 714903 w 842535"/>
              <a:gd name="connsiteY4" fmla="*/ 218898 h 1354575"/>
              <a:gd name="connsiteX5" fmla="*/ 841446 w 842535"/>
              <a:gd name="connsiteY5" fmla="*/ 1053657 h 1354575"/>
              <a:gd name="connsiteX6" fmla="*/ 752727 w 842535"/>
              <a:gd name="connsiteY6" fmla="*/ 1293803 h 1354575"/>
              <a:gd name="connsiteX7" fmla="*/ 390961 w 842535"/>
              <a:gd name="connsiteY7" fmla="*/ 1346836 h 1354575"/>
              <a:gd name="connsiteX8" fmla="*/ 184643 w 842535"/>
              <a:gd name="connsiteY8" fmla="*/ 1163682 h 1354575"/>
              <a:gd name="connsiteX9" fmla="*/ 105178 w 842535"/>
              <a:gd name="connsiteY9" fmla="*/ 553733 h 1354575"/>
              <a:gd name="connsiteX10" fmla="*/ 8576 w 842535"/>
              <a:gd name="connsiteY10" fmla="*/ 577971 h 1354575"/>
              <a:gd name="connsiteX0" fmla="*/ 8576 w 841897"/>
              <a:gd name="connsiteY0" fmla="*/ 576547 h 1353151"/>
              <a:gd name="connsiteX1" fmla="*/ 76387 w 841897"/>
              <a:gd name="connsiteY1" fmla="*/ 418293 h 1353151"/>
              <a:gd name="connsiteX2" fmla="*/ 99190 w 841897"/>
              <a:gd name="connsiteY2" fmla="*/ 134376 h 1353151"/>
              <a:gd name="connsiteX3" fmla="*/ 308863 w 841897"/>
              <a:gd name="connsiteY3" fmla="*/ 182 h 1353151"/>
              <a:gd name="connsiteX4" fmla="*/ 730941 w 841897"/>
              <a:gd name="connsiteY4" fmla="*/ 159475 h 1353151"/>
              <a:gd name="connsiteX5" fmla="*/ 841446 w 841897"/>
              <a:gd name="connsiteY5" fmla="*/ 1052233 h 1353151"/>
              <a:gd name="connsiteX6" fmla="*/ 752727 w 841897"/>
              <a:gd name="connsiteY6" fmla="*/ 1292379 h 1353151"/>
              <a:gd name="connsiteX7" fmla="*/ 390961 w 841897"/>
              <a:gd name="connsiteY7" fmla="*/ 1345412 h 1353151"/>
              <a:gd name="connsiteX8" fmla="*/ 184643 w 841897"/>
              <a:gd name="connsiteY8" fmla="*/ 1162258 h 1353151"/>
              <a:gd name="connsiteX9" fmla="*/ 105178 w 841897"/>
              <a:gd name="connsiteY9" fmla="*/ 552309 h 1353151"/>
              <a:gd name="connsiteX10" fmla="*/ 8576 w 841897"/>
              <a:gd name="connsiteY10" fmla="*/ 576547 h 1353151"/>
              <a:gd name="connsiteX0" fmla="*/ 8576 w 852902"/>
              <a:gd name="connsiteY0" fmla="*/ 576547 h 1354413"/>
              <a:gd name="connsiteX1" fmla="*/ 76387 w 852902"/>
              <a:gd name="connsiteY1" fmla="*/ 418293 h 1354413"/>
              <a:gd name="connsiteX2" fmla="*/ 99190 w 852902"/>
              <a:gd name="connsiteY2" fmla="*/ 134376 h 1354413"/>
              <a:gd name="connsiteX3" fmla="*/ 308863 w 852902"/>
              <a:gd name="connsiteY3" fmla="*/ 182 h 1354413"/>
              <a:gd name="connsiteX4" fmla="*/ 730941 w 852902"/>
              <a:gd name="connsiteY4" fmla="*/ 159475 h 1354413"/>
              <a:gd name="connsiteX5" fmla="*/ 852579 w 852902"/>
              <a:gd name="connsiteY5" fmla="*/ 1001682 h 1354413"/>
              <a:gd name="connsiteX6" fmla="*/ 752727 w 852902"/>
              <a:gd name="connsiteY6" fmla="*/ 1292379 h 1354413"/>
              <a:gd name="connsiteX7" fmla="*/ 390961 w 852902"/>
              <a:gd name="connsiteY7" fmla="*/ 1345412 h 1354413"/>
              <a:gd name="connsiteX8" fmla="*/ 184643 w 852902"/>
              <a:gd name="connsiteY8" fmla="*/ 1162258 h 1354413"/>
              <a:gd name="connsiteX9" fmla="*/ 105178 w 852902"/>
              <a:gd name="connsiteY9" fmla="*/ 552309 h 1354413"/>
              <a:gd name="connsiteX10" fmla="*/ 8576 w 852902"/>
              <a:gd name="connsiteY10" fmla="*/ 576547 h 1354413"/>
              <a:gd name="connsiteX0" fmla="*/ 9753 w 842440"/>
              <a:gd name="connsiteY0" fmla="*/ 568913 h 1354413"/>
              <a:gd name="connsiteX1" fmla="*/ 65925 w 842440"/>
              <a:gd name="connsiteY1" fmla="*/ 418293 h 1354413"/>
              <a:gd name="connsiteX2" fmla="*/ 88728 w 842440"/>
              <a:gd name="connsiteY2" fmla="*/ 134376 h 1354413"/>
              <a:gd name="connsiteX3" fmla="*/ 298401 w 842440"/>
              <a:gd name="connsiteY3" fmla="*/ 182 h 1354413"/>
              <a:gd name="connsiteX4" fmla="*/ 720479 w 842440"/>
              <a:gd name="connsiteY4" fmla="*/ 159475 h 1354413"/>
              <a:gd name="connsiteX5" fmla="*/ 842117 w 842440"/>
              <a:gd name="connsiteY5" fmla="*/ 1001682 h 1354413"/>
              <a:gd name="connsiteX6" fmla="*/ 742265 w 842440"/>
              <a:gd name="connsiteY6" fmla="*/ 1292379 h 1354413"/>
              <a:gd name="connsiteX7" fmla="*/ 380499 w 842440"/>
              <a:gd name="connsiteY7" fmla="*/ 1345412 h 1354413"/>
              <a:gd name="connsiteX8" fmla="*/ 174181 w 842440"/>
              <a:gd name="connsiteY8" fmla="*/ 1162258 h 1354413"/>
              <a:gd name="connsiteX9" fmla="*/ 94716 w 842440"/>
              <a:gd name="connsiteY9" fmla="*/ 552309 h 1354413"/>
              <a:gd name="connsiteX10" fmla="*/ 9753 w 842440"/>
              <a:gd name="connsiteY10" fmla="*/ 568913 h 1354413"/>
              <a:gd name="connsiteX0" fmla="*/ 9475 w 842162"/>
              <a:gd name="connsiteY0" fmla="*/ 568921 h 1354421"/>
              <a:gd name="connsiteX1" fmla="*/ 68141 w 842162"/>
              <a:gd name="connsiteY1" fmla="*/ 437939 h 1354421"/>
              <a:gd name="connsiteX2" fmla="*/ 88450 w 842162"/>
              <a:gd name="connsiteY2" fmla="*/ 134384 h 1354421"/>
              <a:gd name="connsiteX3" fmla="*/ 298123 w 842162"/>
              <a:gd name="connsiteY3" fmla="*/ 190 h 1354421"/>
              <a:gd name="connsiteX4" fmla="*/ 720201 w 842162"/>
              <a:gd name="connsiteY4" fmla="*/ 159483 h 1354421"/>
              <a:gd name="connsiteX5" fmla="*/ 841839 w 842162"/>
              <a:gd name="connsiteY5" fmla="*/ 1001690 h 1354421"/>
              <a:gd name="connsiteX6" fmla="*/ 741987 w 842162"/>
              <a:gd name="connsiteY6" fmla="*/ 1292387 h 1354421"/>
              <a:gd name="connsiteX7" fmla="*/ 380221 w 842162"/>
              <a:gd name="connsiteY7" fmla="*/ 1345420 h 1354421"/>
              <a:gd name="connsiteX8" fmla="*/ 173903 w 842162"/>
              <a:gd name="connsiteY8" fmla="*/ 1162266 h 1354421"/>
              <a:gd name="connsiteX9" fmla="*/ 94438 w 842162"/>
              <a:gd name="connsiteY9" fmla="*/ 552317 h 1354421"/>
              <a:gd name="connsiteX10" fmla="*/ 9475 w 842162"/>
              <a:gd name="connsiteY10" fmla="*/ 568921 h 1354421"/>
              <a:gd name="connsiteX0" fmla="*/ 9475 w 842162"/>
              <a:gd name="connsiteY0" fmla="*/ 568732 h 1354232"/>
              <a:gd name="connsiteX1" fmla="*/ 68141 w 842162"/>
              <a:gd name="connsiteY1" fmla="*/ 437750 h 1354232"/>
              <a:gd name="connsiteX2" fmla="*/ 86360 w 842162"/>
              <a:gd name="connsiteY2" fmla="*/ 157448 h 1354232"/>
              <a:gd name="connsiteX3" fmla="*/ 298123 w 842162"/>
              <a:gd name="connsiteY3" fmla="*/ 1 h 1354232"/>
              <a:gd name="connsiteX4" fmla="*/ 720201 w 842162"/>
              <a:gd name="connsiteY4" fmla="*/ 159294 h 1354232"/>
              <a:gd name="connsiteX5" fmla="*/ 841839 w 842162"/>
              <a:gd name="connsiteY5" fmla="*/ 1001501 h 1354232"/>
              <a:gd name="connsiteX6" fmla="*/ 741987 w 842162"/>
              <a:gd name="connsiteY6" fmla="*/ 1292198 h 1354232"/>
              <a:gd name="connsiteX7" fmla="*/ 380221 w 842162"/>
              <a:gd name="connsiteY7" fmla="*/ 1345231 h 1354232"/>
              <a:gd name="connsiteX8" fmla="*/ 173903 w 842162"/>
              <a:gd name="connsiteY8" fmla="*/ 1162077 h 1354232"/>
              <a:gd name="connsiteX9" fmla="*/ 94438 w 842162"/>
              <a:gd name="connsiteY9" fmla="*/ 552128 h 1354232"/>
              <a:gd name="connsiteX10" fmla="*/ 9475 w 842162"/>
              <a:gd name="connsiteY10" fmla="*/ 568732 h 1354232"/>
              <a:gd name="connsiteX0" fmla="*/ 9475 w 842162"/>
              <a:gd name="connsiteY0" fmla="*/ 553089 h 1338589"/>
              <a:gd name="connsiteX1" fmla="*/ 68141 w 842162"/>
              <a:gd name="connsiteY1" fmla="*/ 422107 h 1338589"/>
              <a:gd name="connsiteX2" fmla="*/ 86360 w 842162"/>
              <a:gd name="connsiteY2" fmla="*/ 141805 h 1338589"/>
              <a:gd name="connsiteX3" fmla="*/ 302731 w 842162"/>
              <a:gd name="connsiteY3" fmla="*/ 786 h 1338589"/>
              <a:gd name="connsiteX4" fmla="*/ 720201 w 842162"/>
              <a:gd name="connsiteY4" fmla="*/ 143651 h 1338589"/>
              <a:gd name="connsiteX5" fmla="*/ 841839 w 842162"/>
              <a:gd name="connsiteY5" fmla="*/ 985858 h 1338589"/>
              <a:gd name="connsiteX6" fmla="*/ 741987 w 842162"/>
              <a:gd name="connsiteY6" fmla="*/ 1276555 h 1338589"/>
              <a:gd name="connsiteX7" fmla="*/ 380221 w 842162"/>
              <a:gd name="connsiteY7" fmla="*/ 1329588 h 1338589"/>
              <a:gd name="connsiteX8" fmla="*/ 173903 w 842162"/>
              <a:gd name="connsiteY8" fmla="*/ 1146434 h 1338589"/>
              <a:gd name="connsiteX9" fmla="*/ 94438 w 842162"/>
              <a:gd name="connsiteY9" fmla="*/ 536485 h 1338589"/>
              <a:gd name="connsiteX10" fmla="*/ 9475 w 842162"/>
              <a:gd name="connsiteY10" fmla="*/ 553089 h 1338589"/>
              <a:gd name="connsiteX0" fmla="*/ 9475 w 842162"/>
              <a:gd name="connsiteY0" fmla="*/ 556656 h 1342156"/>
              <a:gd name="connsiteX1" fmla="*/ 68141 w 842162"/>
              <a:gd name="connsiteY1" fmla="*/ 425674 h 1342156"/>
              <a:gd name="connsiteX2" fmla="*/ 86360 w 842162"/>
              <a:gd name="connsiteY2" fmla="*/ 145372 h 1342156"/>
              <a:gd name="connsiteX3" fmla="*/ 302731 w 842162"/>
              <a:gd name="connsiteY3" fmla="*/ 4353 h 1342156"/>
              <a:gd name="connsiteX4" fmla="*/ 720201 w 842162"/>
              <a:gd name="connsiteY4" fmla="*/ 147218 h 1342156"/>
              <a:gd name="connsiteX5" fmla="*/ 841839 w 842162"/>
              <a:gd name="connsiteY5" fmla="*/ 989425 h 1342156"/>
              <a:gd name="connsiteX6" fmla="*/ 741987 w 842162"/>
              <a:gd name="connsiteY6" fmla="*/ 1280122 h 1342156"/>
              <a:gd name="connsiteX7" fmla="*/ 380221 w 842162"/>
              <a:gd name="connsiteY7" fmla="*/ 1333155 h 1342156"/>
              <a:gd name="connsiteX8" fmla="*/ 173903 w 842162"/>
              <a:gd name="connsiteY8" fmla="*/ 1150001 h 1342156"/>
              <a:gd name="connsiteX9" fmla="*/ 94438 w 842162"/>
              <a:gd name="connsiteY9" fmla="*/ 540052 h 1342156"/>
              <a:gd name="connsiteX10" fmla="*/ 9475 w 842162"/>
              <a:gd name="connsiteY10" fmla="*/ 556656 h 1342156"/>
              <a:gd name="connsiteX0" fmla="*/ 9475 w 842162"/>
              <a:gd name="connsiteY0" fmla="*/ 553349 h 1338849"/>
              <a:gd name="connsiteX1" fmla="*/ 68141 w 842162"/>
              <a:gd name="connsiteY1" fmla="*/ 422367 h 1338849"/>
              <a:gd name="connsiteX2" fmla="*/ 96954 w 842162"/>
              <a:gd name="connsiteY2" fmla="*/ 146058 h 1338849"/>
              <a:gd name="connsiteX3" fmla="*/ 302731 w 842162"/>
              <a:gd name="connsiteY3" fmla="*/ 1046 h 1338849"/>
              <a:gd name="connsiteX4" fmla="*/ 720201 w 842162"/>
              <a:gd name="connsiteY4" fmla="*/ 143911 h 1338849"/>
              <a:gd name="connsiteX5" fmla="*/ 841839 w 842162"/>
              <a:gd name="connsiteY5" fmla="*/ 986118 h 1338849"/>
              <a:gd name="connsiteX6" fmla="*/ 741987 w 842162"/>
              <a:gd name="connsiteY6" fmla="*/ 1276815 h 1338849"/>
              <a:gd name="connsiteX7" fmla="*/ 380221 w 842162"/>
              <a:gd name="connsiteY7" fmla="*/ 1329848 h 1338849"/>
              <a:gd name="connsiteX8" fmla="*/ 173903 w 842162"/>
              <a:gd name="connsiteY8" fmla="*/ 1146694 h 1338849"/>
              <a:gd name="connsiteX9" fmla="*/ 94438 w 842162"/>
              <a:gd name="connsiteY9" fmla="*/ 536745 h 1338849"/>
              <a:gd name="connsiteX10" fmla="*/ 9475 w 842162"/>
              <a:gd name="connsiteY10" fmla="*/ 553349 h 1338849"/>
              <a:gd name="connsiteX0" fmla="*/ 9475 w 842162"/>
              <a:gd name="connsiteY0" fmla="*/ 553349 h 1338908"/>
              <a:gd name="connsiteX1" fmla="*/ 68141 w 842162"/>
              <a:gd name="connsiteY1" fmla="*/ 422367 h 1338908"/>
              <a:gd name="connsiteX2" fmla="*/ 96954 w 842162"/>
              <a:gd name="connsiteY2" fmla="*/ 146058 h 1338908"/>
              <a:gd name="connsiteX3" fmla="*/ 302731 w 842162"/>
              <a:gd name="connsiteY3" fmla="*/ 1046 h 1338908"/>
              <a:gd name="connsiteX4" fmla="*/ 720201 w 842162"/>
              <a:gd name="connsiteY4" fmla="*/ 143911 h 1338908"/>
              <a:gd name="connsiteX5" fmla="*/ 841839 w 842162"/>
              <a:gd name="connsiteY5" fmla="*/ 986118 h 1338908"/>
              <a:gd name="connsiteX6" fmla="*/ 741987 w 842162"/>
              <a:gd name="connsiteY6" fmla="*/ 1276815 h 1338908"/>
              <a:gd name="connsiteX7" fmla="*/ 380221 w 842162"/>
              <a:gd name="connsiteY7" fmla="*/ 1329848 h 1338908"/>
              <a:gd name="connsiteX8" fmla="*/ 178844 w 842162"/>
              <a:gd name="connsiteY8" fmla="*/ 1145885 h 1338908"/>
              <a:gd name="connsiteX9" fmla="*/ 94438 w 842162"/>
              <a:gd name="connsiteY9" fmla="*/ 536745 h 1338908"/>
              <a:gd name="connsiteX10" fmla="*/ 9475 w 842162"/>
              <a:gd name="connsiteY10" fmla="*/ 553349 h 1338908"/>
              <a:gd name="connsiteX0" fmla="*/ 9475 w 842162"/>
              <a:gd name="connsiteY0" fmla="*/ 553349 h 1338908"/>
              <a:gd name="connsiteX1" fmla="*/ 68141 w 842162"/>
              <a:gd name="connsiteY1" fmla="*/ 422367 h 1338908"/>
              <a:gd name="connsiteX2" fmla="*/ 96954 w 842162"/>
              <a:gd name="connsiteY2" fmla="*/ 146058 h 1338908"/>
              <a:gd name="connsiteX3" fmla="*/ 302731 w 842162"/>
              <a:gd name="connsiteY3" fmla="*/ 1046 h 1338908"/>
              <a:gd name="connsiteX4" fmla="*/ 720201 w 842162"/>
              <a:gd name="connsiteY4" fmla="*/ 143911 h 1338908"/>
              <a:gd name="connsiteX5" fmla="*/ 841839 w 842162"/>
              <a:gd name="connsiteY5" fmla="*/ 986118 h 1338908"/>
              <a:gd name="connsiteX6" fmla="*/ 741987 w 842162"/>
              <a:gd name="connsiteY6" fmla="*/ 1276815 h 1338908"/>
              <a:gd name="connsiteX7" fmla="*/ 380221 w 842162"/>
              <a:gd name="connsiteY7" fmla="*/ 1329848 h 1338908"/>
              <a:gd name="connsiteX8" fmla="*/ 178844 w 842162"/>
              <a:gd name="connsiteY8" fmla="*/ 1145885 h 1338908"/>
              <a:gd name="connsiteX9" fmla="*/ 94438 w 842162"/>
              <a:gd name="connsiteY9" fmla="*/ 536745 h 1338908"/>
              <a:gd name="connsiteX10" fmla="*/ 9475 w 842162"/>
              <a:gd name="connsiteY10" fmla="*/ 553349 h 1338908"/>
              <a:gd name="connsiteX0" fmla="*/ 9475 w 842162"/>
              <a:gd name="connsiteY0" fmla="*/ 553349 h 1342900"/>
              <a:gd name="connsiteX1" fmla="*/ 68141 w 842162"/>
              <a:gd name="connsiteY1" fmla="*/ 422367 h 1342900"/>
              <a:gd name="connsiteX2" fmla="*/ 96954 w 842162"/>
              <a:gd name="connsiteY2" fmla="*/ 146058 h 1342900"/>
              <a:gd name="connsiteX3" fmla="*/ 302731 w 842162"/>
              <a:gd name="connsiteY3" fmla="*/ 1046 h 1342900"/>
              <a:gd name="connsiteX4" fmla="*/ 720201 w 842162"/>
              <a:gd name="connsiteY4" fmla="*/ 143911 h 1342900"/>
              <a:gd name="connsiteX5" fmla="*/ 841839 w 842162"/>
              <a:gd name="connsiteY5" fmla="*/ 986118 h 1342900"/>
              <a:gd name="connsiteX6" fmla="*/ 741987 w 842162"/>
              <a:gd name="connsiteY6" fmla="*/ 1276815 h 1342900"/>
              <a:gd name="connsiteX7" fmla="*/ 380221 w 842162"/>
              <a:gd name="connsiteY7" fmla="*/ 1329848 h 1342900"/>
              <a:gd name="connsiteX8" fmla="*/ 164306 w 842162"/>
              <a:gd name="connsiteY8" fmla="*/ 1090990 h 1342900"/>
              <a:gd name="connsiteX9" fmla="*/ 94438 w 842162"/>
              <a:gd name="connsiteY9" fmla="*/ 536745 h 1342900"/>
              <a:gd name="connsiteX10" fmla="*/ 9475 w 842162"/>
              <a:gd name="connsiteY10" fmla="*/ 553349 h 1342900"/>
              <a:gd name="connsiteX0" fmla="*/ 9475 w 842162"/>
              <a:gd name="connsiteY0" fmla="*/ 553349 h 1341177"/>
              <a:gd name="connsiteX1" fmla="*/ 68141 w 842162"/>
              <a:gd name="connsiteY1" fmla="*/ 422367 h 1341177"/>
              <a:gd name="connsiteX2" fmla="*/ 96954 w 842162"/>
              <a:gd name="connsiteY2" fmla="*/ 146058 h 1341177"/>
              <a:gd name="connsiteX3" fmla="*/ 302731 w 842162"/>
              <a:gd name="connsiteY3" fmla="*/ 1046 h 1341177"/>
              <a:gd name="connsiteX4" fmla="*/ 720201 w 842162"/>
              <a:gd name="connsiteY4" fmla="*/ 143911 h 1341177"/>
              <a:gd name="connsiteX5" fmla="*/ 841839 w 842162"/>
              <a:gd name="connsiteY5" fmla="*/ 986118 h 1341177"/>
              <a:gd name="connsiteX6" fmla="*/ 741987 w 842162"/>
              <a:gd name="connsiteY6" fmla="*/ 1276815 h 1341177"/>
              <a:gd name="connsiteX7" fmla="*/ 380221 w 842162"/>
              <a:gd name="connsiteY7" fmla="*/ 1329848 h 1341177"/>
              <a:gd name="connsiteX8" fmla="*/ 177395 w 842162"/>
              <a:gd name="connsiteY8" fmla="*/ 1114621 h 1341177"/>
              <a:gd name="connsiteX9" fmla="*/ 94438 w 842162"/>
              <a:gd name="connsiteY9" fmla="*/ 536745 h 1341177"/>
              <a:gd name="connsiteX10" fmla="*/ 9475 w 842162"/>
              <a:gd name="connsiteY10" fmla="*/ 553349 h 1341177"/>
              <a:gd name="connsiteX0" fmla="*/ 9475 w 842162"/>
              <a:gd name="connsiteY0" fmla="*/ 553349 h 1341177"/>
              <a:gd name="connsiteX1" fmla="*/ 68141 w 842162"/>
              <a:gd name="connsiteY1" fmla="*/ 422367 h 1341177"/>
              <a:gd name="connsiteX2" fmla="*/ 96954 w 842162"/>
              <a:gd name="connsiteY2" fmla="*/ 146058 h 1341177"/>
              <a:gd name="connsiteX3" fmla="*/ 302731 w 842162"/>
              <a:gd name="connsiteY3" fmla="*/ 1046 h 1341177"/>
              <a:gd name="connsiteX4" fmla="*/ 720201 w 842162"/>
              <a:gd name="connsiteY4" fmla="*/ 143911 h 1341177"/>
              <a:gd name="connsiteX5" fmla="*/ 841839 w 842162"/>
              <a:gd name="connsiteY5" fmla="*/ 986118 h 1341177"/>
              <a:gd name="connsiteX6" fmla="*/ 741987 w 842162"/>
              <a:gd name="connsiteY6" fmla="*/ 1276815 h 1341177"/>
              <a:gd name="connsiteX7" fmla="*/ 380221 w 842162"/>
              <a:gd name="connsiteY7" fmla="*/ 1329848 h 1341177"/>
              <a:gd name="connsiteX8" fmla="*/ 177395 w 842162"/>
              <a:gd name="connsiteY8" fmla="*/ 1114621 h 1341177"/>
              <a:gd name="connsiteX9" fmla="*/ 94438 w 842162"/>
              <a:gd name="connsiteY9" fmla="*/ 536745 h 1341177"/>
              <a:gd name="connsiteX10" fmla="*/ 9475 w 842162"/>
              <a:gd name="connsiteY10" fmla="*/ 553349 h 1341177"/>
              <a:gd name="connsiteX0" fmla="*/ 9475 w 842162"/>
              <a:gd name="connsiteY0" fmla="*/ 579552 h 1367380"/>
              <a:gd name="connsiteX1" fmla="*/ 68141 w 842162"/>
              <a:gd name="connsiteY1" fmla="*/ 448570 h 1367380"/>
              <a:gd name="connsiteX2" fmla="*/ 96954 w 842162"/>
              <a:gd name="connsiteY2" fmla="*/ 172261 h 1367380"/>
              <a:gd name="connsiteX3" fmla="*/ 424856 w 842162"/>
              <a:gd name="connsiteY3" fmla="*/ 22 h 1367380"/>
              <a:gd name="connsiteX4" fmla="*/ 720201 w 842162"/>
              <a:gd name="connsiteY4" fmla="*/ 170114 h 1367380"/>
              <a:gd name="connsiteX5" fmla="*/ 841839 w 842162"/>
              <a:gd name="connsiteY5" fmla="*/ 1012321 h 1367380"/>
              <a:gd name="connsiteX6" fmla="*/ 741987 w 842162"/>
              <a:gd name="connsiteY6" fmla="*/ 1303018 h 1367380"/>
              <a:gd name="connsiteX7" fmla="*/ 380221 w 842162"/>
              <a:gd name="connsiteY7" fmla="*/ 1356051 h 1367380"/>
              <a:gd name="connsiteX8" fmla="*/ 177395 w 842162"/>
              <a:gd name="connsiteY8" fmla="*/ 1140824 h 1367380"/>
              <a:gd name="connsiteX9" fmla="*/ 94438 w 842162"/>
              <a:gd name="connsiteY9" fmla="*/ 562948 h 1367380"/>
              <a:gd name="connsiteX10" fmla="*/ 9475 w 842162"/>
              <a:gd name="connsiteY10" fmla="*/ 579552 h 1367380"/>
              <a:gd name="connsiteX0" fmla="*/ 9475 w 842162"/>
              <a:gd name="connsiteY0" fmla="*/ 579628 h 1367456"/>
              <a:gd name="connsiteX1" fmla="*/ 68141 w 842162"/>
              <a:gd name="connsiteY1" fmla="*/ 448646 h 1367456"/>
              <a:gd name="connsiteX2" fmla="*/ 160918 w 842162"/>
              <a:gd name="connsiteY2" fmla="*/ 150520 h 1367456"/>
              <a:gd name="connsiteX3" fmla="*/ 424856 w 842162"/>
              <a:gd name="connsiteY3" fmla="*/ 98 h 1367456"/>
              <a:gd name="connsiteX4" fmla="*/ 720201 w 842162"/>
              <a:gd name="connsiteY4" fmla="*/ 170190 h 1367456"/>
              <a:gd name="connsiteX5" fmla="*/ 841839 w 842162"/>
              <a:gd name="connsiteY5" fmla="*/ 1012397 h 1367456"/>
              <a:gd name="connsiteX6" fmla="*/ 741987 w 842162"/>
              <a:gd name="connsiteY6" fmla="*/ 1303094 h 1367456"/>
              <a:gd name="connsiteX7" fmla="*/ 380221 w 842162"/>
              <a:gd name="connsiteY7" fmla="*/ 1356127 h 1367456"/>
              <a:gd name="connsiteX8" fmla="*/ 177395 w 842162"/>
              <a:gd name="connsiteY8" fmla="*/ 1140900 h 1367456"/>
              <a:gd name="connsiteX9" fmla="*/ 94438 w 842162"/>
              <a:gd name="connsiteY9" fmla="*/ 563024 h 1367456"/>
              <a:gd name="connsiteX10" fmla="*/ 9475 w 842162"/>
              <a:gd name="connsiteY10" fmla="*/ 579628 h 1367456"/>
              <a:gd name="connsiteX0" fmla="*/ 9475 w 840678"/>
              <a:gd name="connsiteY0" fmla="*/ 579628 h 1372792"/>
              <a:gd name="connsiteX1" fmla="*/ 68141 w 840678"/>
              <a:gd name="connsiteY1" fmla="*/ 448646 h 1372792"/>
              <a:gd name="connsiteX2" fmla="*/ 160918 w 840678"/>
              <a:gd name="connsiteY2" fmla="*/ 150520 h 1372792"/>
              <a:gd name="connsiteX3" fmla="*/ 424856 w 840678"/>
              <a:gd name="connsiteY3" fmla="*/ 98 h 1372792"/>
              <a:gd name="connsiteX4" fmla="*/ 720201 w 840678"/>
              <a:gd name="connsiteY4" fmla="*/ 170190 h 1372792"/>
              <a:gd name="connsiteX5" fmla="*/ 840342 w 840678"/>
              <a:gd name="connsiteY5" fmla="*/ 865377 h 1372792"/>
              <a:gd name="connsiteX6" fmla="*/ 741987 w 840678"/>
              <a:gd name="connsiteY6" fmla="*/ 1303094 h 1372792"/>
              <a:gd name="connsiteX7" fmla="*/ 380221 w 840678"/>
              <a:gd name="connsiteY7" fmla="*/ 1356127 h 1372792"/>
              <a:gd name="connsiteX8" fmla="*/ 177395 w 840678"/>
              <a:gd name="connsiteY8" fmla="*/ 1140900 h 1372792"/>
              <a:gd name="connsiteX9" fmla="*/ 94438 w 840678"/>
              <a:gd name="connsiteY9" fmla="*/ 563024 h 1372792"/>
              <a:gd name="connsiteX10" fmla="*/ 9475 w 840678"/>
              <a:gd name="connsiteY10" fmla="*/ 579628 h 1372792"/>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424"/>
              <a:gd name="connsiteY0" fmla="*/ 579628 h 1364893"/>
              <a:gd name="connsiteX1" fmla="*/ 68141 w 840424"/>
              <a:gd name="connsiteY1" fmla="*/ 448646 h 1364893"/>
              <a:gd name="connsiteX2" fmla="*/ 160918 w 840424"/>
              <a:gd name="connsiteY2" fmla="*/ 150520 h 1364893"/>
              <a:gd name="connsiteX3" fmla="*/ 424856 w 840424"/>
              <a:gd name="connsiteY3" fmla="*/ 98 h 1364893"/>
              <a:gd name="connsiteX4" fmla="*/ 720201 w 840424"/>
              <a:gd name="connsiteY4" fmla="*/ 170190 h 1364893"/>
              <a:gd name="connsiteX5" fmla="*/ 840342 w 840424"/>
              <a:gd name="connsiteY5" fmla="*/ 865377 h 1364893"/>
              <a:gd name="connsiteX6" fmla="*/ 705354 w 840424"/>
              <a:gd name="connsiteY6" fmla="*/ 1277256 h 1364893"/>
              <a:gd name="connsiteX7" fmla="*/ 380221 w 840424"/>
              <a:gd name="connsiteY7" fmla="*/ 1356127 h 1364893"/>
              <a:gd name="connsiteX8" fmla="*/ 177395 w 840424"/>
              <a:gd name="connsiteY8" fmla="*/ 1140900 h 1364893"/>
              <a:gd name="connsiteX9" fmla="*/ 94438 w 840424"/>
              <a:gd name="connsiteY9" fmla="*/ 563024 h 1364893"/>
              <a:gd name="connsiteX10" fmla="*/ 9475 w 840424"/>
              <a:gd name="connsiteY10" fmla="*/ 579628 h 1364893"/>
              <a:gd name="connsiteX0" fmla="*/ 9475 w 840376"/>
              <a:gd name="connsiteY0" fmla="*/ 579628 h 1357062"/>
              <a:gd name="connsiteX1" fmla="*/ 68141 w 840376"/>
              <a:gd name="connsiteY1" fmla="*/ 448646 h 1357062"/>
              <a:gd name="connsiteX2" fmla="*/ 160918 w 840376"/>
              <a:gd name="connsiteY2" fmla="*/ 150520 h 1357062"/>
              <a:gd name="connsiteX3" fmla="*/ 424856 w 840376"/>
              <a:gd name="connsiteY3" fmla="*/ 98 h 1357062"/>
              <a:gd name="connsiteX4" fmla="*/ 720201 w 840376"/>
              <a:gd name="connsiteY4" fmla="*/ 170190 h 1357062"/>
              <a:gd name="connsiteX5" fmla="*/ 840342 w 840376"/>
              <a:gd name="connsiteY5" fmla="*/ 865377 h 1357062"/>
              <a:gd name="connsiteX6" fmla="*/ 710765 w 840376"/>
              <a:gd name="connsiteY6" fmla="*/ 1204262 h 1357062"/>
              <a:gd name="connsiteX7" fmla="*/ 380221 w 840376"/>
              <a:gd name="connsiteY7" fmla="*/ 1356127 h 1357062"/>
              <a:gd name="connsiteX8" fmla="*/ 177395 w 840376"/>
              <a:gd name="connsiteY8" fmla="*/ 1140900 h 1357062"/>
              <a:gd name="connsiteX9" fmla="*/ 94438 w 840376"/>
              <a:gd name="connsiteY9" fmla="*/ 563024 h 1357062"/>
              <a:gd name="connsiteX10" fmla="*/ 9475 w 840376"/>
              <a:gd name="connsiteY10" fmla="*/ 579628 h 1357062"/>
              <a:gd name="connsiteX0" fmla="*/ 9475 w 840376"/>
              <a:gd name="connsiteY0" fmla="*/ 579628 h 1357017"/>
              <a:gd name="connsiteX1" fmla="*/ 68141 w 840376"/>
              <a:gd name="connsiteY1" fmla="*/ 448646 h 1357017"/>
              <a:gd name="connsiteX2" fmla="*/ 160918 w 840376"/>
              <a:gd name="connsiteY2" fmla="*/ 150520 h 1357017"/>
              <a:gd name="connsiteX3" fmla="*/ 424856 w 840376"/>
              <a:gd name="connsiteY3" fmla="*/ 98 h 1357017"/>
              <a:gd name="connsiteX4" fmla="*/ 720201 w 840376"/>
              <a:gd name="connsiteY4" fmla="*/ 170190 h 1357017"/>
              <a:gd name="connsiteX5" fmla="*/ 840342 w 840376"/>
              <a:gd name="connsiteY5" fmla="*/ 865377 h 1357017"/>
              <a:gd name="connsiteX6" fmla="*/ 710765 w 840376"/>
              <a:gd name="connsiteY6" fmla="*/ 1204262 h 1357017"/>
              <a:gd name="connsiteX7" fmla="*/ 380221 w 840376"/>
              <a:gd name="connsiteY7" fmla="*/ 1356127 h 1357017"/>
              <a:gd name="connsiteX8" fmla="*/ 177395 w 840376"/>
              <a:gd name="connsiteY8" fmla="*/ 1140900 h 1357017"/>
              <a:gd name="connsiteX9" fmla="*/ 94438 w 840376"/>
              <a:gd name="connsiteY9" fmla="*/ 563024 h 1357017"/>
              <a:gd name="connsiteX10" fmla="*/ 9475 w 840376"/>
              <a:gd name="connsiteY10" fmla="*/ 579628 h 1357017"/>
              <a:gd name="connsiteX0" fmla="*/ 9475 w 840376"/>
              <a:gd name="connsiteY0" fmla="*/ 579625 h 1357014"/>
              <a:gd name="connsiteX1" fmla="*/ 68141 w 840376"/>
              <a:gd name="connsiteY1" fmla="*/ 448643 h 1357014"/>
              <a:gd name="connsiteX2" fmla="*/ 160918 w 840376"/>
              <a:gd name="connsiteY2" fmla="*/ 150517 h 1357014"/>
              <a:gd name="connsiteX3" fmla="*/ 424856 w 840376"/>
              <a:gd name="connsiteY3" fmla="*/ 95 h 1357014"/>
              <a:gd name="connsiteX4" fmla="*/ 720201 w 840376"/>
              <a:gd name="connsiteY4" fmla="*/ 170187 h 1357014"/>
              <a:gd name="connsiteX5" fmla="*/ 840342 w 840376"/>
              <a:gd name="connsiteY5" fmla="*/ 865374 h 1357014"/>
              <a:gd name="connsiteX6" fmla="*/ 710765 w 840376"/>
              <a:gd name="connsiteY6" fmla="*/ 1204259 h 1357014"/>
              <a:gd name="connsiteX7" fmla="*/ 380221 w 840376"/>
              <a:gd name="connsiteY7" fmla="*/ 1356124 h 1357014"/>
              <a:gd name="connsiteX8" fmla="*/ 177395 w 840376"/>
              <a:gd name="connsiteY8" fmla="*/ 1140897 h 1357014"/>
              <a:gd name="connsiteX9" fmla="*/ 94438 w 840376"/>
              <a:gd name="connsiteY9" fmla="*/ 563021 h 1357014"/>
              <a:gd name="connsiteX10" fmla="*/ 9475 w 840376"/>
              <a:gd name="connsiteY10" fmla="*/ 579625 h 1357014"/>
              <a:gd name="connsiteX0" fmla="*/ 9665 w 840566"/>
              <a:gd name="connsiteY0" fmla="*/ 579625 h 1357014"/>
              <a:gd name="connsiteX1" fmla="*/ 66604 w 840566"/>
              <a:gd name="connsiteY1" fmla="*/ 430137 h 1357014"/>
              <a:gd name="connsiteX2" fmla="*/ 161108 w 840566"/>
              <a:gd name="connsiteY2" fmla="*/ 150517 h 1357014"/>
              <a:gd name="connsiteX3" fmla="*/ 425046 w 840566"/>
              <a:gd name="connsiteY3" fmla="*/ 95 h 1357014"/>
              <a:gd name="connsiteX4" fmla="*/ 720391 w 840566"/>
              <a:gd name="connsiteY4" fmla="*/ 170187 h 1357014"/>
              <a:gd name="connsiteX5" fmla="*/ 840532 w 840566"/>
              <a:gd name="connsiteY5" fmla="*/ 865374 h 1357014"/>
              <a:gd name="connsiteX6" fmla="*/ 710955 w 840566"/>
              <a:gd name="connsiteY6" fmla="*/ 1204259 h 1357014"/>
              <a:gd name="connsiteX7" fmla="*/ 380411 w 840566"/>
              <a:gd name="connsiteY7" fmla="*/ 1356124 h 1357014"/>
              <a:gd name="connsiteX8" fmla="*/ 177585 w 840566"/>
              <a:gd name="connsiteY8" fmla="*/ 1140897 h 1357014"/>
              <a:gd name="connsiteX9" fmla="*/ 94628 w 840566"/>
              <a:gd name="connsiteY9" fmla="*/ 563021 h 1357014"/>
              <a:gd name="connsiteX10" fmla="*/ 9665 w 840566"/>
              <a:gd name="connsiteY10" fmla="*/ 579625 h 1357014"/>
              <a:gd name="connsiteX0" fmla="*/ 9665 w 840611"/>
              <a:gd name="connsiteY0" fmla="*/ 579798 h 1357187"/>
              <a:gd name="connsiteX1" fmla="*/ 66604 w 840611"/>
              <a:gd name="connsiteY1" fmla="*/ 430310 h 1357187"/>
              <a:gd name="connsiteX2" fmla="*/ 161108 w 840611"/>
              <a:gd name="connsiteY2" fmla="*/ 150690 h 1357187"/>
              <a:gd name="connsiteX3" fmla="*/ 425046 w 840611"/>
              <a:gd name="connsiteY3" fmla="*/ 268 h 1357187"/>
              <a:gd name="connsiteX4" fmla="*/ 697895 w 840611"/>
              <a:gd name="connsiteY4" fmla="*/ 142131 h 1357187"/>
              <a:gd name="connsiteX5" fmla="*/ 840532 w 840611"/>
              <a:gd name="connsiteY5" fmla="*/ 865547 h 1357187"/>
              <a:gd name="connsiteX6" fmla="*/ 710955 w 840611"/>
              <a:gd name="connsiteY6" fmla="*/ 1204432 h 1357187"/>
              <a:gd name="connsiteX7" fmla="*/ 380411 w 840611"/>
              <a:gd name="connsiteY7" fmla="*/ 1356297 h 1357187"/>
              <a:gd name="connsiteX8" fmla="*/ 177585 w 840611"/>
              <a:gd name="connsiteY8" fmla="*/ 1141070 h 1357187"/>
              <a:gd name="connsiteX9" fmla="*/ 94628 w 840611"/>
              <a:gd name="connsiteY9" fmla="*/ 563194 h 1357187"/>
              <a:gd name="connsiteX10" fmla="*/ 9665 w 840611"/>
              <a:gd name="connsiteY10" fmla="*/ 579798 h 1357187"/>
              <a:gd name="connsiteX0" fmla="*/ 9665 w 808266"/>
              <a:gd name="connsiteY0" fmla="*/ 579838 h 1357257"/>
              <a:gd name="connsiteX1" fmla="*/ 66604 w 808266"/>
              <a:gd name="connsiteY1" fmla="*/ 430350 h 1357257"/>
              <a:gd name="connsiteX2" fmla="*/ 161108 w 808266"/>
              <a:gd name="connsiteY2" fmla="*/ 150730 h 1357257"/>
              <a:gd name="connsiteX3" fmla="*/ 425046 w 808266"/>
              <a:gd name="connsiteY3" fmla="*/ 308 h 1357257"/>
              <a:gd name="connsiteX4" fmla="*/ 697895 w 808266"/>
              <a:gd name="connsiteY4" fmla="*/ 142171 h 1357257"/>
              <a:gd name="connsiteX5" fmla="*/ 808150 w 808266"/>
              <a:gd name="connsiteY5" fmla="*/ 874405 h 1357257"/>
              <a:gd name="connsiteX6" fmla="*/ 710955 w 808266"/>
              <a:gd name="connsiteY6" fmla="*/ 1204472 h 1357257"/>
              <a:gd name="connsiteX7" fmla="*/ 380411 w 808266"/>
              <a:gd name="connsiteY7" fmla="*/ 1356337 h 1357257"/>
              <a:gd name="connsiteX8" fmla="*/ 177585 w 808266"/>
              <a:gd name="connsiteY8" fmla="*/ 1141110 h 1357257"/>
              <a:gd name="connsiteX9" fmla="*/ 94628 w 808266"/>
              <a:gd name="connsiteY9" fmla="*/ 563234 h 1357257"/>
              <a:gd name="connsiteX10" fmla="*/ 9665 w 808266"/>
              <a:gd name="connsiteY10" fmla="*/ 579838 h 1357257"/>
              <a:gd name="connsiteX0" fmla="*/ 9665 w 808159"/>
              <a:gd name="connsiteY0" fmla="*/ 579838 h 1357293"/>
              <a:gd name="connsiteX1" fmla="*/ 66604 w 808159"/>
              <a:gd name="connsiteY1" fmla="*/ 430350 h 1357293"/>
              <a:gd name="connsiteX2" fmla="*/ 161108 w 808159"/>
              <a:gd name="connsiteY2" fmla="*/ 150730 h 1357293"/>
              <a:gd name="connsiteX3" fmla="*/ 425046 w 808159"/>
              <a:gd name="connsiteY3" fmla="*/ 308 h 1357293"/>
              <a:gd name="connsiteX4" fmla="*/ 697895 w 808159"/>
              <a:gd name="connsiteY4" fmla="*/ 142171 h 1357293"/>
              <a:gd name="connsiteX5" fmla="*/ 808150 w 808159"/>
              <a:gd name="connsiteY5" fmla="*/ 874405 h 1357293"/>
              <a:gd name="connsiteX6" fmla="*/ 693344 w 808159"/>
              <a:gd name="connsiteY6" fmla="*/ 1205450 h 1357293"/>
              <a:gd name="connsiteX7" fmla="*/ 380411 w 808159"/>
              <a:gd name="connsiteY7" fmla="*/ 1356337 h 1357293"/>
              <a:gd name="connsiteX8" fmla="*/ 177585 w 808159"/>
              <a:gd name="connsiteY8" fmla="*/ 1141110 h 1357293"/>
              <a:gd name="connsiteX9" fmla="*/ 94628 w 808159"/>
              <a:gd name="connsiteY9" fmla="*/ 563234 h 1357293"/>
              <a:gd name="connsiteX10" fmla="*/ 9665 w 808159"/>
              <a:gd name="connsiteY10" fmla="*/ 579838 h 1357293"/>
              <a:gd name="connsiteX0" fmla="*/ 9665 w 808159"/>
              <a:gd name="connsiteY0" fmla="*/ 579838 h 1330744"/>
              <a:gd name="connsiteX1" fmla="*/ 66604 w 808159"/>
              <a:gd name="connsiteY1" fmla="*/ 430350 h 1330744"/>
              <a:gd name="connsiteX2" fmla="*/ 161108 w 808159"/>
              <a:gd name="connsiteY2" fmla="*/ 150730 h 1330744"/>
              <a:gd name="connsiteX3" fmla="*/ 425046 w 808159"/>
              <a:gd name="connsiteY3" fmla="*/ 308 h 1330744"/>
              <a:gd name="connsiteX4" fmla="*/ 697895 w 808159"/>
              <a:gd name="connsiteY4" fmla="*/ 142171 h 1330744"/>
              <a:gd name="connsiteX5" fmla="*/ 808150 w 808159"/>
              <a:gd name="connsiteY5" fmla="*/ 874405 h 1330744"/>
              <a:gd name="connsiteX6" fmla="*/ 693344 w 808159"/>
              <a:gd name="connsiteY6" fmla="*/ 1205450 h 1330744"/>
              <a:gd name="connsiteX7" fmla="*/ 366891 w 808159"/>
              <a:gd name="connsiteY7" fmla="*/ 1329481 h 1330744"/>
              <a:gd name="connsiteX8" fmla="*/ 177585 w 808159"/>
              <a:gd name="connsiteY8" fmla="*/ 1141110 h 1330744"/>
              <a:gd name="connsiteX9" fmla="*/ 94628 w 808159"/>
              <a:gd name="connsiteY9" fmla="*/ 563234 h 1330744"/>
              <a:gd name="connsiteX10" fmla="*/ 9665 w 808159"/>
              <a:gd name="connsiteY10" fmla="*/ 579838 h 1330744"/>
              <a:gd name="connsiteX0" fmla="*/ 9665 w 808228"/>
              <a:gd name="connsiteY0" fmla="*/ 579772 h 1330678"/>
              <a:gd name="connsiteX1" fmla="*/ 66604 w 808228"/>
              <a:gd name="connsiteY1" fmla="*/ 430284 h 1330678"/>
              <a:gd name="connsiteX2" fmla="*/ 161108 w 808228"/>
              <a:gd name="connsiteY2" fmla="*/ 150664 h 1330678"/>
              <a:gd name="connsiteX3" fmla="*/ 425046 w 808228"/>
              <a:gd name="connsiteY3" fmla="*/ 242 h 1330678"/>
              <a:gd name="connsiteX4" fmla="*/ 680284 w 808228"/>
              <a:gd name="connsiteY4" fmla="*/ 143084 h 1330678"/>
              <a:gd name="connsiteX5" fmla="*/ 808150 w 808228"/>
              <a:gd name="connsiteY5" fmla="*/ 874339 h 1330678"/>
              <a:gd name="connsiteX6" fmla="*/ 693344 w 808228"/>
              <a:gd name="connsiteY6" fmla="*/ 1205384 h 1330678"/>
              <a:gd name="connsiteX7" fmla="*/ 366891 w 808228"/>
              <a:gd name="connsiteY7" fmla="*/ 1329415 h 1330678"/>
              <a:gd name="connsiteX8" fmla="*/ 177585 w 808228"/>
              <a:gd name="connsiteY8" fmla="*/ 1141044 h 1330678"/>
              <a:gd name="connsiteX9" fmla="*/ 94628 w 808228"/>
              <a:gd name="connsiteY9" fmla="*/ 563168 h 1330678"/>
              <a:gd name="connsiteX10" fmla="*/ 9665 w 808228"/>
              <a:gd name="connsiteY10" fmla="*/ 579772 h 1330678"/>
              <a:gd name="connsiteX0" fmla="*/ 11494 w 796231"/>
              <a:gd name="connsiteY0" fmla="*/ 593372 h 1330678"/>
              <a:gd name="connsiteX1" fmla="*/ 54607 w 796231"/>
              <a:gd name="connsiteY1" fmla="*/ 430284 h 1330678"/>
              <a:gd name="connsiteX2" fmla="*/ 149111 w 796231"/>
              <a:gd name="connsiteY2" fmla="*/ 150664 h 1330678"/>
              <a:gd name="connsiteX3" fmla="*/ 413049 w 796231"/>
              <a:gd name="connsiteY3" fmla="*/ 242 h 1330678"/>
              <a:gd name="connsiteX4" fmla="*/ 668287 w 796231"/>
              <a:gd name="connsiteY4" fmla="*/ 143084 h 1330678"/>
              <a:gd name="connsiteX5" fmla="*/ 796153 w 796231"/>
              <a:gd name="connsiteY5" fmla="*/ 874339 h 1330678"/>
              <a:gd name="connsiteX6" fmla="*/ 681347 w 796231"/>
              <a:gd name="connsiteY6" fmla="*/ 1205384 h 1330678"/>
              <a:gd name="connsiteX7" fmla="*/ 354894 w 796231"/>
              <a:gd name="connsiteY7" fmla="*/ 1329415 h 1330678"/>
              <a:gd name="connsiteX8" fmla="*/ 165588 w 796231"/>
              <a:gd name="connsiteY8" fmla="*/ 1141044 h 1330678"/>
              <a:gd name="connsiteX9" fmla="*/ 82631 w 796231"/>
              <a:gd name="connsiteY9" fmla="*/ 563168 h 1330678"/>
              <a:gd name="connsiteX10" fmla="*/ 11494 w 796231"/>
              <a:gd name="connsiteY10" fmla="*/ 593372 h 1330678"/>
              <a:gd name="connsiteX0" fmla="*/ 3439 w 788176"/>
              <a:gd name="connsiteY0" fmla="*/ 593372 h 1330678"/>
              <a:gd name="connsiteX1" fmla="*/ 46552 w 788176"/>
              <a:gd name="connsiteY1" fmla="*/ 430284 h 1330678"/>
              <a:gd name="connsiteX2" fmla="*/ 141056 w 788176"/>
              <a:gd name="connsiteY2" fmla="*/ 150664 h 1330678"/>
              <a:gd name="connsiteX3" fmla="*/ 404994 w 788176"/>
              <a:gd name="connsiteY3" fmla="*/ 242 h 1330678"/>
              <a:gd name="connsiteX4" fmla="*/ 660232 w 788176"/>
              <a:gd name="connsiteY4" fmla="*/ 143084 h 1330678"/>
              <a:gd name="connsiteX5" fmla="*/ 788098 w 788176"/>
              <a:gd name="connsiteY5" fmla="*/ 874339 h 1330678"/>
              <a:gd name="connsiteX6" fmla="*/ 673292 w 788176"/>
              <a:gd name="connsiteY6" fmla="*/ 1205384 h 1330678"/>
              <a:gd name="connsiteX7" fmla="*/ 346839 w 788176"/>
              <a:gd name="connsiteY7" fmla="*/ 1329415 h 1330678"/>
              <a:gd name="connsiteX8" fmla="*/ 157533 w 788176"/>
              <a:gd name="connsiteY8" fmla="*/ 1141044 h 1330678"/>
              <a:gd name="connsiteX9" fmla="*/ 74576 w 788176"/>
              <a:gd name="connsiteY9" fmla="*/ 563168 h 1330678"/>
              <a:gd name="connsiteX10" fmla="*/ 3439 w 788176"/>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74535 w 788135"/>
              <a:gd name="connsiteY9" fmla="*/ 563168 h 1330678"/>
              <a:gd name="connsiteX10" fmla="*/ 3398 w 788135"/>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68591 w 788135"/>
              <a:gd name="connsiteY9" fmla="*/ 566957 h 1330678"/>
              <a:gd name="connsiteX10" fmla="*/ 3398 w 788135"/>
              <a:gd name="connsiteY10" fmla="*/ 593372 h 1330678"/>
              <a:gd name="connsiteX0" fmla="*/ 3398 w 788135"/>
              <a:gd name="connsiteY0" fmla="*/ 593372 h 1330678"/>
              <a:gd name="connsiteX1" fmla="*/ 46963 w 788135"/>
              <a:gd name="connsiteY1" fmla="*/ 421479 h 1330678"/>
              <a:gd name="connsiteX2" fmla="*/ 141015 w 788135"/>
              <a:gd name="connsiteY2" fmla="*/ 150664 h 1330678"/>
              <a:gd name="connsiteX3" fmla="*/ 404953 w 788135"/>
              <a:gd name="connsiteY3" fmla="*/ 242 h 1330678"/>
              <a:gd name="connsiteX4" fmla="*/ 660191 w 788135"/>
              <a:gd name="connsiteY4" fmla="*/ 143084 h 1330678"/>
              <a:gd name="connsiteX5" fmla="*/ 788057 w 788135"/>
              <a:gd name="connsiteY5" fmla="*/ 874339 h 1330678"/>
              <a:gd name="connsiteX6" fmla="*/ 673251 w 788135"/>
              <a:gd name="connsiteY6" fmla="*/ 1205384 h 1330678"/>
              <a:gd name="connsiteX7" fmla="*/ 346798 w 788135"/>
              <a:gd name="connsiteY7" fmla="*/ 1329415 h 1330678"/>
              <a:gd name="connsiteX8" fmla="*/ 157492 w 788135"/>
              <a:gd name="connsiteY8" fmla="*/ 1141044 h 1330678"/>
              <a:gd name="connsiteX9" fmla="*/ 68591 w 788135"/>
              <a:gd name="connsiteY9" fmla="*/ 566957 h 1330678"/>
              <a:gd name="connsiteX10" fmla="*/ 3398 w 788135"/>
              <a:gd name="connsiteY10" fmla="*/ 593372 h 1330678"/>
              <a:gd name="connsiteX0" fmla="*/ 3691 w 785392"/>
              <a:gd name="connsiteY0" fmla="*/ 599057 h 1330678"/>
              <a:gd name="connsiteX1" fmla="*/ 44220 w 785392"/>
              <a:gd name="connsiteY1" fmla="*/ 421479 h 1330678"/>
              <a:gd name="connsiteX2" fmla="*/ 138272 w 785392"/>
              <a:gd name="connsiteY2" fmla="*/ 150664 h 1330678"/>
              <a:gd name="connsiteX3" fmla="*/ 402210 w 785392"/>
              <a:gd name="connsiteY3" fmla="*/ 242 h 1330678"/>
              <a:gd name="connsiteX4" fmla="*/ 657448 w 785392"/>
              <a:gd name="connsiteY4" fmla="*/ 143084 h 1330678"/>
              <a:gd name="connsiteX5" fmla="*/ 785314 w 785392"/>
              <a:gd name="connsiteY5" fmla="*/ 874339 h 1330678"/>
              <a:gd name="connsiteX6" fmla="*/ 670508 w 785392"/>
              <a:gd name="connsiteY6" fmla="*/ 1205384 h 1330678"/>
              <a:gd name="connsiteX7" fmla="*/ 344055 w 785392"/>
              <a:gd name="connsiteY7" fmla="*/ 1329415 h 1330678"/>
              <a:gd name="connsiteX8" fmla="*/ 154749 w 785392"/>
              <a:gd name="connsiteY8" fmla="*/ 1141044 h 1330678"/>
              <a:gd name="connsiteX9" fmla="*/ 65848 w 785392"/>
              <a:gd name="connsiteY9" fmla="*/ 566957 h 1330678"/>
              <a:gd name="connsiteX10" fmla="*/ 3691 w 785392"/>
              <a:gd name="connsiteY10" fmla="*/ 599057 h 1330678"/>
              <a:gd name="connsiteX0" fmla="*/ 5429 w 787130"/>
              <a:gd name="connsiteY0" fmla="*/ 599057 h 1330678"/>
              <a:gd name="connsiteX1" fmla="*/ 45958 w 787130"/>
              <a:gd name="connsiteY1" fmla="*/ 421479 h 1330678"/>
              <a:gd name="connsiteX2" fmla="*/ 140010 w 787130"/>
              <a:gd name="connsiteY2" fmla="*/ 150664 h 1330678"/>
              <a:gd name="connsiteX3" fmla="*/ 403948 w 787130"/>
              <a:gd name="connsiteY3" fmla="*/ 242 h 1330678"/>
              <a:gd name="connsiteX4" fmla="*/ 659186 w 787130"/>
              <a:gd name="connsiteY4" fmla="*/ 143084 h 1330678"/>
              <a:gd name="connsiteX5" fmla="*/ 787052 w 787130"/>
              <a:gd name="connsiteY5" fmla="*/ 874339 h 1330678"/>
              <a:gd name="connsiteX6" fmla="*/ 672246 w 787130"/>
              <a:gd name="connsiteY6" fmla="*/ 1205384 h 1330678"/>
              <a:gd name="connsiteX7" fmla="*/ 345793 w 787130"/>
              <a:gd name="connsiteY7" fmla="*/ 1329415 h 1330678"/>
              <a:gd name="connsiteX8" fmla="*/ 156487 w 787130"/>
              <a:gd name="connsiteY8" fmla="*/ 1141044 h 1330678"/>
              <a:gd name="connsiteX9" fmla="*/ 67586 w 787130"/>
              <a:gd name="connsiteY9" fmla="*/ 566957 h 1330678"/>
              <a:gd name="connsiteX10" fmla="*/ 5429 w 787130"/>
              <a:gd name="connsiteY10" fmla="*/ 599057 h 1330678"/>
              <a:gd name="connsiteX0" fmla="*/ 5429 w 787130"/>
              <a:gd name="connsiteY0" fmla="*/ 599057 h 1330678"/>
              <a:gd name="connsiteX1" fmla="*/ 45958 w 787130"/>
              <a:gd name="connsiteY1" fmla="*/ 421479 h 1330678"/>
              <a:gd name="connsiteX2" fmla="*/ 140010 w 787130"/>
              <a:gd name="connsiteY2" fmla="*/ 150664 h 1330678"/>
              <a:gd name="connsiteX3" fmla="*/ 403948 w 787130"/>
              <a:gd name="connsiteY3" fmla="*/ 242 h 1330678"/>
              <a:gd name="connsiteX4" fmla="*/ 659186 w 787130"/>
              <a:gd name="connsiteY4" fmla="*/ 143084 h 1330678"/>
              <a:gd name="connsiteX5" fmla="*/ 787052 w 787130"/>
              <a:gd name="connsiteY5" fmla="*/ 874339 h 1330678"/>
              <a:gd name="connsiteX6" fmla="*/ 672246 w 787130"/>
              <a:gd name="connsiteY6" fmla="*/ 1205384 h 1330678"/>
              <a:gd name="connsiteX7" fmla="*/ 345793 w 787130"/>
              <a:gd name="connsiteY7" fmla="*/ 1329415 h 1330678"/>
              <a:gd name="connsiteX8" fmla="*/ 156487 w 787130"/>
              <a:gd name="connsiteY8" fmla="*/ 1141044 h 1330678"/>
              <a:gd name="connsiteX9" fmla="*/ 58183 w 787130"/>
              <a:gd name="connsiteY9" fmla="*/ 568228 h 1330678"/>
              <a:gd name="connsiteX10" fmla="*/ 5429 w 787130"/>
              <a:gd name="connsiteY10" fmla="*/ 599057 h 1330678"/>
              <a:gd name="connsiteX0" fmla="*/ 5429 w 787130"/>
              <a:gd name="connsiteY0" fmla="*/ 751347 h 1482968"/>
              <a:gd name="connsiteX1" fmla="*/ 45958 w 787130"/>
              <a:gd name="connsiteY1" fmla="*/ 573769 h 1482968"/>
              <a:gd name="connsiteX2" fmla="*/ 140010 w 787130"/>
              <a:gd name="connsiteY2" fmla="*/ 302954 h 1482968"/>
              <a:gd name="connsiteX3" fmla="*/ 403948 w 787130"/>
              <a:gd name="connsiteY3" fmla="*/ 9 h 1482968"/>
              <a:gd name="connsiteX4" fmla="*/ 659186 w 787130"/>
              <a:gd name="connsiteY4" fmla="*/ 295374 h 1482968"/>
              <a:gd name="connsiteX5" fmla="*/ 787052 w 787130"/>
              <a:gd name="connsiteY5" fmla="*/ 1026629 h 1482968"/>
              <a:gd name="connsiteX6" fmla="*/ 672246 w 787130"/>
              <a:gd name="connsiteY6" fmla="*/ 1357674 h 1482968"/>
              <a:gd name="connsiteX7" fmla="*/ 345793 w 787130"/>
              <a:gd name="connsiteY7" fmla="*/ 1481705 h 1482968"/>
              <a:gd name="connsiteX8" fmla="*/ 156487 w 787130"/>
              <a:gd name="connsiteY8" fmla="*/ 1293334 h 1482968"/>
              <a:gd name="connsiteX9" fmla="*/ 58183 w 787130"/>
              <a:gd name="connsiteY9" fmla="*/ 720518 h 1482968"/>
              <a:gd name="connsiteX10" fmla="*/ 5429 w 787130"/>
              <a:gd name="connsiteY10" fmla="*/ 751347 h 1482968"/>
              <a:gd name="connsiteX0" fmla="*/ 5429 w 787052"/>
              <a:gd name="connsiteY0" fmla="*/ 754100 h 1485721"/>
              <a:gd name="connsiteX1" fmla="*/ 45958 w 787052"/>
              <a:gd name="connsiteY1" fmla="*/ 576522 h 1485721"/>
              <a:gd name="connsiteX2" fmla="*/ 140010 w 787052"/>
              <a:gd name="connsiteY2" fmla="*/ 305707 h 1485721"/>
              <a:gd name="connsiteX3" fmla="*/ 403948 w 787052"/>
              <a:gd name="connsiteY3" fmla="*/ 2762 h 1485721"/>
              <a:gd name="connsiteX4" fmla="*/ 672102 w 787052"/>
              <a:gd name="connsiteY4" fmla="*/ 209565 h 1485721"/>
              <a:gd name="connsiteX5" fmla="*/ 787052 w 787052"/>
              <a:gd name="connsiteY5" fmla="*/ 1029382 h 1485721"/>
              <a:gd name="connsiteX6" fmla="*/ 672246 w 787052"/>
              <a:gd name="connsiteY6" fmla="*/ 1360427 h 1485721"/>
              <a:gd name="connsiteX7" fmla="*/ 345793 w 787052"/>
              <a:gd name="connsiteY7" fmla="*/ 1484458 h 1485721"/>
              <a:gd name="connsiteX8" fmla="*/ 156487 w 787052"/>
              <a:gd name="connsiteY8" fmla="*/ 1296087 h 1485721"/>
              <a:gd name="connsiteX9" fmla="*/ 58183 w 787052"/>
              <a:gd name="connsiteY9" fmla="*/ 723271 h 1485721"/>
              <a:gd name="connsiteX10" fmla="*/ 5429 w 787052"/>
              <a:gd name="connsiteY10" fmla="*/ 754100 h 1485721"/>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58183 w 787052"/>
              <a:gd name="connsiteY9" fmla="*/ 720570 h 1483020"/>
              <a:gd name="connsiteX10" fmla="*/ 5429 w 787052"/>
              <a:gd name="connsiteY10" fmla="*/ 751399 h 1483020"/>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71099 w 787052"/>
              <a:gd name="connsiteY9" fmla="*/ 755010 h 1483020"/>
              <a:gd name="connsiteX10" fmla="*/ 5429 w 787052"/>
              <a:gd name="connsiteY10" fmla="*/ 751399 h 1483020"/>
              <a:gd name="connsiteX0" fmla="*/ 5429 w 787052"/>
              <a:gd name="connsiteY0" fmla="*/ 751399 h 1483020"/>
              <a:gd name="connsiteX1" fmla="*/ 45958 w 787052"/>
              <a:gd name="connsiteY1" fmla="*/ 573821 h 1483020"/>
              <a:gd name="connsiteX2" fmla="*/ 140010 w 787052"/>
              <a:gd name="connsiteY2" fmla="*/ 189844 h 1483020"/>
              <a:gd name="connsiteX3" fmla="*/ 403948 w 787052"/>
              <a:gd name="connsiteY3" fmla="*/ 61 h 1483020"/>
              <a:gd name="connsiteX4" fmla="*/ 672102 w 787052"/>
              <a:gd name="connsiteY4" fmla="*/ 206864 h 1483020"/>
              <a:gd name="connsiteX5" fmla="*/ 787052 w 787052"/>
              <a:gd name="connsiteY5" fmla="*/ 1026681 h 1483020"/>
              <a:gd name="connsiteX6" fmla="*/ 672246 w 787052"/>
              <a:gd name="connsiteY6" fmla="*/ 1357726 h 1483020"/>
              <a:gd name="connsiteX7" fmla="*/ 345793 w 787052"/>
              <a:gd name="connsiteY7" fmla="*/ 1481757 h 1483020"/>
              <a:gd name="connsiteX8" fmla="*/ 156487 w 787052"/>
              <a:gd name="connsiteY8" fmla="*/ 1293386 h 1483020"/>
              <a:gd name="connsiteX9" fmla="*/ 71099 w 787052"/>
              <a:gd name="connsiteY9" fmla="*/ 755010 h 1483020"/>
              <a:gd name="connsiteX10" fmla="*/ 5429 w 787052"/>
              <a:gd name="connsiteY10" fmla="*/ 751399 h 1483020"/>
              <a:gd name="connsiteX0" fmla="*/ 5782 w 785613"/>
              <a:gd name="connsiteY0" fmla="*/ 784164 h 1483020"/>
              <a:gd name="connsiteX1" fmla="*/ 44519 w 785613"/>
              <a:gd name="connsiteY1" fmla="*/ 573821 h 1483020"/>
              <a:gd name="connsiteX2" fmla="*/ 138571 w 785613"/>
              <a:gd name="connsiteY2" fmla="*/ 189844 h 1483020"/>
              <a:gd name="connsiteX3" fmla="*/ 402509 w 785613"/>
              <a:gd name="connsiteY3" fmla="*/ 61 h 1483020"/>
              <a:gd name="connsiteX4" fmla="*/ 670663 w 785613"/>
              <a:gd name="connsiteY4" fmla="*/ 206864 h 1483020"/>
              <a:gd name="connsiteX5" fmla="*/ 785613 w 785613"/>
              <a:gd name="connsiteY5" fmla="*/ 1026681 h 1483020"/>
              <a:gd name="connsiteX6" fmla="*/ 670807 w 785613"/>
              <a:gd name="connsiteY6" fmla="*/ 1357726 h 1483020"/>
              <a:gd name="connsiteX7" fmla="*/ 344354 w 785613"/>
              <a:gd name="connsiteY7" fmla="*/ 1481757 h 1483020"/>
              <a:gd name="connsiteX8" fmla="*/ 155048 w 785613"/>
              <a:gd name="connsiteY8" fmla="*/ 1293386 h 1483020"/>
              <a:gd name="connsiteX9" fmla="*/ 69660 w 785613"/>
              <a:gd name="connsiteY9" fmla="*/ 755010 h 1483020"/>
              <a:gd name="connsiteX10" fmla="*/ 5782 w 785613"/>
              <a:gd name="connsiteY10" fmla="*/ 784164 h 1483020"/>
              <a:gd name="connsiteX0" fmla="*/ 5430 w 785261"/>
              <a:gd name="connsiteY0" fmla="*/ 784162 h 1483018"/>
              <a:gd name="connsiteX1" fmla="*/ 45959 w 785261"/>
              <a:gd name="connsiteY1" fmla="*/ 546516 h 1483018"/>
              <a:gd name="connsiteX2" fmla="*/ 138219 w 785261"/>
              <a:gd name="connsiteY2" fmla="*/ 189842 h 1483018"/>
              <a:gd name="connsiteX3" fmla="*/ 402157 w 785261"/>
              <a:gd name="connsiteY3" fmla="*/ 59 h 1483018"/>
              <a:gd name="connsiteX4" fmla="*/ 670311 w 785261"/>
              <a:gd name="connsiteY4" fmla="*/ 206862 h 1483018"/>
              <a:gd name="connsiteX5" fmla="*/ 785261 w 785261"/>
              <a:gd name="connsiteY5" fmla="*/ 1026679 h 1483018"/>
              <a:gd name="connsiteX6" fmla="*/ 670455 w 785261"/>
              <a:gd name="connsiteY6" fmla="*/ 1357724 h 1483018"/>
              <a:gd name="connsiteX7" fmla="*/ 344002 w 785261"/>
              <a:gd name="connsiteY7" fmla="*/ 1481755 h 1483018"/>
              <a:gd name="connsiteX8" fmla="*/ 154696 w 785261"/>
              <a:gd name="connsiteY8" fmla="*/ 1293384 h 1483018"/>
              <a:gd name="connsiteX9" fmla="*/ 69308 w 785261"/>
              <a:gd name="connsiteY9" fmla="*/ 755008 h 1483018"/>
              <a:gd name="connsiteX10" fmla="*/ 5430 w 785261"/>
              <a:gd name="connsiteY10" fmla="*/ 784162 h 1483018"/>
              <a:gd name="connsiteX0" fmla="*/ 7552 w 778423"/>
              <a:gd name="connsiteY0" fmla="*/ 822387 h 1483018"/>
              <a:gd name="connsiteX1" fmla="*/ 39121 w 778423"/>
              <a:gd name="connsiteY1" fmla="*/ 546516 h 1483018"/>
              <a:gd name="connsiteX2" fmla="*/ 131381 w 778423"/>
              <a:gd name="connsiteY2" fmla="*/ 189842 h 1483018"/>
              <a:gd name="connsiteX3" fmla="*/ 395319 w 778423"/>
              <a:gd name="connsiteY3" fmla="*/ 59 h 1483018"/>
              <a:gd name="connsiteX4" fmla="*/ 663473 w 778423"/>
              <a:gd name="connsiteY4" fmla="*/ 206862 h 1483018"/>
              <a:gd name="connsiteX5" fmla="*/ 778423 w 778423"/>
              <a:gd name="connsiteY5" fmla="*/ 1026679 h 1483018"/>
              <a:gd name="connsiteX6" fmla="*/ 663617 w 778423"/>
              <a:gd name="connsiteY6" fmla="*/ 1357724 h 1483018"/>
              <a:gd name="connsiteX7" fmla="*/ 337164 w 778423"/>
              <a:gd name="connsiteY7" fmla="*/ 1481755 h 1483018"/>
              <a:gd name="connsiteX8" fmla="*/ 147858 w 778423"/>
              <a:gd name="connsiteY8" fmla="*/ 1293384 h 1483018"/>
              <a:gd name="connsiteX9" fmla="*/ 62470 w 778423"/>
              <a:gd name="connsiteY9" fmla="*/ 755008 h 1483018"/>
              <a:gd name="connsiteX10" fmla="*/ 7552 w 778423"/>
              <a:gd name="connsiteY10" fmla="*/ 822387 h 1483018"/>
              <a:gd name="connsiteX0" fmla="*/ 5173 w 776044"/>
              <a:gd name="connsiteY0" fmla="*/ 822387 h 1483018"/>
              <a:gd name="connsiteX1" fmla="*/ 36742 w 776044"/>
              <a:gd name="connsiteY1" fmla="*/ 546516 h 1483018"/>
              <a:gd name="connsiteX2" fmla="*/ 129002 w 776044"/>
              <a:gd name="connsiteY2" fmla="*/ 189842 h 1483018"/>
              <a:gd name="connsiteX3" fmla="*/ 392940 w 776044"/>
              <a:gd name="connsiteY3" fmla="*/ 59 h 1483018"/>
              <a:gd name="connsiteX4" fmla="*/ 661094 w 776044"/>
              <a:gd name="connsiteY4" fmla="*/ 206862 h 1483018"/>
              <a:gd name="connsiteX5" fmla="*/ 776044 w 776044"/>
              <a:gd name="connsiteY5" fmla="*/ 1026679 h 1483018"/>
              <a:gd name="connsiteX6" fmla="*/ 661238 w 776044"/>
              <a:gd name="connsiteY6" fmla="*/ 1357724 h 1483018"/>
              <a:gd name="connsiteX7" fmla="*/ 334785 w 776044"/>
              <a:gd name="connsiteY7" fmla="*/ 1481755 h 1483018"/>
              <a:gd name="connsiteX8" fmla="*/ 145479 w 776044"/>
              <a:gd name="connsiteY8" fmla="*/ 1293384 h 1483018"/>
              <a:gd name="connsiteX9" fmla="*/ 60091 w 776044"/>
              <a:gd name="connsiteY9" fmla="*/ 755008 h 1483018"/>
              <a:gd name="connsiteX10" fmla="*/ 5173 w 776044"/>
              <a:gd name="connsiteY10" fmla="*/ 822387 h 1483018"/>
              <a:gd name="connsiteX0" fmla="*/ 3111 w 773982"/>
              <a:gd name="connsiteY0" fmla="*/ 822384 h 1483015"/>
              <a:gd name="connsiteX1" fmla="*/ 43640 w 773982"/>
              <a:gd name="connsiteY1" fmla="*/ 516479 h 1483015"/>
              <a:gd name="connsiteX2" fmla="*/ 126940 w 773982"/>
              <a:gd name="connsiteY2" fmla="*/ 189839 h 1483015"/>
              <a:gd name="connsiteX3" fmla="*/ 390878 w 773982"/>
              <a:gd name="connsiteY3" fmla="*/ 56 h 1483015"/>
              <a:gd name="connsiteX4" fmla="*/ 659032 w 773982"/>
              <a:gd name="connsiteY4" fmla="*/ 206859 h 1483015"/>
              <a:gd name="connsiteX5" fmla="*/ 773982 w 773982"/>
              <a:gd name="connsiteY5" fmla="*/ 1026676 h 1483015"/>
              <a:gd name="connsiteX6" fmla="*/ 659176 w 773982"/>
              <a:gd name="connsiteY6" fmla="*/ 1357721 h 1483015"/>
              <a:gd name="connsiteX7" fmla="*/ 332723 w 773982"/>
              <a:gd name="connsiteY7" fmla="*/ 1481752 h 1483015"/>
              <a:gd name="connsiteX8" fmla="*/ 143417 w 773982"/>
              <a:gd name="connsiteY8" fmla="*/ 1293381 h 1483015"/>
              <a:gd name="connsiteX9" fmla="*/ 58029 w 773982"/>
              <a:gd name="connsiteY9" fmla="*/ 755005 h 1483015"/>
              <a:gd name="connsiteX10" fmla="*/ 3111 w 773982"/>
              <a:gd name="connsiteY10" fmla="*/ 822384 h 1483015"/>
              <a:gd name="connsiteX0" fmla="*/ 3111 w 773982"/>
              <a:gd name="connsiteY0" fmla="*/ 822399 h 1483030"/>
              <a:gd name="connsiteX1" fmla="*/ 43640 w 773982"/>
              <a:gd name="connsiteY1" fmla="*/ 516494 h 1483030"/>
              <a:gd name="connsiteX2" fmla="*/ 126940 w 773982"/>
              <a:gd name="connsiteY2" fmla="*/ 189854 h 1483030"/>
              <a:gd name="connsiteX3" fmla="*/ 390878 w 773982"/>
              <a:gd name="connsiteY3" fmla="*/ 71 h 1483030"/>
              <a:gd name="connsiteX4" fmla="*/ 659032 w 773982"/>
              <a:gd name="connsiteY4" fmla="*/ 206874 h 1483030"/>
              <a:gd name="connsiteX5" fmla="*/ 773982 w 773982"/>
              <a:gd name="connsiteY5" fmla="*/ 1026691 h 1483030"/>
              <a:gd name="connsiteX6" fmla="*/ 659176 w 773982"/>
              <a:gd name="connsiteY6" fmla="*/ 1357736 h 1483030"/>
              <a:gd name="connsiteX7" fmla="*/ 332723 w 773982"/>
              <a:gd name="connsiteY7" fmla="*/ 1481767 h 1483030"/>
              <a:gd name="connsiteX8" fmla="*/ 143417 w 773982"/>
              <a:gd name="connsiteY8" fmla="*/ 1293396 h 1483030"/>
              <a:gd name="connsiteX9" fmla="*/ 58029 w 773982"/>
              <a:gd name="connsiteY9" fmla="*/ 755020 h 1483030"/>
              <a:gd name="connsiteX10" fmla="*/ 3111 w 773982"/>
              <a:gd name="connsiteY10" fmla="*/ 822399 h 1483030"/>
              <a:gd name="connsiteX0" fmla="*/ 1158 w 772029"/>
              <a:gd name="connsiteY0" fmla="*/ 822384 h 1483015"/>
              <a:gd name="connsiteX1" fmla="*/ 66600 w 772029"/>
              <a:gd name="connsiteY1" fmla="*/ 513029 h 1483015"/>
              <a:gd name="connsiteX2" fmla="*/ 124987 w 772029"/>
              <a:gd name="connsiteY2" fmla="*/ 189839 h 1483015"/>
              <a:gd name="connsiteX3" fmla="*/ 388925 w 772029"/>
              <a:gd name="connsiteY3" fmla="*/ 56 h 1483015"/>
              <a:gd name="connsiteX4" fmla="*/ 657079 w 772029"/>
              <a:gd name="connsiteY4" fmla="*/ 206859 h 1483015"/>
              <a:gd name="connsiteX5" fmla="*/ 772029 w 772029"/>
              <a:gd name="connsiteY5" fmla="*/ 1026676 h 1483015"/>
              <a:gd name="connsiteX6" fmla="*/ 657223 w 772029"/>
              <a:gd name="connsiteY6" fmla="*/ 1357721 h 1483015"/>
              <a:gd name="connsiteX7" fmla="*/ 330770 w 772029"/>
              <a:gd name="connsiteY7" fmla="*/ 1481752 h 1483015"/>
              <a:gd name="connsiteX8" fmla="*/ 141464 w 772029"/>
              <a:gd name="connsiteY8" fmla="*/ 1293381 h 1483015"/>
              <a:gd name="connsiteX9" fmla="*/ 56076 w 772029"/>
              <a:gd name="connsiteY9" fmla="*/ 755005 h 1483015"/>
              <a:gd name="connsiteX10" fmla="*/ 1158 w 772029"/>
              <a:gd name="connsiteY10" fmla="*/ 822384 h 1483015"/>
              <a:gd name="connsiteX0" fmla="*/ 923 w 771794"/>
              <a:gd name="connsiteY0" fmla="*/ 822384 h 1483015"/>
              <a:gd name="connsiteX1" fmla="*/ 75424 w 771794"/>
              <a:gd name="connsiteY1" fmla="*/ 513030 h 1483015"/>
              <a:gd name="connsiteX2" fmla="*/ 124752 w 771794"/>
              <a:gd name="connsiteY2" fmla="*/ 189839 h 1483015"/>
              <a:gd name="connsiteX3" fmla="*/ 388690 w 771794"/>
              <a:gd name="connsiteY3" fmla="*/ 56 h 1483015"/>
              <a:gd name="connsiteX4" fmla="*/ 656844 w 771794"/>
              <a:gd name="connsiteY4" fmla="*/ 206859 h 1483015"/>
              <a:gd name="connsiteX5" fmla="*/ 771794 w 771794"/>
              <a:gd name="connsiteY5" fmla="*/ 1026676 h 1483015"/>
              <a:gd name="connsiteX6" fmla="*/ 656988 w 771794"/>
              <a:gd name="connsiteY6" fmla="*/ 1357721 h 1483015"/>
              <a:gd name="connsiteX7" fmla="*/ 330535 w 771794"/>
              <a:gd name="connsiteY7" fmla="*/ 1481752 h 1483015"/>
              <a:gd name="connsiteX8" fmla="*/ 141229 w 771794"/>
              <a:gd name="connsiteY8" fmla="*/ 1293381 h 1483015"/>
              <a:gd name="connsiteX9" fmla="*/ 55841 w 771794"/>
              <a:gd name="connsiteY9" fmla="*/ 755005 h 1483015"/>
              <a:gd name="connsiteX10" fmla="*/ 923 w 771794"/>
              <a:gd name="connsiteY10" fmla="*/ 822384 h 1483015"/>
              <a:gd name="connsiteX0" fmla="*/ 923 w 771794"/>
              <a:gd name="connsiteY0" fmla="*/ 822427 h 1483058"/>
              <a:gd name="connsiteX1" fmla="*/ 75424 w 771794"/>
              <a:gd name="connsiteY1" fmla="*/ 513073 h 1483058"/>
              <a:gd name="connsiteX2" fmla="*/ 124752 w 771794"/>
              <a:gd name="connsiteY2" fmla="*/ 220941 h 1483058"/>
              <a:gd name="connsiteX3" fmla="*/ 388690 w 771794"/>
              <a:gd name="connsiteY3" fmla="*/ 99 h 1483058"/>
              <a:gd name="connsiteX4" fmla="*/ 656844 w 771794"/>
              <a:gd name="connsiteY4" fmla="*/ 206902 h 1483058"/>
              <a:gd name="connsiteX5" fmla="*/ 771794 w 771794"/>
              <a:gd name="connsiteY5" fmla="*/ 1026719 h 1483058"/>
              <a:gd name="connsiteX6" fmla="*/ 656988 w 771794"/>
              <a:gd name="connsiteY6" fmla="*/ 1357764 h 1483058"/>
              <a:gd name="connsiteX7" fmla="*/ 330535 w 771794"/>
              <a:gd name="connsiteY7" fmla="*/ 1481795 h 1483058"/>
              <a:gd name="connsiteX8" fmla="*/ 141229 w 771794"/>
              <a:gd name="connsiteY8" fmla="*/ 1293424 h 1483058"/>
              <a:gd name="connsiteX9" fmla="*/ 55841 w 771794"/>
              <a:gd name="connsiteY9" fmla="*/ 755048 h 1483058"/>
              <a:gd name="connsiteX10" fmla="*/ 923 w 771794"/>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56959 w 772912"/>
              <a:gd name="connsiteY9" fmla="*/ 755048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56959 w 772912"/>
              <a:gd name="connsiteY9" fmla="*/ 755048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66018 w 772912"/>
              <a:gd name="connsiteY9" fmla="*/ 744695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68283 w 772912"/>
              <a:gd name="connsiteY9" fmla="*/ 758499 h 1483058"/>
              <a:gd name="connsiteX10" fmla="*/ 2041 w 772912"/>
              <a:gd name="connsiteY10" fmla="*/ 822427 h 1483058"/>
              <a:gd name="connsiteX0" fmla="*/ 2041 w 772912"/>
              <a:gd name="connsiteY0" fmla="*/ 822427 h 1483058"/>
              <a:gd name="connsiteX1" fmla="*/ 76542 w 772912"/>
              <a:gd name="connsiteY1" fmla="*/ 513073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72813 w 772912"/>
              <a:gd name="connsiteY9" fmla="*/ 751597 h 1483058"/>
              <a:gd name="connsiteX10" fmla="*/ 2041 w 772912"/>
              <a:gd name="connsiteY10" fmla="*/ 822427 h 1483058"/>
              <a:gd name="connsiteX0" fmla="*/ 2041 w 772912"/>
              <a:gd name="connsiteY0" fmla="*/ 822427 h 1483058"/>
              <a:gd name="connsiteX1" fmla="*/ 76542 w 772912"/>
              <a:gd name="connsiteY1" fmla="*/ 561386 h 1483058"/>
              <a:gd name="connsiteX2" fmla="*/ 125870 w 772912"/>
              <a:gd name="connsiteY2" fmla="*/ 220941 h 1483058"/>
              <a:gd name="connsiteX3" fmla="*/ 389808 w 772912"/>
              <a:gd name="connsiteY3" fmla="*/ 99 h 1483058"/>
              <a:gd name="connsiteX4" fmla="*/ 657962 w 772912"/>
              <a:gd name="connsiteY4" fmla="*/ 206902 h 1483058"/>
              <a:gd name="connsiteX5" fmla="*/ 772912 w 772912"/>
              <a:gd name="connsiteY5" fmla="*/ 1026719 h 1483058"/>
              <a:gd name="connsiteX6" fmla="*/ 658106 w 772912"/>
              <a:gd name="connsiteY6" fmla="*/ 1357764 h 1483058"/>
              <a:gd name="connsiteX7" fmla="*/ 331653 w 772912"/>
              <a:gd name="connsiteY7" fmla="*/ 1481795 h 1483058"/>
              <a:gd name="connsiteX8" fmla="*/ 142347 w 772912"/>
              <a:gd name="connsiteY8" fmla="*/ 1293424 h 1483058"/>
              <a:gd name="connsiteX9" fmla="*/ 72813 w 772912"/>
              <a:gd name="connsiteY9" fmla="*/ 751597 h 1483058"/>
              <a:gd name="connsiteX10" fmla="*/ 2041 w 772912"/>
              <a:gd name="connsiteY10" fmla="*/ 822427 h 1483058"/>
              <a:gd name="connsiteX0" fmla="*/ 2737 w 773608"/>
              <a:gd name="connsiteY0" fmla="*/ 822427 h 1483058"/>
              <a:gd name="connsiteX1" fmla="*/ 70444 w 773608"/>
              <a:gd name="connsiteY1" fmla="*/ 575190 h 1483058"/>
              <a:gd name="connsiteX2" fmla="*/ 126566 w 773608"/>
              <a:gd name="connsiteY2" fmla="*/ 220941 h 1483058"/>
              <a:gd name="connsiteX3" fmla="*/ 390504 w 773608"/>
              <a:gd name="connsiteY3" fmla="*/ 99 h 1483058"/>
              <a:gd name="connsiteX4" fmla="*/ 658658 w 773608"/>
              <a:gd name="connsiteY4" fmla="*/ 206902 h 1483058"/>
              <a:gd name="connsiteX5" fmla="*/ 773608 w 773608"/>
              <a:gd name="connsiteY5" fmla="*/ 1026719 h 1483058"/>
              <a:gd name="connsiteX6" fmla="*/ 658802 w 773608"/>
              <a:gd name="connsiteY6" fmla="*/ 1357764 h 1483058"/>
              <a:gd name="connsiteX7" fmla="*/ 332349 w 773608"/>
              <a:gd name="connsiteY7" fmla="*/ 1481795 h 1483058"/>
              <a:gd name="connsiteX8" fmla="*/ 143043 w 773608"/>
              <a:gd name="connsiteY8" fmla="*/ 1293424 h 1483058"/>
              <a:gd name="connsiteX9" fmla="*/ 73509 w 773608"/>
              <a:gd name="connsiteY9" fmla="*/ 751597 h 1483058"/>
              <a:gd name="connsiteX10" fmla="*/ 2737 w 773608"/>
              <a:gd name="connsiteY10" fmla="*/ 822427 h 1483058"/>
              <a:gd name="connsiteX0" fmla="*/ 2737 w 773608"/>
              <a:gd name="connsiteY0" fmla="*/ 822427 h 1483058"/>
              <a:gd name="connsiteX1" fmla="*/ 70444 w 773608"/>
              <a:gd name="connsiteY1" fmla="*/ 575190 h 1483058"/>
              <a:gd name="connsiteX2" fmla="*/ 126566 w 773608"/>
              <a:gd name="connsiteY2" fmla="*/ 220941 h 1483058"/>
              <a:gd name="connsiteX3" fmla="*/ 390504 w 773608"/>
              <a:gd name="connsiteY3" fmla="*/ 99 h 1483058"/>
              <a:gd name="connsiteX4" fmla="*/ 658658 w 773608"/>
              <a:gd name="connsiteY4" fmla="*/ 206902 h 1483058"/>
              <a:gd name="connsiteX5" fmla="*/ 773608 w 773608"/>
              <a:gd name="connsiteY5" fmla="*/ 1026719 h 1483058"/>
              <a:gd name="connsiteX6" fmla="*/ 658802 w 773608"/>
              <a:gd name="connsiteY6" fmla="*/ 1357764 h 1483058"/>
              <a:gd name="connsiteX7" fmla="*/ 332349 w 773608"/>
              <a:gd name="connsiteY7" fmla="*/ 1481795 h 1483058"/>
              <a:gd name="connsiteX8" fmla="*/ 143043 w 773608"/>
              <a:gd name="connsiteY8" fmla="*/ 1293425 h 1483058"/>
              <a:gd name="connsiteX9" fmla="*/ 73509 w 773608"/>
              <a:gd name="connsiteY9" fmla="*/ 751597 h 1483058"/>
              <a:gd name="connsiteX10" fmla="*/ 2737 w 773608"/>
              <a:gd name="connsiteY10" fmla="*/ 822427 h 1483058"/>
              <a:gd name="connsiteX0" fmla="*/ 2737 w 773608"/>
              <a:gd name="connsiteY0" fmla="*/ 784686 h 1445317"/>
              <a:gd name="connsiteX1" fmla="*/ 70444 w 773608"/>
              <a:gd name="connsiteY1" fmla="*/ 537449 h 1445317"/>
              <a:gd name="connsiteX2" fmla="*/ 126566 w 773608"/>
              <a:gd name="connsiteY2" fmla="*/ 183200 h 1445317"/>
              <a:gd name="connsiteX3" fmla="*/ 388239 w 773608"/>
              <a:gd name="connsiteY3" fmla="*/ 318 h 1445317"/>
              <a:gd name="connsiteX4" fmla="*/ 658658 w 773608"/>
              <a:gd name="connsiteY4" fmla="*/ 169161 h 1445317"/>
              <a:gd name="connsiteX5" fmla="*/ 773608 w 773608"/>
              <a:gd name="connsiteY5" fmla="*/ 988978 h 1445317"/>
              <a:gd name="connsiteX6" fmla="*/ 658802 w 773608"/>
              <a:gd name="connsiteY6" fmla="*/ 1320023 h 1445317"/>
              <a:gd name="connsiteX7" fmla="*/ 332349 w 773608"/>
              <a:gd name="connsiteY7" fmla="*/ 1444054 h 1445317"/>
              <a:gd name="connsiteX8" fmla="*/ 143043 w 773608"/>
              <a:gd name="connsiteY8" fmla="*/ 1255684 h 1445317"/>
              <a:gd name="connsiteX9" fmla="*/ 73509 w 773608"/>
              <a:gd name="connsiteY9" fmla="*/ 713856 h 1445317"/>
              <a:gd name="connsiteX10" fmla="*/ 2737 w 773608"/>
              <a:gd name="connsiteY10" fmla="*/ 784686 h 1445317"/>
              <a:gd name="connsiteX0" fmla="*/ 2737 w 773608"/>
              <a:gd name="connsiteY0" fmla="*/ 786943 h 1447574"/>
              <a:gd name="connsiteX1" fmla="*/ 70444 w 773608"/>
              <a:gd name="connsiteY1" fmla="*/ 539706 h 1447574"/>
              <a:gd name="connsiteX2" fmla="*/ 137890 w 773608"/>
              <a:gd name="connsiteY2" fmla="*/ 233770 h 1447574"/>
              <a:gd name="connsiteX3" fmla="*/ 388239 w 773608"/>
              <a:gd name="connsiteY3" fmla="*/ 2575 h 1447574"/>
              <a:gd name="connsiteX4" fmla="*/ 658658 w 773608"/>
              <a:gd name="connsiteY4" fmla="*/ 171418 h 1447574"/>
              <a:gd name="connsiteX5" fmla="*/ 773608 w 773608"/>
              <a:gd name="connsiteY5" fmla="*/ 991235 h 1447574"/>
              <a:gd name="connsiteX6" fmla="*/ 658802 w 773608"/>
              <a:gd name="connsiteY6" fmla="*/ 1322280 h 1447574"/>
              <a:gd name="connsiteX7" fmla="*/ 332349 w 773608"/>
              <a:gd name="connsiteY7" fmla="*/ 1446311 h 1447574"/>
              <a:gd name="connsiteX8" fmla="*/ 143043 w 773608"/>
              <a:gd name="connsiteY8" fmla="*/ 1257941 h 1447574"/>
              <a:gd name="connsiteX9" fmla="*/ 73509 w 773608"/>
              <a:gd name="connsiteY9" fmla="*/ 716113 h 1447574"/>
              <a:gd name="connsiteX10" fmla="*/ 2737 w 773608"/>
              <a:gd name="connsiteY10" fmla="*/ 786943 h 1447574"/>
              <a:gd name="connsiteX0" fmla="*/ 4243 w 775114"/>
              <a:gd name="connsiteY0" fmla="*/ 786943 h 1447574"/>
              <a:gd name="connsiteX1" fmla="*/ 62891 w 775114"/>
              <a:gd name="connsiteY1" fmla="*/ 522452 h 1447574"/>
              <a:gd name="connsiteX2" fmla="*/ 139396 w 775114"/>
              <a:gd name="connsiteY2" fmla="*/ 233770 h 1447574"/>
              <a:gd name="connsiteX3" fmla="*/ 389745 w 775114"/>
              <a:gd name="connsiteY3" fmla="*/ 2575 h 1447574"/>
              <a:gd name="connsiteX4" fmla="*/ 660164 w 775114"/>
              <a:gd name="connsiteY4" fmla="*/ 171418 h 1447574"/>
              <a:gd name="connsiteX5" fmla="*/ 775114 w 775114"/>
              <a:gd name="connsiteY5" fmla="*/ 991235 h 1447574"/>
              <a:gd name="connsiteX6" fmla="*/ 660308 w 775114"/>
              <a:gd name="connsiteY6" fmla="*/ 1322280 h 1447574"/>
              <a:gd name="connsiteX7" fmla="*/ 333855 w 775114"/>
              <a:gd name="connsiteY7" fmla="*/ 1446311 h 1447574"/>
              <a:gd name="connsiteX8" fmla="*/ 144549 w 775114"/>
              <a:gd name="connsiteY8" fmla="*/ 1257941 h 1447574"/>
              <a:gd name="connsiteX9" fmla="*/ 75015 w 775114"/>
              <a:gd name="connsiteY9" fmla="*/ 716113 h 1447574"/>
              <a:gd name="connsiteX10" fmla="*/ 4243 w 775114"/>
              <a:gd name="connsiteY10" fmla="*/ 786943 h 1447574"/>
              <a:gd name="connsiteX0" fmla="*/ 9050 w 779921"/>
              <a:gd name="connsiteY0" fmla="*/ 786943 h 1447574"/>
              <a:gd name="connsiteX1" fmla="*/ 51844 w 779921"/>
              <a:gd name="connsiteY1" fmla="*/ 522452 h 1447574"/>
              <a:gd name="connsiteX2" fmla="*/ 144203 w 779921"/>
              <a:gd name="connsiteY2" fmla="*/ 233770 h 1447574"/>
              <a:gd name="connsiteX3" fmla="*/ 394552 w 779921"/>
              <a:gd name="connsiteY3" fmla="*/ 2575 h 1447574"/>
              <a:gd name="connsiteX4" fmla="*/ 664971 w 779921"/>
              <a:gd name="connsiteY4" fmla="*/ 171418 h 1447574"/>
              <a:gd name="connsiteX5" fmla="*/ 779921 w 779921"/>
              <a:gd name="connsiteY5" fmla="*/ 991235 h 1447574"/>
              <a:gd name="connsiteX6" fmla="*/ 665115 w 779921"/>
              <a:gd name="connsiteY6" fmla="*/ 1322280 h 1447574"/>
              <a:gd name="connsiteX7" fmla="*/ 338662 w 779921"/>
              <a:gd name="connsiteY7" fmla="*/ 1446311 h 1447574"/>
              <a:gd name="connsiteX8" fmla="*/ 149356 w 779921"/>
              <a:gd name="connsiteY8" fmla="*/ 1257941 h 1447574"/>
              <a:gd name="connsiteX9" fmla="*/ 79822 w 779921"/>
              <a:gd name="connsiteY9" fmla="*/ 716113 h 1447574"/>
              <a:gd name="connsiteX10" fmla="*/ 9050 w 779921"/>
              <a:gd name="connsiteY10" fmla="*/ 786943 h 1447574"/>
              <a:gd name="connsiteX0" fmla="*/ 2472 w 773343"/>
              <a:gd name="connsiteY0" fmla="*/ 786943 h 1447574"/>
              <a:gd name="connsiteX1" fmla="*/ 72444 w 773343"/>
              <a:gd name="connsiteY1" fmla="*/ 525904 h 1447574"/>
              <a:gd name="connsiteX2" fmla="*/ 137625 w 773343"/>
              <a:gd name="connsiteY2" fmla="*/ 233770 h 1447574"/>
              <a:gd name="connsiteX3" fmla="*/ 387974 w 773343"/>
              <a:gd name="connsiteY3" fmla="*/ 2575 h 1447574"/>
              <a:gd name="connsiteX4" fmla="*/ 658393 w 773343"/>
              <a:gd name="connsiteY4" fmla="*/ 171418 h 1447574"/>
              <a:gd name="connsiteX5" fmla="*/ 773343 w 773343"/>
              <a:gd name="connsiteY5" fmla="*/ 991235 h 1447574"/>
              <a:gd name="connsiteX6" fmla="*/ 658537 w 773343"/>
              <a:gd name="connsiteY6" fmla="*/ 1322280 h 1447574"/>
              <a:gd name="connsiteX7" fmla="*/ 332084 w 773343"/>
              <a:gd name="connsiteY7" fmla="*/ 1446311 h 1447574"/>
              <a:gd name="connsiteX8" fmla="*/ 142778 w 773343"/>
              <a:gd name="connsiteY8" fmla="*/ 1257941 h 1447574"/>
              <a:gd name="connsiteX9" fmla="*/ 73244 w 773343"/>
              <a:gd name="connsiteY9" fmla="*/ 716113 h 1447574"/>
              <a:gd name="connsiteX10" fmla="*/ 2472 w 773343"/>
              <a:gd name="connsiteY10" fmla="*/ 786943 h 1447574"/>
              <a:gd name="connsiteX0" fmla="*/ 1502 w 772373"/>
              <a:gd name="connsiteY0" fmla="*/ 786943 h 1447574"/>
              <a:gd name="connsiteX1" fmla="*/ 71474 w 772373"/>
              <a:gd name="connsiteY1" fmla="*/ 525904 h 1447574"/>
              <a:gd name="connsiteX2" fmla="*/ 136655 w 772373"/>
              <a:gd name="connsiteY2" fmla="*/ 233770 h 1447574"/>
              <a:gd name="connsiteX3" fmla="*/ 387004 w 772373"/>
              <a:gd name="connsiteY3" fmla="*/ 2575 h 1447574"/>
              <a:gd name="connsiteX4" fmla="*/ 657423 w 772373"/>
              <a:gd name="connsiteY4" fmla="*/ 171418 h 1447574"/>
              <a:gd name="connsiteX5" fmla="*/ 772373 w 772373"/>
              <a:gd name="connsiteY5" fmla="*/ 991235 h 1447574"/>
              <a:gd name="connsiteX6" fmla="*/ 657567 w 772373"/>
              <a:gd name="connsiteY6" fmla="*/ 1322280 h 1447574"/>
              <a:gd name="connsiteX7" fmla="*/ 331114 w 772373"/>
              <a:gd name="connsiteY7" fmla="*/ 1446311 h 1447574"/>
              <a:gd name="connsiteX8" fmla="*/ 141808 w 772373"/>
              <a:gd name="connsiteY8" fmla="*/ 1257941 h 1447574"/>
              <a:gd name="connsiteX9" fmla="*/ 72274 w 772373"/>
              <a:gd name="connsiteY9" fmla="*/ 716113 h 1447574"/>
              <a:gd name="connsiteX10" fmla="*/ 1502 w 772373"/>
              <a:gd name="connsiteY10" fmla="*/ 786943 h 1447574"/>
              <a:gd name="connsiteX0" fmla="*/ 1931 w 772802"/>
              <a:gd name="connsiteY0" fmla="*/ 786943 h 1447574"/>
              <a:gd name="connsiteX1" fmla="*/ 65109 w 772802"/>
              <a:gd name="connsiteY1" fmla="*/ 532806 h 1447574"/>
              <a:gd name="connsiteX2" fmla="*/ 137084 w 772802"/>
              <a:gd name="connsiteY2" fmla="*/ 233770 h 1447574"/>
              <a:gd name="connsiteX3" fmla="*/ 387433 w 772802"/>
              <a:gd name="connsiteY3" fmla="*/ 2575 h 1447574"/>
              <a:gd name="connsiteX4" fmla="*/ 657852 w 772802"/>
              <a:gd name="connsiteY4" fmla="*/ 171418 h 1447574"/>
              <a:gd name="connsiteX5" fmla="*/ 772802 w 772802"/>
              <a:gd name="connsiteY5" fmla="*/ 991235 h 1447574"/>
              <a:gd name="connsiteX6" fmla="*/ 657996 w 772802"/>
              <a:gd name="connsiteY6" fmla="*/ 1322280 h 1447574"/>
              <a:gd name="connsiteX7" fmla="*/ 331543 w 772802"/>
              <a:gd name="connsiteY7" fmla="*/ 1446311 h 1447574"/>
              <a:gd name="connsiteX8" fmla="*/ 142237 w 772802"/>
              <a:gd name="connsiteY8" fmla="*/ 1257941 h 1447574"/>
              <a:gd name="connsiteX9" fmla="*/ 72703 w 772802"/>
              <a:gd name="connsiteY9" fmla="*/ 716113 h 1447574"/>
              <a:gd name="connsiteX10" fmla="*/ 1931 w 772802"/>
              <a:gd name="connsiteY10" fmla="*/ 786943 h 14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2802" h="1447574">
                <a:moveTo>
                  <a:pt x="1931" y="786943"/>
                </a:moveTo>
                <a:cubicBezTo>
                  <a:pt x="-5304" y="793031"/>
                  <a:pt x="6108" y="637170"/>
                  <a:pt x="65109" y="532806"/>
                </a:cubicBezTo>
                <a:cubicBezTo>
                  <a:pt x="95020" y="452841"/>
                  <a:pt x="83363" y="322142"/>
                  <a:pt x="137084" y="233770"/>
                </a:cubicBezTo>
                <a:cubicBezTo>
                  <a:pt x="190805" y="145398"/>
                  <a:pt x="300638" y="12967"/>
                  <a:pt x="387433" y="2575"/>
                </a:cubicBezTo>
                <a:cubicBezTo>
                  <a:pt x="474228" y="-7817"/>
                  <a:pt x="593624" y="6641"/>
                  <a:pt x="657852" y="171418"/>
                </a:cubicBezTo>
                <a:cubicBezTo>
                  <a:pt x="722080" y="336195"/>
                  <a:pt x="772778" y="799425"/>
                  <a:pt x="772802" y="991235"/>
                </a:cubicBezTo>
                <a:cubicBezTo>
                  <a:pt x="772826" y="1183045"/>
                  <a:pt x="731539" y="1246434"/>
                  <a:pt x="657996" y="1322280"/>
                </a:cubicBezTo>
                <a:cubicBezTo>
                  <a:pt x="584453" y="1398126"/>
                  <a:pt x="417503" y="1457034"/>
                  <a:pt x="331543" y="1446311"/>
                </a:cubicBezTo>
                <a:cubicBezTo>
                  <a:pt x="245583" y="1435588"/>
                  <a:pt x="162488" y="1364071"/>
                  <a:pt x="142237" y="1257941"/>
                </a:cubicBezTo>
                <a:cubicBezTo>
                  <a:pt x="70105" y="1028184"/>
                  <a:pt x="105499" y="806115"/>
                  <a:pt x="72703" y="716113"/>
                </a:cubicBezTo>
                <a:cubicBezTo>
                  <a:pt x="35569" y="690454"/>
                  <a:pt x="12746" y="754000"/>
                  <a:pt x="1931" y="786943"/>
                </a:cubicBezTo>
                <a:close/>
              </a:path>
            </a:pathLst>
          </a:custGeom>
          <a:noFill/>
          <a:ln w="19050" cap="flat">
            <a:solidFill>
              <a:schemeClr val="tx1"/>
            </a:solidFill>
            <a:prstDash val="solid"/>
            <a:miter/>
          </a:ln>
        </p:spPr>
        <p:txBody>
          <a:bodyPr rtlCol="0" anchor="ctr"/>
          <a:lstStyle/>
          <a:p>
            <a:endParaRPr lang="en-US">
              <a:ln>
                <a:solidFill>
                  <a:srgbClr val="000000"/>
                </a:solidFill>
              </a:ln>
              <a:solidFill>
                <a:srgbClr val="000000"/>
              </a:solidFill>
            </a:endParaRPr>
          </a:p>
        </p:txBody>
      </p:sp>
      <p:pic>
        <p:nvPicPr>
          <p:cNvPr id="7" name="Graphic 6" descr="Workflow">
            <a:extLst>
              <a:ext uri="{FF2B5EF4-FFF2-40B4-BE49-F238E27FC236}">
                <a16:creationId xmlns:a16="http://schemas.microsoft.com/office/drawing/2014/main" id="{0DE71868-FD3C-B328-E4B4-282FB8E5DCA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6399" y="941377"/>
            <a:ext cx="4903863" cy="4903863"/>
          </a:xfrm>
          <a:prstGeom prst="rect">
            <a:avLst/>
          </a:prstGeom>
        </p:spPr>
      </p:pic>
    </p:spTree>
    <p:extLst>
      <p:ext uri="{BB962C8B-B14F-4D97-AF65-F5344CB8AC3E}">
        <p14:creationId xmlns:p14="http://schemas.microsoft.com/office/powerpoint/2010/main" val="2842848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7B498-52B3-4489-9E98-8D72E2E8D174}"/>
              </a:ext>
            </a:extLst>
          </p:cNvPr>
          <p:cNvSpPr>
            <a:spLocks noGrp="1"/>
          </p:cNvSpPr>
          <p:nvPr>
            <p:ph type="title"/>
          </p:nvPr>
        </p:nvSpPr>
        <p:spPr/>
        <p:txBody>
          <a:bodyPr/>
          <a:lstStyle/>
          <a:p>
            <a:r>
              <a:rPr lang="en-AU" dirty="0"/>
              <a:t>How do I do it?</a:t>
            </a:r>
          </a:p>
        </p:txBody>
      </p:sp>
      <p:sp>
        <p:nvSpPr>
          <p:cNvPr id="3" name="Content Placeholder 2">
            <a:extLst>
              <a:ext uri="{FF2B5EF4-FFF2-40B4-BE49-F238E27FC236}">
                <a16:creationId xmlns:a16="http://schemas.microsoft.com/office/drawing/2014/main" id="{2B62534B-5C68-4FF8-A008-EEC453BB0558}"/>
              </a:ext>
            </a:extLst>
          </p:cNvPr>
          <p:cNvSpPr>
            <a:spLocks noGrp="1"/>
          </p:cNvSpPr>
          <p:nvPr>
            <p:ph idx="1"/>
          </p:nvPr>
        </p:nvSpPr>
        <p:spPr>
          <a:xfrm>
            <a:off x="1524002" y="1905000"/>
            <a:ext cx="9131164" cy="4267200"/>
          </a:xfrm>
        </p:spPr>
        <p:txBody>
          <a:bodyPr>
            <a:normAutofit fontScale="92500" lnSpcReduction="20000"/>
          </a:bodyPr>
          <a:lstStyle/>
          <a:p>
            <a:pPr marL="0" indent="0">
              <a:buClr>
                <a:schemeClr val="accent1"/>
              </a:buClr>
              <a:buNone/>
            </a:pPr>
            <a:r>
              <a:rPr lang="en-AU" sz="4000" dirty="0"/>
              <a:t>Choose </a:t>
            </a:r>
            <a:r>
              <a:rPr lang="en-AU" sz="4000" b="1" dirty="0"/>
              <a:t>one</a:t>
            </a:r>
            <a:r>
              <a:rPr lang="en-AU" sz="4000" dirty="0"/>
              <a:t> of the </a:t>
            </a:r>
            <a:r>
              <a:rPr lang="en-AU" sz="4000" b="1" dirty="0"/>
              <a:t>questions from the worksheet </a:t>
            </a:r>
            <a:r>
              <a:rPr lang="en-AU" sz="4000" dirty="0"/>
              <a:t>06w – Embedding quotes.</a:t>
            </a:r>
            <a:endParaRPr lang="en-AU" sz="4000" dirty="0">
              <a:solidFill>
                <a:schemeClr val="tx2"/>
              </a:solidFill>
            </a:endParaRPr>
          </a:p>
          <a:p>
            <a:pPr marL="895350" indent="-539750">
              <a:buClr>
                <a:schemeClr val="accent1"/>
              </a:buClr>
              <a:buFont typeface="+mj-lt"/>
              <a:buAutoNum type="arabicPeriod"/>
            </a:pPr>
            <a:r>
              <a:rPr lang="en-AU" sz="4000" dirty="0"/>
              <a:t>Write your answer </a:t>
            </a:r>
            <a:r>
              <a:rPr lang="en-AU" sz="4000" b="0" dirty="0"/>
              <a:t>in your own words.</a:t>
            </a:r>
          </a:p>
          <a:p>
            <a:pPr marL="895350" indent="-539750">
              <a:buClr>
                <a:schemeClr val="accent1"/>
              </a:buClr>
              <a:buFont typeface="+mj-lt"/>
              <a:buAutoNum type="arabicPeriod"/>
            </a:pPr>
            <a:r>
              <a:rPr lang="en-AU" sz="4000" dirty="0"/>
              <a:t>Copy out one quote</a:t>
            </a:r>
            <a:r>
              <a:rPr lang="en-AU" sz="4000" b="0" dirty="0"/>
              <a:t> from the novel that demonstrates the idea.</a:t>
            </a:r>
          </a:p>
          <a:p>
            <a:pPr marL="895350" indent="-539750">
              <a:buClr>
                <a:schemeClr val="accent1"/>
              </a:buClr>
              <a:buFont typeface="+mj-lt"/>
              <a:buAutoNum type="arabicPeriod"/>
            </a:pPr>
            <a:r>
              <a:rPr lang="en-AU" sz="4000" dirty="0"/>
              <a:t>Circle or underline </a:t>
            </a:r>
            <a:r>
              <a:rPr lang="en-AU" sz="4000" b="0" dirty="0"/>
              <a:t>the</a:t>
            </a:r>
            <a:r>
              <a:rPr lang="en-AU" sz="4000" dirty="0"/>
              <a:t> words</a:t>
            </a:r>
            <a:r>
              <a:rPr lang="en-AU" sz="4000" b="0" dirty="0"/>
              <a:t> that you think are the most important words in the quote. </a:t>
            </a:r>
          </a:p>
          <a:p>
            <a:pPr marL="895350" indent="-539750">
              <a:buClr>
                <a:schemeClr val="accent1"/>
              </a:buClr>
              <a:buFont typeface="+mj-lt"/>
              <a:buAutoNum type="arabicPeriod"/>
            </a:pPr>
            <a:r>
              <a:rPr lang="en-AU" sz="4000" dirty="0"/>
              <a:t>Incorporate </a:t>
            </a:r>
            <a:r>
              <a:rPr lang="en-AU" sz="4000" b="0" dirty="0"/>
              <a:t>those words into your first sentence.</a:t>
            </a:r>
          </a:p>
          <a:p>
            <a:pPr marL="355600" algn="ctr">
              <a:buClr>
                <a:schemeClr val="accent1"/>
              </a:buClr>
            </a:pPr>
            <a:r>
              <a:rPr lang="en-AU" sz="4000" dirty="0">
                <a:solidFill>
                  <a:srgbClr val="C00000"/>
                </a:solidFill>
              </a:rPr>
              <a:t>Read on for more detail on each of those steps!</a:t>
            </a:r>
          </a:p>
        </p:txBody>
      </p:sp>
    </p:spTree>
    <p:extLst>
      <p:ext uri="{BB962C8B-B14F-4D97-AF65-F5344CB8AC3E}">
        <p14:creationId xmlns:p14="http://schemas.microsoft.com/office/powerpoint/2010/main" val="3090357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51494" y="1905000"/>
            <a:ext cx="6660231" cy="4267200"/>
          </a:xfrm>
        </p:spPr>
        <p:txBody>
          <a:bodyPr>
            <a:normAutofit/>
          </a:bodyPr>
          <a:lstStyle/>
          <a:p>
            <a:pPr marL="0" indent="0">
              <a:buNone/>
            </a:pPr>
            <a:r>
              <a:rPr lang="en-AU" sz="3600" dirty="0"/>
              <a:t>After Queenie saves him from being caught by Beaver, Subhi felt looked after for the first time in a long while, and he thought of Queenie as being like a superhero.</a:t>
            </a:r>
          </a:p>
          <a:p>
            <a:pPr marL="0" indent="0">
              <a:buNone/>
            </a:pPr>
            <a:r>
              <a:rPr lang="en-AU" sz="3600" i="1" dirty="0">
                <a:solidFill>
                  <a:srgbClr val="00B050"/>
                </a:solidFill>
              </a:rPr>
              <a:t>“</a:t>
            </a:r>
            <a:r>
              <a:rPr lang="en-AU" sz="3600" i="1" dirty="0">
                <a:solidFill>
                  <a:srgbClr val="00B050"/>
                </a:solidFill>
                <a:cs typeface="Times New Roman" panose="02020603050405020304" pitchFamily="18" charset="0"/>
              </a:rPr>
              <a:t>Q</a:t>
            </a:r>
            <a:r>
              <a:rPr lang="en-AU" sz="3600" i="1" dirty="0">
                <a:solidFill>
                  <a:srgbClr val="00B050"/>
                </a:solidFill>
                <a:effectLst/>
                <a:ea typeface="Calibri" panose="020F0502020204030204" pitchFamily="34" charset="0"/>
                <a:cs typeface="Times New Roman" panose="02020603050405020304" pitchFamily="18" charset="0"/>
              </a:rPr>
              <a:t>ueeny looks as close to a superhero as I’ve ever seen.”</a:t>
            </a:r>
          </a:p>
          <a:p>
            <a:pPr marL="0" indent="0">
              <a:buNone/>
            </a:pPr>
            <a:r>
              <a:rPr lang="en-AU" sz="3600" i="1" dirty="0">
                <a:solidFill>
                  <a:srgbClr val="00B050"/>
                </a:solidFill>
                <a:ea typeface="Calibri" panose="020F0502020204030204" pitchFamily="34" charset="0"/>
                <a:cs typeface="Times New Roman" panose="02020603050405020304" pitchFamily="18" charset="0"/>
              </a:rPr>
              <a:t>“She swoops … hair flying down behind her.”</a:t>
            </a:r>
          </a:p>
          <a:p>
            <a:pPr marL="0" indent="0">
              <a:buNone/>
            </a:pPr>
            <a:r>
              <a:rPr lang="en-AU" sz="3600" i="1" dirty="0">
                <a:solidFill>
                  <a:srgbClr val="00B050"/>
                </a:solidFill>
                <a:ea typeface="Calibri" panose="020F0502020204030204" pitchFamily="34" charset="0"/>
                <a:cs typeface="Times New Roman" panose="02020603050405020304" pitchFamily="18" charset="0"/>
              </a:rPr>
              <a:t>“I haven’t felt like that in a long time.”</a:t>
            </a:r>
          </a:p>
          <a:p>
            <a:pPr marL="0" indent="0">
              <a:buNone/>
            </a:pPr>
            <a:endParaRPr lang="en-AU" i="1" dirty="0">
              <a:solidFill>
                <a:srgbClr val="00B050"/>
              </a:solidFill>
              <a:effectLst/>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18105" y="1905000"/>
            <a:ext cx="2592288" cy="4267200"/>
          </a:xfrm>
        </p:spPr>
        <p:txBody>
          <a:bodyPr>
            <a:normAutofit/>
          </a:bodyPr>
          <a:lstStyle/>
          <a:p>
            <a:pPr marL="457200" indent="-457200">
              <a:buClr>
                <a:schemeClr val="accent1"/>
              </a:buClr>
              <a:buFont typeface="+mj-lt"/>
              <a:buAutoNum type="arabicPeriod"/>
            </a:pPr>
            <a:r>
              <a:rPr lang="en-AU" sz="4000" dirty="0"/>
              <a:t>Write your sentence</a:t>
            </a:r>
          </a:p>
          <a:p>
            <a:pPr marL="457200" indent="-457200">
              <a:buClr>
                <a:schemeClr val="accent1"/>
              </a:buClr>
              <a:buFont typeface="+mj-lt"/>
              <a:buAutoNum type="arabicPeriod"/>
            </a:pPr>
            <a:r>
              <a:rPr lang="en-AU" sz="4000" dirty="0"/>
              <a:t>Copy out your quote/s</a:t>
            </a:r>
          </a:p>
        </p:txBody>
      </p:sp>
    </p:spTree>
    <p:extLst>
      <p:ext uri="{BB962C8B-B14F-4D97-AF65-F5344CB8AC3E}">
        <p14:creationId xmlns:p14="http://schemas.microsoft.com/office/powerpoint/2010/main" val="2198813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51494" y="1905000"/>
            <a:ext cx="6660231" cy="4267200"/>
          </a:xfrm>
        </p:spPr>
        <p:txBody>
          <a:bodyPr>
            <a:normAutofit/>
          </a:bodyPr>
          <a:lstStyle/>
          <a:p>
            <a:pPr marL="0" indent="0">
              <a:buNone/>
            </a:pPr>
            <a:r>
              <a:rPr lang="en-AU" sz="3600" dirty="0"/>
              <a:t>After Queenie saves him from being caught by Beaver, Subhi felt looked after for the first time in a long while, and he thought of Queenie as being like a superhero.</a:t>
            </a:r>
          </a:p>
          <a:p>
            <a:pPr marL="0" indent="0">
              <a:buNone/>
            </a:pPr>
            <a:r>
              <a:rPr lang="en-AU" sz="3600" i="1" dirty="0">
                <a:solidFill>
                  <a:srgbClr val="00B050"/>
                </a:solidFill>
              </a:rPr>
              <a:t>“</a:t>
            </a:r>
            <a:r>
              <a:rPr lang="en-AU" sz="3600" i="1" dirty="0">
                <a:solidFill>
                  <a:srgbClr val="00B050"/>
                </a:solidFill>
                <a:cs typeface="Times New Roman" panose="02020603050405020304" pitchFamily="18" charset="0"/>
              </a:rPr>
              <a:t>Q</a:t>
            </a:r>
            <a:r>
              <a:rPr lang="en-AU" sz="3600" i="1" dirty="0">
                <a:solidFill>
                  <a:srgbClr val="00B050"/>
                </a:solidFill>
                <a:effectLst/>
                <a:ea typeface="Calibri" panose="020F0502020204030204" pitchFamily="34" charset="0"/>
                <a:cs typeface="Times New Roman" panose="02020603050405020304" pitchFamily="18" charset="0"/>
              </a:rPr>
              <a:t>ueeny looks </a:t>
            </a:r>
            <a:r>
              <a:rPr lang="en-AU" sz="3600" i="1" dirty="0">
                <a:solidFill>
                  <a:srgbClr val="00B050"/>
                </a:solidFill>
                <a:effectLst/>
                <a:highlight>
                  <a:srgbClr val="FFFF00"/>
                </a:highlight>
                <a:ea typeface="Calibri" panose="020F0502020204030204" pitchFamily="34" charset="0"/>
                <a:cs typeface="Times New Roman" panose="02020603050405020304" pitchFamily="18" charset="0"/>
              </a:rPr>
              <a:t>as close to a superhero </a:t>
            </a:r>
            <a:r>
              <a:rPr lang="en-AU" sz="3600" i="1" dirty="0">
                <a:solidFill>
                  <a:srgbClr val="00B050"/>
                </a:solidFill>
                <a:effectLst/>
                <a:ea typeface="Calibri" panose="020F0502020204030204" pitchFamily="34" charset="0"/>
                <a:cs typeface="Times New Roman" panose="02020603050405020304" pitchFamily="18" charset="0"/>
              </a:rPr>
              <a:t>as </a:t>
            </a:r>
            <a:r>
              <a:rPr lang="en-AU" sz="3600" i="1" dirty="0">
                <a:solidFill>
                  <a:srgbClr val="00B050"/>
                </a:solidFill>
                <a:effectLst/>
                <a:highlight>
                  <a:srgbClr val="FFFF00"/>
                </a:highlight>
                <a:ea typeface="Calibri" panose="020F0502020204030204" pitchFamily="34" charset="0"/>
                <a:cs typeface="Times New Roman" panose="02020603050405020304" pitchFamily="18" charset="0"/>
              </a:rPr>
              <a:t>I’ve ever seen</a:t>
            </a:r>
            <a:r>
              <a:rPr lang="en-AU" sz="3600" i="1" dirty="0">
                <a:solidFill>
                  <a:srgbClr val="00B050"/>
                </a:solidFill>
                <a:effectLst/>
                <a:ea typeface="Calibri" panose="020F0502020204030204" pitchFamily="34" charset="0"/>
                <a:cs typeface="Times New Roman" panose="02020603050405020304" pitchFamily="18" charset="0"/>
              </a:rPr>
              <a:t>.”</a:t>
            </a:r>
          </a:p>
          <a:p>
            <a:pPr marL="0" indent="0">
              <a:buNone/>
            </a:pPr>
            <a:r>
              <a:rPr lang="en-AU" sz="3600" i="1" dirty="0">
                <a:solidFill>
                  <a:srgbClr val="00B050"/>
                </a:solidFill>
                <a:ea typeface="Calibri" panose="020F0502020204030204" pitchFamily="34" charset="0"/>
                <a:cs typeface="Times New Roman" panose="02020603050405020304" pitchFamily="18" charset="0"/>
              </a:rPr>
              <a:t>“She </a:t>
            </a:r>
            <a:r>
              <a:rPr lang="en-AU" sz="3600" i="1" dirty="0">
                <a:solidFill>
                  <a:srgbClr val="00B050"/>
                </a:solidFill>
                <a:highlight>
                  <a:srgbClr val="FFFF00"/>
                </a:highlight>
                <a:ea typeface="Calibri" panose="020F0502020204030204" pitchFamily="34" charset="0"/>
                <a:cs typeface="Times New Roman" panose="02020603050405020304" pitchFamily="18" charset="0"/>
              </a:rPr>
              <a:t>swoops</a:t>
            </a:r>
            <a:r>
              <a:rPr lang="en-AU" sz="3600" i="1" dirty="0">
                <a:solidFill>
                  <a:srgbClr val="00B050"/>
                </a:solidFill>
                <a:ea typeface="Calibri" panose="020F0502020204030204" pitchFamily="34" charset="0"/>
                <a:cs typeface="Times New Roman" panose="02020603050405020304" pitchFamily="18" charset="0"/>
              </a:rPr>
              <a:t> … hair </a:t>
            </a:r>
            <a:r>
              <a:rPr lang="en-AU" sz="3600" i="1" dirty="0">
                <a:solidFill>
                  <a:srgbClr val="00B050"/>
                </a:solidFill>
                <a:highlight>
                  <a:srgbClr val="FFFF00"/>
                </a:highlight>
                <a:ea typeface="Calibri" panose="020F0502020204030204" pitchFamily="34" charset="0"/>
                <a:cs typeface="Times New Roman" panose="02020603050405020304" pitchFamily="18" charset="0"/>
              </a:rPr>
              <a:t>flying</a:t>
            </a:r>
            <a:r>
              <a:rPr lang="en-AU" sz="3600" i="1" dirty="0">
                <a:solidFill>
                  <a:srgbClr val="00B050"/>
                </a:solidFill>
                <a:ea typeface="Calibri" panose="020F0502020204030204" pitchFamily="34" charset="0"/>
                <a:cs typeface="Times New Roman" panose="02020603050405020304" pitchFamily="18" charset="0"/>
              </a:rPr>
              <a:t> down behind her.”</a:t>
            </a:r>
          </a:p>
          <a:p>
            <a:r>
              <a:rPr lang="en-AU" sz="3600" i="1" dirty="0">
                <a:solidFill>
                  <a:srgbClr val="00B050"/>
                </a:solidFill>
                <a:ea typeface="Calibri" panose="020F0502020204030204" pitchFamily="34" charset="0"/>
                <a:cs typeface="Times New Roman" panose="02020603050405020304" pitchFamily="18" charset="0"/>
              </a:rPr>
              <a:t>“I haven’t felt like that </a:t>
            </a:r>
            <a:r>
              <a:rPr lang="en-AU" sz="3600" i="1" dirty="0">
                <a:solidFill>
                  <a:srgbClr val="00B050"/>
                </a:solidFill>
                <a:highlight>
                  <a:srgbClr val="FFFF00"/>
                </a:highlight>
                <a:ea typeface="Calibri" panose="020F0502020204030204" pitchFamily="34" charset="0"/>
                <a:cs typeface="Times New Roman" panose="02020603050405020304" pitchFamily="18" charset="0"/>
              </a:rPr>
              <a:t>in a long time</a:t>
            </a:r>
            <a:r>
              <a:rPr lang="en-AU" sz="3600" i="1" dirty="0">
                <a:solidFill>
                  <a:srgbClr val="00B050"/>
                </a:solidFill>
                <a:ea typeface="Calibri" panose="020F0502020204030204" pitchFamily="34" charset="0"/>
                <a:cs typeface="Times New Roman" panose="02020603050405020304" pitchFamily="18" charset="0"/>
              </a:rPr>
              <a:t>.”</a:t>
            </a:r>
          </a:p>
          <a:p>
            <a:pPr marL="0" indent="0">
              <a:buNone/>
            </a:pPr>
            <a:endParaRPr lang="en-AU" sz="3600" i="1" dirty="0">
              <a:solidFill>
                <a:srgbClr val="00B050"/>
              </a:solidFill>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18105" y="1905000"/>
            <a:ext cx="2592288" cy="4267200"/>
          </a:xfrm>
        </p:spPr>
        <p:txBody>
          <a:bodyPr>
            <a:normAutofit/>
          </a:bodyPr>
          <a:lstStyle/>
          <a:p>
            <a:pPr marL="457200" indent="-457200">
              <a:buClr>
                <a:schemeClr val="accent1"/>
              </a:buClr>
              <a:buFont typeface="+mj-lt"/>
              <a:buAutoNum type="arabicPeriod"/>
            </a:pPr>
            <a:r>
              <a:rPr lang="en-AU" sz="3600" dirty="0"/>
              <a:t>Write your sentence</a:t>
            </a:r>
          </a:p>
          <a:p>
            <a:pPr marL="457200" indent="-457200">
              <a:buClr>
                <a:schemeClr val="accent1"/>
              </a:buClr>
              <a:buFont typeface="+mj-lt"/>
              <a:buAutoNum type="arabicPeriod"/>
            </a:pPr>
            <a:r>
              <a:rPr lang="en-AU" sz="3600" dirty="0"/>
              <a:t>Copy out your quote</a:t>
            </a:r>
          </a:p>
          <a:p>
            <a:pPr marL="457200" indent="-457200">
              <a:buClr>
                <a:schemeClr val="accent1"/>
              </a:buClr>
              <a:buFont typeface="+mj-lt"/>
              <a:buAutoNum type="arabicPeriod"/>
            </a:pPr>
            <a:r>
              <a:rPr lang="en-AU" sz="3600" dirty="0"/>
              <a:t>Highlight the important words</a:t>
            </a:r>
          </a:p>
        </p:txBody>
      </p:sp>
    </p:spTree>
    <p:extLst>
      <p:ext uri="{BB962C8B-B14F-4D97-AF65-F5344CB8AC3E}">
        <p14:creationId xmlns:p14="http://schemas.microsoft.com/office/powerpoint/2010/main" val="3169301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51494" y="1905000"/>
            <a:ext cx="6660231" cy="4267200"/>
          </a:xfrm>
        </p:spPr>
        <p:txBody>
          <a:bodyPr anchor="ctr">
            <a:normAutofit/>
          </a:bodyPr>
          <a:lstStyle/>
          <a:p>
            <a:pPr marL="0" indent="0">
              <a:buNone/>
            </a:pPr>
            <a:r>
              <a:rPr lang="en-AU" sz="3200" dirty="0"/>
              <a:t>After Queenie saves him from being caught by Beaver, Subhi felt looked after for the first time in a long while, and he thought of Queenie as being like a superhero.</a:t>
            </a:r>
          </a:p>
          <a:p>
            <a:pPr marL="0" indent="0">
              <a:buNone/>
            </a:pPr>
            <a:r>
              <a:rPr lang="en-AU" sz="3200" i="1" dirty="0">
                <a:solidFill>
                  <a:srgbClr val="00B050"/>
                </a:solidFill>
              </a:rPr>
              <a:t>“</a:t>
            </a:r>
            <a:r>
              <a:rPr lang="en-AU" sz="3200" i="1" dirty="0">
                <a:solidFill>
                  <a:srgbClr val="00B050"/>
                </a:solidFill>
                <a:cs typeface="Times New Roman" panose="02020603050405020304" pitchFamily="18" charset="0"/>
              </a:rPr>
              <a:t>as </a:t>
            </a:r>
            <a:r>
              <a:rPr lang="en-AU" sz="3200" i="1" dirty="0">
                <a:solidFill>
                  <a:srgbClr val="00B050"/>
                </a:solidFill>
                <a:effectLst/>
                <a:ea typeface="Calibri" panose="020F0502020204030204" pitchFamily="34" charset="0"/>
                <a:cs typeface="Times New Roman" panose="02020603050405020304" pitchFamily="18" charset="0"/>
              </a:rPr>
              <a:t>close to a superhero as I’ve ever seen.”</a:t>
            </a:r>
          </a:p>
          <a:p>
            <a:pPr marL="0" indent="0">
              <a:buNone/>
            </a:pPr>
            <a:r>
              <a:rPr lang="en-AU" sz="3200" i="1" dirty="0">
                <a:solidFill>
                  <a:srgbClr val="00B050"/>
                </a:solidFill>
                <a:ea typeface="Calibri" panose="020F0502020204030204" pitchFamily="34" charset="0"/>
                <a:cs typeface="Times New Roman" panose="02020603050405020304" pitchFamily="18" charset="0"/>
              </a:rPr>
              <a:t>“swoops”</a:t>
            </a:r>
          </a:p>
          <a:p>
            <a:pPr marL="0" indent="0">
              <a:buNone/>
            </a:pPr>
            <a:r>
              <a:rPr lang="en-AU" sz="3200" i="1" dirty="0">
                <a:solidFill>
                  <a:srgbClr val="00B050"/>
                </a:solidFill>
                <a:ea typeface="Calibri" panose="020F0502020204030204" pitchFamily="34" charset="0"/>
                <a:cs typeface="Times New Roman" panose="02020603050405020304" pitchFamily="18" charset="0"/>
              </a:rPr>
              <a:t>“flying”</a:t>
            </a:r>
          </a:p>
          <a:p>
            <a:pPr marL="0" indent="0">
              <a:buNone/>
            </a:pPr>
            <a:r>
              <a:rPr lang="en-AU" i="1" dirty="0">
                <a:solidFill>
                  <a:srgbClr val="00B050"/>
                </a:solidFill>
                <a:ea typeface="Calibri" panose="020F0502020204030204" pitchFamily="34" charset="0"/>
                <a:cs typeface="Times New Roman" panose="02020603050405020304" pitchFamily="18" charset="0"/>
              </a:rPr>
              <a:t>“in a long time”</a:t>
            </a:r>
            <a:endParaRPr lang="en-AU" sz="3200" i="1" dirty="0">
              <a:solidFill>
                <a:srgbClr val="00B050"/>
              </a:solidFill>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18105" y="1905000"/>
            <a:ext cx="2592288" cy="4267200"/>
          </a:xfrm>
        </p:spPr>
        <p:txBody>
          <a:bodyPr>
            <a:normAutofit/>
          </a:bodyPr>
          <a:lstStyle/>
          <a:p>
            <a:pPr marL="457200" indent="-457200">
              <a:buClr>
                <a:schemeClr val="accent1"/>
              </a:buClr>
              <a:buFont typeface="+mj-lt"/>
              <a:buAutoNum type="arabicPeriod"/>
            </a:pPr>
            <a:r>
              <a:rPr lang="en-AU" dirty="0"/>
              <a:t>Write your sentence</a:t>
            </a:r>
          </a:p>
          <a:p>
            <a:pPr marL="457200" indent="-457200">
              <a:buClr>
                <a:schemeClr val="accent1"/>
              </a:buClr>
              <a:buFont typeface="+mj-lt"/>
              <a:buAutoNum type="arabicPeriod"/>
            </a:pPr>
            <a:r>
              <a:rPr lang="en-AU" dirty="0"/>
              <a:t>Copy out your quote</a:t>
            </a:r>
          </a:p>
          <a:p>
            <a:pPr marL="457200" indent="-457200">
              <a:buClr>
                <a:schemeClr val="accent1"/>
              </a:buClr>
              <a:buFont typeface="+mj-lt"/>
              <a:buAutoNum type="arabicPeriod"/>
            </a:pPr>
            <a:r>
              <a:rPr lang="en-AU" dirty="0"/>
              <a:t>Highlight the important words</a:t>
            </a:r>
          </a:p>
        </p:txBody>
      </p:sp>
    </p:spTree>
    <p:extLst>
      <p:ext uri="{BB962C8B-B14F-4D97-AF65-F5344CB8AC3E}">
        <p14:creationId xmlns:p14="http://schemas.microsoft.com/office/powerpoint/2010/main" val="212521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51494" y="1905000"/>
            <a:ext cx="6765836" cy="4267200"/>
          </a:xfrm>
        </p:spPr>
        <p:txBody>
          <a:bodyPr>
            <a:normAutofit lnSpcReduction="10000"/>
          </a:bodyPr>
          <a:lstStyle/>
          <a:p>
            <a:pPr marL="0" indent="0">
              <a:buNone/>
            </a:pPr>
            <a:r>
              <a:rPr lang="en-AU" sz="4000" dirty="0"/>
              <a:t>After Queenie saves him from being caught by Beaver, Subhi felt looked after for the first time “</a:t>
            </a:r>
            <a:r>
              <a:rPr lang="en-AU" sz="4000" dirty="0">
                <a:solidFill>
                  <a:srgbClr val="00B050"/>
                </a:solidFill>
              </a:rPr>
              <a:t>in a long time</a:t>
            </a:r>
            <a:r>
              <a:rPr lang="en-AU" sz="4000" dirty="0"/>
              <a:t>”, and by describing Queenie “</a:t>
            </a:r>
            <a:r>
              <a:rPr lang="en-AU" sz="4000" dirty="0">
                <a:solidFill>
                  <a:srgbClr val="00B050"/>
                </a:solidFill>
              </a:rPr>
              <a:t>flying</a:t>
            </a:r>
            <a:r>
              <a:rPr lang="en-AU" sz="4000" dirty="0"/>
              <a:t>” as she </a:t>
            </a:r>
            <a:r>
              <a:rPr lang="en-AU" sz="4000" dirty="0">
                <a:solidFill>
                  <a:srgbClr val="00B050"/>
                </a:solidFill>
                <a:ea typeface="Calibri" panose="020F0502020204030204" pitchFamily="34" charset="0"/>
                <a:cs typeface="Times New Roman" panose="02020603050405020304" pitchFamily="18" charset="0"/>
              </a:rPr>
              <a:t>swoops down</a:t>
            </a:r>
            <a:r>
              <a:rPr lang="en-AU" sz="4000" dirty="0">
                <a:ea typeface="Calibri" panose="020F0502020204030204" pitchFamily="34" charset="0"/>
                <a:cs typeface="Times New Roman" panose="02020603050405020304" pitchFamily="18" charset="0"/>
              </a:rPr>
              <a:t>”, the author shows how much Subhi thinks Queenie is </a:t>
            </a:r>
            <a:r>
              <a:rPr lang="en-AU" sz="4000" dirty="0"/>
              <a:t>“</a:t>
            </a:r>
            <a:r>
              <a:rPr lang="en-AU" sz="4000" dirty="0">
                <a:solidFill>
                  <a:srgbClr val="00B050"/>
                </a:solidFill>
                <a:cs typeface="Times New Roman" panose="02020603050405020304" pitchFamily="18" charset="0"/>
              </a:rPr>
              <a:t>as </a:t>
            </a:r>
            <a:r>
              <a:rPr lang="en-AU" sz="4000" dirty="0">
                <a:solidFill>
                  <a:srgbClr val="00B050"/>
                </a:solidFill>
                <a:effectLst/>
                <a:ea typeface="Calibri" panose="020F0502020204030204" pitchFamily="34" charset="0"/>
                <a:cs typeface="Times New Roman" panose="02020603050405020304" pitchFamily="18" charset="0"/>
              </a:rPr>
              <a:t>close to a superhero as [he’s] ever seen</a:t>
            </a:r>
            <a:r>
              <a:rPr lang="en-AU" sz="4000" dirty="0"/>
              <a:t>.”</a:t>
            </a:r>
            <a:endParaRPr lang="en-AU" sz="4000" dirty="0">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18105" y="1905000"/>
            <a:ext cx="2592288" cy="4267200"/>
          </a:xfrm>
        </p:spPr>
        <p:txBody>
          <a:bodyPr>
            <a:normAutofit lnSpcReduction="10000"/>
          </a:bodyPr>
          <a:lstStyle/>
          <a:p>
            <a:pPr marL="457200" indent="-457200">
              <a:buClr>
                <a:schemeClr val="accent1"/>
              </a:buClr>
              <a:buFont typeface="+mj-lt"/>
              <a:buAutoNum type="arabicPeriod"/>
            </a:pPr>
            <a:r>
              <a:rPr lang="en-AU" dirty="0"/>
              <a:t>Write your sentence</a:t>
            </a:r>
          </a:p>
          <a:p>
            <a:pPr marL="457200" indent="-457200">
              <a:buClr>
                <a:schemeClr val="accent1"/>
              </a:buClr>
              <a:buFont typeface="+mj-lt"/>
              <a:buAutoNum type="arabicPeriod"/>
            </a:pPr>
            <a:r>
              <a:rPr lang="en-AU" dirty="0"/>
              <a:t>Copy out your quote</a:t>
            </a:r>
          </a:p>
          <a:p>
            <a:pPr marL="457200" indent="-457200">
              <a:buClr>
                <a:schemeClr val="accent1"/>
              </a:buClr>
              <a:buFont typeface="+mj-lt"/>
              <a:buAutoNum type="arabicPeriod"/>
            </a:pPr>
            <a:r>
              <a:rPr lang="en-AU" dirty="0"/>
              <a:t>Highlight the important words</a:t>
            </a:r>
          </a:p>
          <a:p>
            <a:pPr marL="457200" indent="-457200">
              <a:buClr>
                <a:schemeClr val="accent1"/>
              </a:buClr>
              <a:buFont typeface="+mj-lt"/>
              <a:buAutoNum type="arabicPeriod"/>
            </a:pPr>
            <a:r>
              <a:rPr lang="en-AU" dirty="0"/>
              <a:t>Write your new sentence</a:t>
            </a:r>
          </a:p>
        </p:txBody>
      </p:sp>
    </p:spTree>
    <p:extLst>
      <p:ext uri="{BB962C8B-B14F-4D97-AF65-F5344CB8AC3E}">
        <p14:creationId xmlns:p14="http://schemas.microsoft.com/office/powerpoint/2010/main" val="607782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F39A5-60C5-6BF2-4992-8706BAF7ADE6}"/>
              </a:ext>
            </a:extLst>
          </p:cNvPr>
          <p:cNvSpPr>
            <a:spLocks noGrp="1"/>
          </p:cNvSpPr>
          <p:nvPr>
            <p:ph type="title"/>
          </p:nvPr>
        </p:nvSpPr>
        <p:spPr/>
        <p:txBody>
          <a:bodyPr/>
          <a:lstStyle/>
          <a:p>
            <a:r>
              <a:rPr lang="en-AU" dirty="0"/>
              <a:t>Check yourself before you Stretch yourself!</a:t>
            </a:r>
          </a:p>
        </p:txBody>
      </p:sp>
      <p:sp>
        <p:nvSpPr>
          <p:cNvPr id="3" name="Content Placeholder 2">
            <a:extLst>
              <a:ext uri="{FF2B5EF4-FFF2-40B4-BE49-F238E27FC236}">
                <a16:creationId xmlns:a16="http://schemas.microsoft.com/office/drawing/2014/main" id="{19EF234F-AEC3-C8CD-2F81-6B653B2A2933}"/>
              </a:ext>
            </a:extLst>
          </p:cNvPr>
          <p:cNvSpPr>
            <a:spLocks noGrp="1"/>
          </p:cNvSpPr>
          <p:nvPr>
            <p:ph idx="1"/>
          </p:nvPr>
        </p:nvSpPr>
        <p:spPr>
          <a:xfrm>
            <a:off x="1126974" y="4885659"/>
            <a:ext cx="10333074" cy="1414132"/>
          </a:xfrm>
        </p:spPr>
        <p:txBody>
          <a:bodyPr>
            <a:normAutofit fontScale="92500" lnSpcReduction="10000"/>
          </a:bodyPr>
          <a:lstStyle/>
          <a:p>
            <a:r>
              <a:rPr lang="en-AU" sz="4400" b="0" dirty="0"/>
              <a:t>Try another one.</a:t>
            </a:r>
          </a:p>
          <a:p>
            <a:r>
              <a:rPr lang="en-AU" sz="4400" b="0" dirty="0"/>
              <a:t>This time, see if you can add </a:t>
            </a:r>
            <a:r>
              <a:rPr lang="en-AU" sz="4400" dirty="0"/>
              <a:t>two</a:t>
            </a:r>
            <a:r>
              <a:rPr lang="en-AU" sz="4400" b="0" dirty="0"/>
              <a:t> quotes into your explanation!</a:t>
            </a:r>
          </a:p>
        </p:txBody>
      </p:sp>
      <p:graphicFrame>
        <p:nvGraphicFramePr>
          <p:cNvPr id="4" name="Table 3">
            <a:extLst>
              <a:ext uri="{FF2B5EF4-FFF2-40B4-BE49-F238E27FC236}">
                <a16:creationId xmlns:a16="http://schemas.microsoft.com/office/drawing/2014/main" id="{DA0188BD-FAEC-5C18-61C9-1BD2271D9871}"/>
              </a:ext>
            </a:extLst>
          </p:cNvPr>
          <p:cNvGraphicFramePr>
            <a:graphicFrameLocks noGrp="1"/>
          </p:cNvGraphicFramePr>
          <p:nvPr>
            <p:extLst>
              <p:ext uri="{D42A27DB-BD31-4B8C-83A1-F6EECF244321}">
                <p14:modId xmlns:p14="http://schemas.microsoft.com/office/powerpoint/2010/main" val="2615499316"/>
              </p:ext>
            </p:extLst>
          </p:nvPr>
        </p:nvGraphicFramePr>
        <p:xfrm>
          <a:off x="1198893" y="2825393"/>
          <a:ext cx="9976736" cy="1633590"/>
        </p:xfrm>
        <a:graphic>
          <a:graphicData uri="http://schemas.openxmlformats.org/drawingml/2006/table">
            <a:tbl>
              <a:tblPr/>
              <a:tblGrid>
                <a:gridCol w="1000722">
                  <a:extLst>
                    <a:ext uri="{9D8B030D-6E8A-4147-A177-3AD203B41FA5}">
                      <a16:colId xmlns:a16="http://schemas.microsoft.com/office/drawing/2014/main" val="1331080938"/>
                    </a:ext>
                  </a:extLst>
                </a:gridCol>
                <a:gridCol w="1288347">
                  <a:extLst>
                    <a:ext uri="{9D8B030D-6E8A-4147-A177-3AD203B41FA5}">
                      <a16:colId xmlns:a16="http://schemas.microsoft.com/office/drawing/2014/main" val="610568617"/>
                    </a:ext>
                  </a:extLst>
                </a:gridCol>
                <a:gridCol w="1436799">
                  <a:extLst>
                    <a:ext uri="{9D8B030D-6E8A-4147-A177-3AD203B41FA5}">
                      <a16:colId xmlns:a16="http://schemas.microsoft.com/office/drawing/2014/main" val="1480718901"/>
                    </a:ext>
                  </a:extLst>
                </a:gridCol>
                <a:gridCol w="1420893">
                  <a:extLst>
                    <a:ext uri="{9D8B030D-6E8A-4147-A177-3AD203B41FA5}">
                      <a16:colId xmlns:a16="http://schemas.microsoft.com/office/drawing/2014/main" val="3491294022"/>
                    </a:ext>
                  </a:extLst>
                </a:gridCol>
                <a:gridCol w="1351969">
                  <a:extLst>
                    <a:ext uri="{9D8B030D-6E8A-4147-A177-3AD203B41FA5}">
                      <a16:colId xmlns:a16="http://schemas.microsoft.com/office/drawing/2014/main" val="1992476542"/>
                    </a:ext>
                  </a:extLst>
                </a:gridCol>
                <a:gridCol w="1809252">
                  <a:extLst>
                    <a:ext uri="{9D8B030D-6E8A-4147-A177-3AD203B41FA5}">
                      <a16:colId xmlns:a16="http://schemas.microsoft.com/office/drawing/2014/main" val="2013373080"/>
                    </a:ext>
                  </a:extLst>
                </a:gridCol>
                <a:gridCol w="1668754">
                  <a:extLst>
                    <a:ext uri="{9D8B030D-6E8A-4147-A177-3AD203B41FA5}">
                      <a16:colId xmlns:a16="http://schemas.microsoft.com/office/drawing/2014/main" val="3045703115"/>
                    </a:ext>
                  </a:extLst>
                </a:gridCol>
              </a:tblGrid>
              <a:tr h="1633590">
                <a:tc>
                  <a:txBody>
                    <a:bodyPr/>
                    <a:lstStyle/>
                    <a:p>
                      <a:pPr marL="0" marR="0" fontAlgn="t">
                        <a:spcBef>
                          <a:spcPts val="0"/>
                        </a:spcBef>
                        <a:spcAft>
                          <a:spcPts val="0"/>
                        </a:spcAft>
                      </a:pPr>
                      <a:r>
                        <a:rPr lang="en-AU" sz="1600" b="1" i="1">
                          <a:solidFill>
                            <a:srgbClr val="000000"/>
                          </a:solidFill>
                          <a:effectLst/>
                          <a:highlight>
                            <a:srgbClr val="47D459"/>
                          </a:highlight>
                          <a:latin typeface="Aptos" panose="020B0004020202020204" pitchFamily="34" charset="0"/>
                        </a:rPr>
                        <a:t>Selecting evidence</a:t>
                      </a:r>
                      <a:endParaRPr lang="en-AU" sz="1600">
                        <a:solidFill>
                          <a:srgbClr val="000000"/>
                        </a:solidFill>
                        <a:effectLst/>
                        <a:highlight>
                          <a:srgbClr val="47D459"/>
                        </a:highlight>
                        <a:latin typeface="Aptos" panose="020B0004020202020204" pitchFamily="34" charset="0"/>
                      </a:endParaRP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47D459"/>
                    </a:solidFill>
                  </a:tcPr>
                </a:tc>
                <a:tc>
                  <a:txBody>
                    <a:bodyPr/>
                    <a:lstStyle/>
                    <a:p>
                      <a:pPr marL="0" marR="0" fontAlgn="t">
                        <a:spcBef>
                          <a:spcPts val="0"/>
                        </a:spcBef>
                        <a:spcAft>
                          <a:spcPts val="0"/>
                        </a:spcAft>
                      </a:pPr>
                      <a:r>
                        <a:rPr lang="en-AU" sz="1600" dirty="0">
                          <a:solidFill>
                            <a:srgbClr val="000000"/>
                          </a:solidFill>
                          <a:effectLst/>
                          <a:highlight>
                            <a:srgbClr val="F2FCF3"/>
                          </a:highlight>
                          <a:latin typeface="Aptos" panose="020B0004020202020204" pitchFamily="34" charset="0"/>
                        </a:rPr>
                        <a:t>I can describe the main events in the story</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2FCF3"/>
                    </a:solidFill>
                  </a:tcPr>
                </a:tc>
                <a:tc>
                  <a:txBody>
                    <a:bodyPr/>
                    <a:lstStyle/>
                    <a:p>
                      <a:pPr marL="0" marR="0" fontAlgn="t">
                        <a:spcBef>
                          <a:spcPts val="0"/>
                        </a:spcBef>
                        <a:spcAft>
                          <a:spcPts val="0"/>
                        </a:spcAft>
                      </a:pPr>
                      <a:r>
                        <a:rPr lang="en-AU" sz="1600">
                          <a:solidFill>
                            <a:srgbClr val="000000"/>
                          </a:solidFill>
                          <a:effectLst/>
                          <a:highlight>
                            <a:srgbClr val="E3FDE7"/>
                          </a:highlight>
                          <a:latin typeface="Aptos" panose="020B0004020202020204" pitchFamily="34" charset="0"/>
                        </a:rPr>
                        <a:t>I can describe the way characters and events are depicted</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E3FDE7"/>
                    </a:solidFill>
                  </a:tcPr>
                </a:tc>
                <a:tc>
                  <a:txBody>
                    <a:bodyPr/>
                    <a:lstStyle/>
                    <a:p>
                      <a:pPr marL="0" marR="0" fontAlgn="t">
                        <a:spcBef>
                          <a:spcPts val="0"/>
                        </a:spcBef>
                        <a:spcAft>
                          <a:spcPts val="0"/>
                        </a:spcAft>
                      </a:pPr>
                      <a:r>
                        <a:rPr lang="en-AU" sz="1600" dirty="0">
                          <a:solidFill>
                            <a:srgbClr val="000000"/>
                          </a:solidFill>
                          <a:effectLst/>
                          <a:highlight>
                            <a:srgbClr val="D3F5D7"/>
                          </a:highlight>
                          <a:latin typeface="Aptos" panose="020B0004020202020204" pitchFamily="34" charset="0"/>
                        </a:rPr>
                        <a:t>I can select specific details to support my interpretation  </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D3F5D7"/>
                    </a:solidFill>
                  </a:tcPr>
                </a:tc>
                <a:tc>
                  <a:txBody>
                    <a:bodyPr/>
                    <a:lstStyle/>
                    <a:p>
                      <a:pPr marL="0" marR="0" fontAlgn="t">
                        <a:spcBef>
                          <a:spcPts val="0"/>
                        </a:spcBef>
                        <a:spcAft>
                          <a:spcPts val="0"/>
                        </a:spcAft>
                      </a:pPr>
                      <a:r>
                        <a:rPr lang="en-AU" sz="1600">
                          <a:solidFill>
                            <a:srgbClr val="000000"/>
                          </a:solidFill>
                          <a:effectLst/>
                          <a:highlight>
                            <a:srgbClr val="C1F1C7"/>
                          </a:highlight>
                          <a:latin typeface="Aptos" panose="020B0004020202020204" pitchFamily="34" charset="0"/>
                        </a:rPr>
                        <a:t>I can select evidence from different perspectives</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C1F1C7"/>
                    </a:solidFill>
                  </a:tcPr>
                </a:tc>
                <a:tc>
                  <a:txBody>
                    <a:bodyPr/>
                    <a:lstStyle/>
                    <a:p>
                      <a:pPr marL="0" marR="0" fontAlgn="t">
                        <a:spcBef>
                          <a:spcPts val="0"/>
                        </a:spcBef>
                        <a:spcAft>
                          <a:spcPts val="0"/>
                        </a:spcAft>
                      </a:pPr>
                      <a:r>
                        <a:rPr lang="en-AU" sz="1600">
                          <a:solidFill>
                            <a:srgbClr val="000000"/>
                          </a:solidFill>
                          <a:effectLst/>
                          <a:highlight>
                            <a:srgbClr val="A1E9AA"/>
                          </a:highlight>
                          <a:latin typeface="Aptos" panose="020B0004020202020204" pitchFamily="34" charset="0"/>
                        </a:rPr>
                        <a:t>I can select and use evidence to show how events are depicted from different perspectives </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A1E9AA"/>
                    </a:solidFill>
                  </a:tcPr>
                </a:tc>
                <a:tc>
                  <a:txBody>
                    <a:bodyPr/>
                    <a:lstStyle/>
                    <a:p>
                      <a:pPr marL="0" marR="0" fontAlgn="t">
                        <a:spcBef>
                          <a:spcPts val="0"/>
                        </a:spcBef>
                        <a:spcAft>
                          <a:spcPts val="0"/>
                        </a:spcAft>
                      </a:pPr>
                      <a:r>
                        <a:rPr lang="en-AU" sz="1600" dirty="0">
                          <a:solidFill>
                            <a:srgbClr val="000000"/>
                          </a:solidFill>
                          <a:effectLst/>
                          <a:highlight>
                            <a:srgbClr val="7AE086"/>
                          </a:highlight>
                          <a:latin typeface="Aptos" panose="020B0004020202020204" pitchFamily="34" charset="0"/>
                        </a:rPr>
                        <a:t>I can select evidence from texts to explain how language choices influence an audience</a:t>
                      </a:r>
                    </a:p>
                  </a:txBody>
                  <a:tcPr marL="50800" marR="50800" marT="50800" marB="50800"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7AE086"/>
                    </a:solidFill>
                  </a:tcPr>
                </a:tc>
                <a:extLst>
                  <a:ext uri="{0D108BD9-81ED-4DB2-BD59-A6C34878D82A}">
                    <a16:rowId xmlns:a16="http://schemas.microsoft.com/office/drawing/2014/main" val="3600890985"/>
                  </a:ext>
                </a:extLst>
              </a:tr>
            </a:tbl>
          </a:graphicData>
        </a:graphic>
      </p:graphicFrame>
      <p:sp>
        <p:nvSpPr>
          <p:cNvPr id="5" name="Content Placeholder 2">
            <a:extLst>
              <a:ext uri="{FF2B5EF4-FFF2-40B4-BE49-F238E27FC236}">
                <a16:creationId xmlns:a16="http://schemas.microsoft.com/office/drawing/2014/main" id="{291A530C-734C-560D-86A4-BD4F30B0FB75}"/>
              </a:ext>
            </a:extLst>
          </p:cNvPr>
          <p:cNvSpPr txBox="1">
            <a:spLocks/>
          </p:cNvSpPr>
          <p:nvPr/>
        </p:nvSpPr>
        <p:spPr>
          <a:xfrm>
            <a:off x="1126974" y="1637862"/>
            <a:ext cx="10333074" cy="107965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SzPct val="73000"/>
              <a:buFontTx/>
              <a:buNone/>
              <a:defRPr sz="3200" b="1" kern="1200" spc="50" baseline="0">
                <a:solidFill>
                  <a:schemeClr val="tx1"/>
                </a:solidFill>
                <a:latin typeface="+mn-lt"/>
                <a:ea typeface="+mn-ea"/>
                <a:cs typeface="+mn-cs"/>
              </a:defRPr>
            </a:lvl1pPr>
            <a:lvl2pPr marL="228600" indent="-182880" algn="l" defTabSz="914400" rtl="0" eaLnBrk="1" latinLnBrk="0" hangingPunct="1">
              <a:lnSpc>
                <a:spcPct val="100000"/>
              </a:lnSpc>
              <a:spcBef>
                <a:spcPts val="500"/>
              </a:spcBef>
              <a:buSzPct val="70000"/>
              <a:buFont typeface="Arial" panose="020B0604020202020204" pitchFamily="34" charset="0"/>
              <a:buChar char="•"/>
              <a:defRPr sz="2800" b="1" kern="1200" spc="50" baseline="0">
                <a:solidFill>
                  <a:schemeClr val="tx1"/>
                </a:solidFill>
                <a:latin typeface="+mn-lt"/>
                <a:ea typeface="+mn-ea"/>
                <a:cs typeface="+mn-cs"/>
              </a:defRPr>
            </a:lvl2pPr>
            <a:lvl3pPr marL="274320" indent="0" algn="l" defTabSz="914400" rtl="0" eaLnBrk="1" latinLnBrk="0" hangingPunct="1">
              <a:lnSpc>
                <a:spcPct val="100000"/>
              </a:lnSpc>
              <a:spcBef>
                <a:spcPts val="500"/>
              </a:spcBef>
              <a:buSzPct val="73000"/>
              <a:buFontTx/>
              <a:buNone/>
              <a:defRPr sz="2400" b="1" kern="1200" spc="50" baseline="0">
                <a:solidFill>
                  <a:schemeClr val="tx1"/>
                </a:solidFill>
                <a:latin typeface="+mn-lt"/>
                <a:ea typeface="+mn-ea"/>
                <a:cs typeface="+mn-cs"/>
              </a:defRPr>
            </a:lvl3pPr>
            <a:lvl4pPr marL="548640" indent="-182880" algn="l" defTabSz="914400" rtl="0" eaLnBrk="1" latinLnBrk="0" hangingPunct="1">
              <a:lnSpc>
                <a:spcPct val="100000"/>
              </a:lnSpc>
              <a:spcBef>
                <a:spcPts val="500"/>
              </a:spcBef>
              <a:buSzPct val="73000"/>
              <a:buFont typeface="Arial" panose="020B0604020202020204" pitchFamily="34" charset="0"/>
              <a:buChar char="•"/>
              <a:defRPr sz="2000" b="1" kern="1200" spc="50" baseline="0">
                <a:solidFill>
                  <a:schemeClr val="tx1"/>
                </a:solidFill>
                <a:latin typeface="+mn-lt"/>
                <a:ea typeface="+mn-ea"/>
                <a:cs typeface="+mn-cs"/>
              </a:defRPr>
            </a:lvl4pPr>
            <a:lvl5pPr marL="548640" indent="0" algn="l" defTabSz="914400" rtl="0" eaLnBrk="1" latinLnBrk="0" hangingPunct="1">
              <a:lnSpc>
                <a:spcPct val="100000"/>
              </a:lnSpc>
              <a:spcBef>
                <a:spcPts val="500"/>
              </a:spcBef>
              <a:buSzPct val="73000"/>
              <a:buFontTx/>
              <a:buNone/>
              <a:defRPr sz="2000" b="1"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b="0" dirty="0"/>
              <a:t>How did you go? Assess yourself on this rubric.</a:t>
            </a:r>
          </a:p>
        </p:txBody>
      </p:sp>
    </p:spTree>
    <p:extLst>
      <p:ext uri="{BB962C8B-B14F-4D97-AF65-F5344CB8AC3E}">
        <p14:creationId xmlns:p14="http://schemas.microsoft.com/office/powerpoint/2010/main" val="381858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9A9BD5-7B29-4C8F-BA36-2B0EB97D1D4D}"/>
              </a:ext>
            </a:extLst>
          </p:cNvPr>
          <p:cNvSpPr>
            <a:spLocks noGrp="1"/>
          </p:cNvSpPr>
          <p:nvPr>
            <p:ph type="title"/>
          </p:nvPr>
        </p:nvSpPr>
        <p:spPr/>
        <p:txBody>
          <a:bodyPr/>
          <a:lstStyle/>
          <a:p>
            <a:r>
              <a:rPr lang="en-AU" dirty="0"/>
              <a:t>How do I do it?</a:t>
            </a:r>
          </a:p>
        </p:txBody>
      </p:sp>
      <p:sp>
        <p:nvSpPr>
          <p:cNvPr id="5" name="Content Placeholder 4">
            <a:extLst>
              <a:ext uri="{FF2B5EF4-FFF2-40B4-BE49-F238E27FC236}">
                <a16:creationId xmlns:a16="http://schemas.microsoft.com/office/drawing/2014/main" id="{8466BFDD-8DA8-426A-83BA-1FE0FDBA8302}"/>
              </a:ext>
            </a:extLst>
          </p:cNvPr>
          <p:cNvSpPr>
            <a:spLocks noGrp="1"/>
          </p:cNvSpPr>
          <p:nvPr>
            <p:ph sz="half" idx="1"/>
          </p:nvPr>
        </p:nvSpPr>
        <p:spPr>
          <a:xfrm>
            <a:off x="4745598" y="1916806"/>
            <a:ext cx="6660231" cy="4267200"/>
          </a:xfrm>
        </p:spPr>
        <p:txBody>
          <a:bodyPr>
            <a:normAutofit/>
          </a:bodyPr>
          <a:lstStyle/>
          <a:p>
            <a:pPr marL="0" indent="0">
              <a:buNone/>
            </a:pPr>
            <a:r>
              <a:rPr lang="en-AU" sz="3600" dirty="0"/>
              <a:t>After Queenie saves him from being caught by Beaver, Subhi felt looked after for the first time in a long while, and he thought of Queenie as being like a superhero.</a:t>
            </a:r>
          </a:p>
        </p:txBody>
      </p:sp>
      <p:sp>
        <p:nvSpPr>
          <p:cNvPr id="6" name="Content Placeholder 5">
            <a:extLst>
              <a:ext uri="{FF2B5EF4-FFF2-40B4-BE49-F238E27FC236}">
                <a16:creationId xmlns:a16="http://schemas.microsoft.com/office/drawing/2014/main" id="{46826816-ED29-4AEF-8FC1-F193D2769990}"/>
              </a:ext>
            </a:extLst>
          </p:cNvPr>
          <p:cNvSpPr>
            <a:spLocks noGrp="1"/>
          </p:cNvSpPr>
          <p:nvPr>
            <p:ph sz="half" idx="2"/>
          </p:nvPr>
        </p:nvSpPr>
        <p:spPr>
          <a:xfrm>
            <a:off x="1524001" y="1916806"/>
            <a:ext cx="2592288" cy="4267200"/>
          </a:xfrm>
        </p:spPr>
        <p:txBody>
          <a:bodyPr>
            <a:normAutofit/>
          </a:bodyPr>
          <a:lstStyle/>
          <a:p>
            <a:pPr marL="457200" indent="-457200">
              <a:buClr>
                <a:schemeClr val="accent1"/>
              </a:buClr>
              <a:buFont typeface="+mj-lt"/>
              <a:buAutoNum type="arabicPeriod"/>
            </a:pPr>
            <a:r>
              <a:rPr lang="en-AU" sz="4000" dirty="0"/>
              <a:t>Write your answer</a:t>
            </a:r>
          </a:p>
        </p:txBody>
      </p:sp>
    </p:spTree>
    <p:extLst>
      <p:ext uri="{BB962C8B-B14F-4D97-AF65-F5344CB8AC3E}">
        <p14:creationId xmlns:p14="http://schemas.microsoft.com/office/powerpoint/2010/main" val="283660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hitchatVTI">
  <a:themeElements>
    <a:clrScheme name="AnalogousFromLightSeedLeftStep">
      <a:dk1>
        <a:srgbClr val="000000"/>
      </a:dk1>
      <a:lt1>
        <a:srgbClr val="FFFFFF"/>
      </a:lt1>
      <a:dk2>
        <a:srgbClr val="213B32"/>
      </a:dk2>
      <a:lt2>
        <a:srgbClr val="E8E5E2"/>
      </a:lt2>
      <a:accent1>
        <a:srgbClr val="81A6C7"/>
      </a:accent1>
      <a:accent2>
        <a:srgbClr val="6CAEB2"/>
      </a:accent2>
      <a:accent3>
        <a:srgbClr val="78AD9A"/>
      </a:accent3>
      <a:accent4>
        <a:srgbClr val="6BB07B"/>
      </a:accent4>
      <a:accent5>
        <a:srgbClr val="83AD79"/>
      </a:accent5>
      <a:accent6>
        <a:srgbClr val="91AA68"/>
      </a:accent6>
      <a:hlink>
        <a:srgbClr val="9F7C5D"/>
      </a:hlink>
      <a:folHlink>
        <a:srgbClr val="7F7F7F"/>
      </a:folHlink>
    </a:clrScheme>
    <a:fontScheme name="The Hand">
      <a:majorFont>
        <a:latin typeface="The Serif Hand"/>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itchatVTI" id="{08BB1610-1071-4750-BA6F-EA15E875FFCD}" vid="{D7BDF053-2181-45AE-9365-FFAA906CB43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6846ff6-a39a-4f56-aca6-b2ea1af70d2e">
      <Terms xmlns="http://schemas.microsoft.com/office/infopath/2007/PartnerControls"/>
    </lcf76f155ced4ddcb4097134ff3c332f>
    <TaxCatchAll xmlns="a8299878-b215-4b71-83d0-6b3d83d7e5d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C5A3D4F247C9741BCA78F26B98D0AB7" ma:contentTypeVersion="17" ma:contentTypeDescription="Create a new document." ma:contentTypeScope="" ma:versionID="539b02d923bb555703caf23504a7cb02">
  <xsd:schema xmlns:xsd="http://www.w3.org/2001/XMLSchema" xmlns:xs="http://www.w3.org/2001/XMLSchema" xmlns:p="http://schemas.microsoft.com/office/2006/metadata/properties" xmlns:ns2="46846ff6-a39a-4f56-aca6-b2ea1af70d2e" xmlns:ns3="a8299878-b215-4b71-83d0-6b3d83d7e5d9" targetNamespace="http://schemas.microsoft.com/office/2006/metadata/properties" ma:root="true" ma:fieldsID="e414e06b879c708180ee4e9731c4d399" ns2:_="" ns3:_="">
    <xsd:import namespace="46846ff6-a39a-4f56-aca6-b2ea1af70d2e"/>
    <xsd:import namespace="a8299878-b215-4b71-83d0-6b3d83d7e5d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KeyPoints" minOccurs="0"/>
                <xsd:element ref="ns2:MediaServiceKeyPoint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ObjectDetectorVersion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46ff6-a39a-4f56-aca6-b2ea1af70d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94073e9b-c14b-4f43-8554-77a15894e20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99878-b215-4b71-83d0-6b3d83d7e5d9"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9187b04-ede7-4ab0-a3a9-aa9f31dff0a7}" ma:internalName="TaxCatchAll" ma:showField="CatchAllData" ma:web="a8299878-b215-4b71-83d0-6b3d83d7e5d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19DC554-A96A-4760-B8FA-3AB3297421AD}">
  <ds:schemaRefs>
    <ds:schemaRef ds:uri="http://schemas.microsoft.com/office/2006/metadata/properties"/>
    <ds:schemaRef ds:uri="http://schemas.microsoft.com/office/infopath/2007/PartnerControls"/>
    <ds:schemaRef ds:uri="46846ff6-a39a-4f56-aca6-b2ea1af70d2e"/>
    <ds:schemaRef ds:uri="a8299878-b215-4b71-83d0-6b3d83d7e5d9"/>
  </ds:schemaRefs>
</ds:datastoreItem>
</file>

<file path=customXml/itemProps2.xml><?xml version="1.0" encoding="utf-8"?>
<ds:datastoreItem xmlns:ds="http://schemas.openxmlformats.org/officeDocument/2006/customXml" ds:itemID="{5BFFEFC8-FF86-4A33-B9DD-0547B08F5DBC}">
  <ds:schemaRefs>
    <ds:schemaRef ds:uri="http://schemas.microsoft.com/sharepoint/v3/contenttype/forms"/>
  </ds:schemaRefs>
</ds:datastoreItem>
</file>

<file path=customXml/itemProps3.xml><?xml version="1.0" encoding="utf-8"?>
<ds:datastoreItem xmlns:ds="http://schemas.openxmlformats.org/officeDocument/2006/customXml" ds:itemID="{FBCCF91E-91C9-4B74-8673-3EE1D3E981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846ff6-a39a-4f56-aca6-b2ea1af70d2e"/>
    <ds:schemaRef ds:uri="a8299878-b215-4b71-83d0-6b3d83d7e5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137</TotalTime>
  <Words>1243</Words>
  <Application>Microsoft Office PowerPoint</Application>
  <PresentationFormat>Widescreen</PresentationFormat>
  <Paragraphs>98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ChitchatVTI</vt:lpstr>
      <vt:lpstr>Lesson 06 Embedding Quotes</vt:lpstr>
      <vt:lpstr>Learning outcomes</vt:lpstr>
      <vt:lpstr>Embedding Quotes</vt:lpstr>
      <vt:lpstr>Embedding Quotes</vt:lpstr>
      <vt:lpstr>What does it look like?</vt:lpstr>
      <vt:lpstr>Beginning level</vt:lpstr>
      <vt:lpstr>Intermediate level</vt:lpstr>
      <vt:lpstr>Advancing level</vt:lpstr>
      <vt:lpstr>Developing your skill</vt:lpstr>
      <vt:lpstr>HOW DO I DO IT?</vt:lpstr>
      <vt:lpstr>How do I do it?</vt:lpstr>
      <vt:lpstr>How do I do it?</vt:lpstr>
      <vt:lpstr>How do I do it?</vt:lpstr>
      <vt:lpstr>How do I do it?</vt:lpstr>
      <vt:lpstr>How do I do it?</vt:lpstr>
      <vt:lpstr>Check yourself before you Stretch yourself!</vt:lpstr>
      <vt:lpstr>How do I do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cp:revision>
  <dcterms:created xsi:type="dcterms:W3CDTF">2024-08-07T05:04:38Z</dcterms:created>
  <dcterms:modified xsi:type="dcterms:W3CDTF">2025-07-24T09:16:36Z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0x010100AC5A3D4F247C9741BCA78F26B98D0AB7</vt:lpwstr>
  </property>
  <property fmtid="{D5CDD505-2E9C-101B-9397-08002B2CF9AE}" pid="3" name="MediaServiceImageTags">
    <vt:lpwstr/>
  </property>
</Properties>
</file>