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59" r:id="rId8"/>
    <p:sldId id="260" r:id="rId9"/>
    <p:sldId id="258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6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F70A-5ED8-43A2-937D-5D9CE3ADA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22CCE-BF14-46C4-8EC5-AD8C109F3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82FAF-8E77-41C6-AF12-32D561A5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56D44-9FFC-4301-B296-1576CFBA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FC90F-DDBD-47B0-BA88-BC52B3CA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890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B031-0017-4FB4-B0D3-4ACAF689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94740-5000-4ACD-8BDA-DBF19A66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FA03F-1087-4156-8F5B-D50AE0B7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ED1A7-4E2C-42D1-87A0-B29C172F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D8DC-9FA1-4B7D-9E65-BA60C5B3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7161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62E8-7451-4986-BD8A-020A51EA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E145B-0B97-40BA-AF41-2B8E1679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4B947-2588-4756-8CC4-F95F5D62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D3E1E-BFE4-4C95-B7C1-797EA6F9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DE12E-0DD9-48C6-9664-013276B5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65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0180-A579-40BE-88DF-BC8C0DC8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91E58-C3C5-46AA-BBC2-252A0A091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45BC0-53B0-4A14-A44F-86B7ADF6A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4F75A-7586-4EEE-A1B7-526BD161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5B00E-D5EE-4A85-85B2-C7A9B19A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C7B9E-6B2F-4532-9BBF-1022FFCC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79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2E11-A850-444A-8B32-9C42A717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73093-8DBE-42EE-88ED-A9224C72A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67B64-F695-450F-9E4E-792368CBB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232C2-8C76-4727-AEEC-91660C912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1F420-0173-4592-BA0B-8E5C131FF2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61B58-E2C6-4DA0-9CAD-092C7953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78CFD-C2F5-4006-86E0-E0EBEA46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4A061C-3BAE-4A69-8EE6-DD816316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567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D293-5C49-468A-80E5-40C7387A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FED9D-FD16-444C-9A8B-59C312C7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F16C4-993E-46D7-96DF-F7552F3D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9707D-9C42-4AC6-B4F9-EEC665C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9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0CBDF-23E1-478E-80D5-ECA7F558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ACF0F-2FD9-4BCE-A464-66761D13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FCAF1-7B7A-4550-99F2-855C15E1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073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B58A-C726-4D19-9465-3F2BCCB46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4FBC-9CB6-4A41-8A92-D3EE07305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7220F-211E-43A5-91F3-0F591A28C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F192-FDB7-40F3-9499-EA870EF9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54607-0064-4456-9B75-9548B249B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05FED-FBA9-47D7-92B7-78B2999E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351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D2EF-AFA5-4846-951C-6AA3326EC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DE48B-ABFF-4110-9902-C77E3987A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75330-1707-4FEE-B7B7-2DA6CE079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3689E-679A-40BA-8987-70DEC2991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AFB69-C6D6-48B8-A7B9-D6B91D17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A9063-A86F-4A65-BB3D-FB15D6AF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460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4E7B-8775-4DAE-8B8D-8461A345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71AD5-721F-4DC5-88E1-735ED6E9E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28AA-97D8-4E9B-9284-559BFD95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2BA43-8833-48C9-8732-3E8FC760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9F7E9-CA46-4CDE-9145-CF983B38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7060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606CB-704C-4829-8DB0-1B178E41A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19546-EAE6-4C76-9E9C-A8EB706A6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9CBC-78AB-454F-8A27-A8CB56B3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4E2DF-C913-4CF6-A4EE-F282556D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03424-9425-44EC-8B43-CACEA84C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897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5F13D-9E26-4226-91AF-90668EB9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ADC30-61B8-48BB-ACA4-F7AB7341E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588AE-9067-4495-A752-9B5180956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4F31A-B2D8-4045-9922-ECCA4F41ABB2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C9D81-4918-4E4B-B9B2-7C692C5A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96E3B-4E1B-4501-9062-5A4E3EEE4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5482A-9C75-4D3C-A743-75F1B7382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84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nesty.org.au/who-are-the-rohingya-refugee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k_7l5MMIRs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BCBF-23A8-4478-B9C2-375F6AA6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AU" sz="6600" dirty="0">
                <a:latin typeface="Arial Rounded MT Bold" panose="020F0704030504030204" pitchFamily="34" charset="0"/>
              </a:rPr>
              <a:t>The Bone Sparrow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85C5E-FF32-4EA6-9E38-C7705D7F5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5944"/>
            <a:ext cx="9144000" cy="1389749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Arial Rounded MT Bold" panose="020F0704030504030204" pitchFamily="34" charset="0"/>
              </a:rPr>
              <a:t>By Zana </a:t>
            </a:r>
            <a:r>
              <a:rPr lang="en-AU" sz="3200" dirty="0" err="1">
                <a:latin typeface="Arial Rounded MT Bold" panose="020F0704030504030204" pitchFamily="34" charset="0"/>
              </a:rPr>
              <a:t>Fraillon</a:t>
            </a:r>
            <a:endParaRPr lang="en-AU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29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00EE-7F42-440B-B42C-40804AB9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4492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Cover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F36BF-925F-47A2-8B71-DCD7F3EA6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4920" cy="4351338"/>
          </a:xfrm>
        </p:spPr>
        <p:txBody>
          <a:bodyPr/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Look closely at the cover of the book.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With the person next to you, come up with a list of 5 things you notice about the cover. This list can include the background, colours, text, or anything else. </a:t>
            </a:r>
          </a:p>
          <a:p>
            <a:endParaRPr lang="en-AU" dirty="0"/>
          </a:p>
        </p:txBody>
      </p:sp>
      <p:pic>
        <p:nvPicPr>
          <p:cNvPr id="1026" name="Picture 2" descr="Image result for the bone sparrow">
            <a:extLst>
              <a:ext uri="{FF2B5EF4-FFF2-40B4-BE49-F238E27FC236}">
                <a16:creationId xmlns:a16="http://schemas.microsoft.com/office/drawing/2014/main" id="{07508B8B-FB35-4607-B41D-20F481463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60" y="294005"/>
            <a:ext cx="3906520" cy="609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55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00EE-7F42-440B-B42C-40804AB9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4492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Cover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F36BF-925F-47A2-8B71-DCD7F3EA6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4920" cy="4351338"/>
          </a:xfrm>
        </p:spPr>
        <p:txBody>
          <a:bodyPr/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This is a different cover for the same book.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are the differences between this cover and the one you have?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are the similarities?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Does it change what you expect the book to be about? </a:t>
            </a:r>
          </a:p>
          <a:p>
            <a:endParaRPr lang="en-AU" dirty="0"/>
          </a:p>
        </p:txBody>
      </p:sp>
      <p:pic>
        <p:nvPicPr>
          <p:cNvPr id="3074" name="Picture 2" descr="Image result for the bone sparrow">
            <a:extLst>
              <a:ext uri="{FF2B5EF4-FFF2-40B4-BE49-F238E27FC236}">
                <a16:creationId xmlns:a16="http://schemas.microsoft.com/office/drawing/2014/main" id="{1D99903B-9378-4973-9ABF-6EB74AA03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228" y="407814"/>
            <a:ext cx="3935412" cy="604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67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8100-56C8-460A-9500-8AB65642BBF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Asylum Seekers and Refugees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D7F5-CC3C-4997-A067-9AC64A6A8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does the word ‘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asylum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’ mean to you?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do you think of when you hear the term ‘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asylum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seeker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’?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does the word ‘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refugee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’ mean?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Take a minute to write down what you think, then discuss what you wrote with the person next to you </a:t>
            </a:r>
          </a:p>
        </p:txBody>
      </p:sp>
    </p:spTree>
    <p:extLst>
      <p:ext uri="{BB962C8B-B14F-4D97-AF65-F5344CB8AC3E}">
        <p14:creationId xmlns:p14="http://schemas.microsoft.com/office/powerpoint/2010/main" val="115235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4914-2F0A-474D-9070-45145B928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Asylum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is the protection granted by a state to someone who has left their home country as a political refugee.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asylum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seeker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is someone who has left their home country as a political refugee and is seeking asylum in another.</a:t>
            </a:r>
          </a:p>
          <a:p>
            <a:pPr marL="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refugee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is someone who has been forced to leave their home country to escape war, persecution, or natural disaster.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FA0CCA-5E80-4F3D-96F6-D2D6D74C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Asylum Seekers and Refugees</a:t>
            </a:r>
          </a:p>
        </p:txBody>
      </p:sp>
    </p:spTree>
    <p:extLst>
      <p:ext uri="{BB962C8B-B14F-4D97-AF65-F5344CB8AC3E}">
        <p14:creationId xmlns:p14="http://schemas.microsoft.com/office/powerpoint/2010/main" val="165791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5CDE-1592-4A5E-B5F0-970D9F0C310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Where is Burma? </a:t>
            </a:r>
          </a:p>
        </p:txBody>
      </p:sp>
      <p:pic>
        <p:nvPicPr>
          <p:cNvPr id="2050" name="Picture 2" descr="Image result for burma on a map">
            <a:extLst>
              <a:ext uri="{FF2B5EF4-FFF2-40B4-BE49-F238E27FC236}">
                <a16:creationId xmlns:a16="http://schemas.microsoft.com/office/drawing/2014/main" id="{61657FBA-103D-47EF-A0E8-5B18AFD50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7" y="1892301"/>
            <a:ext cx="7712352" cy="460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burma on a map">
            <a:extLst>
              <a:ext uri="{FF2B5EF4-FFF2-40B4-BE49-F238E27FC236}">
                <a16:creationId xmlns:a16="http://schemas.microsoft.com/office/drawing/2014/main" id="{C8FE5DDD-9C4A-4A9F-A3A7-CA7149124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395" y="1892301"/>
            <a:ext cx="3111778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60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5A43-5DE1-4E6A-8800-448013A6FC7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Burma</a:t>
            </a:r>
          </a:p>
        </p:txBody>
      </p:sp>
      <p:pic>
        <p:nvPicPr>
          <p:cNvPr id="4098" name="Picture 2" descr="Image result for burma">
            <a:extLst>
              <a:ext uri="{FF2B5EF4-FFF2-40B4-BE49-F238E27FC236}">
                <a16:creationId xmlns:a16="http://schemas.microsoft.com/office/drawing/2014/main" id="{89CB9FA6-2777-4672-863A-D34B5C8EA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805940"/>
            <a:ext cx="5476240" cy="410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burma people">
            <a:extLst>
              <a:ext uri="{FF2B5EF4-FFF2-40B4-BE49-F238E27FC236}">
                <a16:creationId xmlns:a16="http://schemas.microsoft.com/office/drawing/2014/main" id="{2DFF57FB-B11C-4E4B-BF8D-D4A3174B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122" y="2262187"/>
            <a:ext cx="5679440" cy="319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06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60A8-706F-441F-BB58-66A0125FB7D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Rohingya Refugees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65E48-0E03-4682-9913-BC27753A5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https://www.amnesty.org.au/who-are-the-rohingya-refugees/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Since 2017, more than 740,000 people from Myanmar have fled to Bangladesh and elsewhere because of extreme violence on the country’s western Bay of Bengal coast.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Most of the refugees identify as Rohingya, a Muslim minority ethnic group in predominantly Myanmar, which is predominantly Buddhist.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3257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Rohingya Refugee Crisis">
            <a:hlinkClick r:id="" action="ppaction://media"/>
            <a:extLst>
              <a:ext uri="{FF2B5EF4-FFF2-40B4-BE49-F238E27FC236}">
                <a16:creationId xmlns:a16="http://schemas.microsoft.com/office/drawing/2014/main" id="{F1D292B3-0BE6-412F-A0D2-B480B3BC519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894523"/>
            <a:ext cx="8174848" cy="459835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7C80009-5C17-46CD-B823-36BA5344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D4C7199-5C3D-42B9-8772-A36253746F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>
                <a:latin typeface="Arial Rounded MT Bold" panose="020F0704030504030204" pitchFamily="34" charset="0"/>
              </a:rPr>
              <a:t>Rohingya Refugees </a:t>
            </a:r>
            <a:endParaRPr lang="en-AU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201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7EE4-00C4-4418-AA7E-FA8B7A3C3AC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AU" dirty="0">
                <a:latin typeface="Arial Rounded MT Bold" panose="020F0704030504030204" pitchFamily="34" charset="0"/>
              </a:rPr>
              <a:t>After Reading Chapter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FB2A-C213-4514-A313-D9E25DE09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do we know about </a:t>
            </a:r>
            <a:r>
              <a:rPr lang="en-AU" dirty="0" err="1"/>
              <a:t>Subhi’s</a:t>
            </a:r>
            <a:r>
              <a:rPr lang="en-AU" dirty="0"/>
              <a:t> family? </a:t>
            </a:r>
          </a:p>
        </p:txBody>
      </p:sp>
    </p:spTree>
    <p:extLst>
      <p:ext uri="{BB962C8B-B14F-4D97-AF65-F5344CB8AC3E}">
        <p14:creationId xmlns:p14="http://schemas.microsoft.com/office/powerpoint/2010/main" val="1792567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0BF11B41-12C8-43C1-A50C-F469177B03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DA5A15-6666-4078-A295-994528DFA5F0}"/>
</file>

<file path=customXml/itemProps3.xml><?xml version="1.0" encoding="utf-8"?>
<ds:datastoreItem xmlns:ds="http://schemas.openxmlformats.org/officeDocument/2006/customXml" ds:itemID="{A589D5F1-56A6-49C2-B4C9-7642FFA2A803}">
  <ds:schemaRefs>
    <ds:schemaRef ds:uri="http://schemas.microsoft.com/office/2006/metadata/properties"/>
    <ds:schemaRef ds:uri="http://schemas.microsoft.com/office/infopath/2007/PartnerControls"/>
    <ds:schemaRef ds:uri="46846ff6-a39a-4f56-aca6-b2ea1af70d2e"/>
    <ds:schemaRef ds:uri="a8299878-b215-4b71-83d0-6b3d83d7e5d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307</Words>
  <Application>Microsoft Office PowerPoint</Application>
  <PresentationFormat>Widescreen</PresentationFormat>
  <Paragraphs>32</Paragraphs>
  <Slides>10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The Bone Sparrow</vt:lpstr>
      <vt:lpstr>Cover Analysis</vt:lpstr>
      <vt:lpstr>Cover Analysis</vt:lpstr>
      <vt:lpstr>Asylum Seekers and Refugees</vt:lpstr>
      <vt:lpstr>Asylum Seekers and Refugees</vt:lpstr>
      <vt:lpstr>Where is Burma? </vt:lpstr>
      <vt:lpstr>Burma</vt:lpstr>
      <vt:lpstr>Rohingya Refugees </vt:lpstr>
      <vt:lpstr>PowerPoint Presentation</vt:lpstr>
      <vt:lpstr>After Reading Chapter 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Bone Sparrow</dc:title>
  <dc:creator/>
  <cp:lastModifiedBy/>
  <cp:revision>3</cp:revision>
  <dcterms:created xsi:type="dcterms:W3CDTF">2019-07-13T08:48:50Z</dcterms:created>
  <dcterms:modified xsi:type="dcterms:W3CDTF">2026-07-16T14:00:30Z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  <property fmtid="{D5CDD505-2E9C-101B-9397-08002B2CF9AE}" pid="3" name="MediaServiceImageTags">
    <vt:lpwstr/>
  </property>
</Properties>
</file>