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257" r:id="rId6"/>
    <p:sldId id="258" r:id="rId7"/>
    <p:sldId id="259" r:id="rId8"/>
    <p:sldId id="265" r:id="rId9"/>
    <p:sldId id="260" r:id="rId10"/>
    <p:sldId id="261" r:id="rId11"/>
    <p:sldId id="266" r:id="rId12"/>
    <p:sldId id="263" r:id="rId13"/>
    <p:sldId id="264" r:id="rId14"/>
    <p:sldId id="262" r:id="rId15"/>
    <p:sldId id="268" r:id="rId16"/>
    <p:sldId id="267" r:id="rId17"/>
    <p:sldId id="269" r:id="rId18"/>
    <p:sldId id="27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E5F0E0"/>
    <a:srgbClr val="F0FAF9"/>
    <a:srgbClr val="E3F5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5EC33A-1BBD-4270-ACE7-FCC577807867}" v="16" dt="2025-09-05T03:18:35.3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93" d="100"/>
          <a:sy n="93" d="100"/>
        </p:scale>
        <p:origin x="13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acher" userId="Teacher" providerId="ADAL" clId="{F35EC33A-1BBD-4270-ACE7-FCC577807867}"/>
    <pc:docChg chg="undo redo custSel addSld modSld sldOrd">
      <pc:chgData name="Teacher" userId="Teacher" providerId="ADAL" clId="{F35EC33A-1BBD-4270-ACE7-FCC577807867}" dt="2025-09-05T03:20:07.058" v="2160" actId="14100"/>
      <pc:docMkLst>
        <pc:docMk/>
      </pc:docMkLst>
      <pc:sldChg chg="modSp mod">
        <pc:chgData name="Teacher" userId="Teacher" providerId="ADAL" clId="{F35EC33A-1BBD-4270-ACE7-FCC577807867}" dt="2025-09-03T03:24:56.794" v="3" actId="113"/>
        <pc:sldMkLst>
          <pc:docMk/>
          <pc:sldMk cId="1886529618" sldId="257"/>
        </pc:sldMkLst>
        <pc:spChg chg="mod">
          <ac:chgData name="Teacher" userId="Teacher" providerId="ADAL" clId="{F35EC33A-1BBD-4270-ACE7-FCC577807867}" dt="2025-09-03T03:24:54.725" v="2" actId="113"/>
          <ac:spMkLst>
            <pc:docMk/>
            <pc:sldMk cId="1886529618" sldId="257"/>
            <ac:spMk id="3" creationId="{394675E3-A005-FF15-147D-DE2EDCCFA4B9}"/>
          </ac:spMkLst>
        </pc:spChg>
        <pc:spChg chg="mod">
          <ac:chgData name="Teacher" userId="Teacher" providerId="ADAL" clId="{F35EC33A-1BBD-4270-ACE7-FCC577807867}" dt="2025-09-03T03:24:56.794" v="3" actId="113"/>
          <ac:spMkLst>
            <pc:docMk/>
            <pc:sldMk cId="1886529618" sldId="257"/>
            <ac:spMk id="5" creationId="{45BF2194-8624-2DFE-D16A-0AE948014930}"/>
          </ac:spMkLst>
        </pc:spChg>
      </pc:sldChg>
      <pc:sldChg chg="modSp mod">
        <pc:chgData name="Teacher" userId="Teacher" providerId="ADAL" clId="{F35EC33A-1BBD-4270-ACE7-FCC577807867}" dt="2025-09-05T02:34:21.187" v="39" actId="179"/>
        <pc:sldMkLst>
          <pc:docMk/>
          <pc:sldMk cId="2573289180" sldId="262"/>
        </pc:sldMkLst>
        <pc:spChg chg="mod">
          <ac:chgData name="Teacher" userId="Teacher" providerId="ADAL" clId="{F35EC33A-1BBD-4270-ACE7-FCC577807867}" dt="2025-09-05T02:34:21.187" v="39" actId="179"/>
          <ac:spMkLst>
            <pc:docMk/>
            <pc:sldMk cId="2573289180" sldId="262"/>
            <ac:spMk id="6" creationId="{73FDA769-9F15-A282-33D3-F716019024E1}"/>
          </ac:spMkLst>
        </pc:spChg>
      </pc:sldChg>
      <pc:sldChg chg="addSp delSp modSp add mod ord delDesignElem chgLayout">
        <pc:chgData name="Teacher" userId="Teacher" providerId="ADAL" clId="{F35EC33A-1BBD-4270-ACE7-FCC577807867}" dt="2025-09-05T03:20:07.058" v="2160" actId="14100"/>
        <pc:sldMkLst>
          <pc:docMk/>
          <pc:sldMk cId="3429734543" sldId="267"/>
        </pc:sldMkLst>
        <pc:spChg chg="mod ord">
          <ac:chgData name="Teacher" userId="Teacher" providerId="ADAL" clId="{F35EC33A-1BBD-4270-ACE7-FCC577807867}" dt="2025-09-05T02:34:56.082" v="71" actId="700"/>
          <ac:spMkLst>
            <pc:docMk/>
            <pc:sldMk cId="3429734543" sldId="267"/>
            <ac:spMk id="2" creationId="{CB6E74D0-3A59-B4A3-E371-EBFA0473B2F4}"/>
          </ac:spMkLst>
        </pc:spChg>
        <pc:spChg chg="mod ord">
          <ac:chgData name="Teacher" userId="Teacher" providerId="ADAL" clId="{F35EC33A-1BBD-4270-ACE7-FCC577807867}" dt="2025-09-05T02:51:00.498" v="1232" actId="27636"/>
          <ac:spMkLst>
            <pc:docMk/>
            <pc:sldMk cId="3429734543" sldId="267"/>
            <ac:spMk id="3" creationId="{6CB995B7-8072-94D8-7EAD-AA3502647C13}"/>
          </ac:spMkLst>
        </pc:spChg>
        <pc:spChg chg="mod">
          <ac:chgData name="Teacher" userId="Teacher" providerId="ADAL" clId="{F35EC33A-1BBD-4270-ACE7-FCC577807867}" dt="2025-09-05T03:20:03.056" v="2159" actId="14100"/>
          <ac:spMkLst>
            <pc:docMk/>
            <pc:sldMk cId="3429734543" sldId="267"/>
            <ac:spMk id="4" creationId="{317642B3-2B80-9890-72CE-75FC6A8AA121}"/>
          </ac:spMkLst>
        </pc:spChg>
        <pc:spChg chg="add del mod">
          <ac:chgData name="Teacher" userId="Teacher" providerId="ADAL" clId="{F35EC33A-1BBD-4270-ACE7-FCC577807867}" dt="2025-09-05T03:20:07.058" v="2160" actId="14100"/>
          <ac:spMkLst>
            <pc:docMk/>
            <pc:sldMk cId="3429734543" sldId="267"/>
            <ac:spMk id="5" creationId="{19B9EBAC-B3D4-478E-3219-F42966E2559B}"/>
          </ac:spMkLst>
        </pc:spChg>
        <pc:spChg chg="add del">
          <ac:chgData name="Teacher" userId="Teacher" providerId="ADAL" clId="{F35EC33A-1BBD-4270-ACE7-FCC577807867}" dt="2025-09-05T02:34:56.082" v="71" actId="700"/>
          <ac:spMkLst>
            <pc:docMk/>
            <pc:sldMk cId="3429734543" sldId="267"/>
            <ac:spMk id="13" creationId="{326F4F45-8D61-4010-5CAA-A08DDB993B0D}"/>
          </ac:spMkLst>
        </pc:spChg>
      </pc:sldChg>
      <pc:sldChg chg="addSp modSp new mod ord modClrScheme chgLayout">
        <pc:chgData name="Teacher" userId="Teacher" providerId="ADAL" clId="{F35EC33A-1BBD-4270-ACE7-FCC577807867}" dt="2025-09-05T02:41:25.002" v="574" actId="20577"/>
        <pc:sldMkLst>
          <pc:docMk/>
          <pc:sldMk cId="2985050274" sldId="268"/>
        </pc:sldMkLst>
        <pc:spChg chg="mod ord">
          <ac:chgData name="Teacher" userId="Teacher" providerId="ADAL" clId="{F35EC33A-1BBD-4270-ACE7-FCC577807867}" dt="2025-09-05T02:41:25.002" v="574" actId="20577"/>
          <ac:spMkLst>
            <pc:docMk/>
            <pc:sldMk cId="2985050274" sldId="268"/>
            <ac:spMk id="2" creationId="{0D34E8DE-1101-E39D-C939-925AA9571F23}"/>
          </ac:spMkLst>
        </pc:spChg>
        <pc:spChg chg="mod ord">
          <ac:chgData name="Teacher" userId="Teacher" providerId="ADAL" clId="{F35EC33A-1BBD-4270-ACE7-FCC577807867}" dt="2025-09-05T02:40:23.486" v="541" actId="113"/>
          <ac:spMkLst>
            <pc:docMk/>
            <pc:sldMk cId="2985050274" sldId="268"/>
            <ac:spMk id="3" creationId="{A88AF2A4-2B08-DE7F-6551-1A0C4EE0ED2B}"/>
          </ac:spMkLst>
        </pc:spChg>
        <pc:spChg chg="add mod ord">
          <ac:chgData name="Teacher" userId="Teacher" providerId="ADAL" clId="{F35EC33A-1BBD-4270-ACE7-FCC577807867}" dt="2025-09-05T02:40:44.412" v="544" actId="14100"/>
          <ac:spMkLst>
            <pc:docMk/>
            <pc:sldMk cId="2985050274" sldId="268"/>
            <ac:spMk id="4" creationId="{CFAB985A-2ADC-8145-59A4-C17D93C03883}"/>
          </ac:spMkLst>
        </pc:spChg>
      </pc:sldChg>
      <pc:sldChg chg="addSp modSp new mod ord setBg setClrOvrMap">
        <pc:chgData name="Teacher" userId="Teacher" providerId="ADAL" clId="{F35EC33A-1BBD-4270-ACE7-FCC577807867}" dt="2025-09-05T03:13:44.356" v="1951" actId="6549"/>
        <pc:sldMkLst>
          <pc:docMk/>
          <pc:sldMk cId="82913230" sldId="269"/>
        </pc:sldMkLst>
        <pc:spChg chg="mod">
          <ac:chgData name="Teacher" userId="Teacher" providerId="ADAL" clId="{F35EC33A-1BBD-4270-ACE7-FCC577807867}" dt="2025-09-05T03:13:44.356" v="1951" actId="6549"/>
          <ac:spMkLst>
            <pc:docMk/>
            <pc:sldMk cId="82913230" sldId="269"/>
            <ac:spMk id="2" creationId="{E6E6C0DC-C1F3-3BBF-C692-2A61E36BADB0}"/>
          </ac:spMkLst>
        </pc:spChg>
        <pc:spChg chg="mod">
          <ac:chgData name="Teacher" userId="Teacher" providerId="ADAL" clId="{F35EC33A-1BBD-4270-ACE7-FCC577807867}" dt="2025-09-05T03:13:37.836" v="1939" actId="21"/>
          <ac:spMkLst>
            <pc:docMk/>
            <pc:sldMk cId="82913230" sldId="269"/>
            <ac:spMk id="3" creationId="{BF19B075-7477-9F32-AE5C-1FDA58437FBB}"/>
          </ac:spMkLst>
        </pc:spChg>
        <pc:spChg chg="add">
          <ac:chgData name="Teacher" userId="Teacher" providerId="ADAL" clId="{F35EC33A-1BBD-4270-ACE7-FCC577807867}" dt="2025-09-05T02:55:40.713" v="1393" actId="26606"/>
          <ac:spMkLst>
            <pc:docMk/>
            <pc:sldMk cId="82913230" sldId="269"/>
            <ac:spMk id="8" creationId="{E1EB41F2-E181-4D4D-9131-A30F6B0AE596}"/>
          </ac:spMkLst>
        </pc:spChg>
        <pc:spChg chg="add">
          <ac:chgData name="Teacher" userId="Teacher" providerId="ADAL" clId="{F35EC33A-1BBD-4270-ACE7-FCC577807867}" dt="2025-09-05T02:55:40.713" v="1393" actId="26606"/>
          <ac:spMkLst>
            <pc:docMk/>
            <pc:sldMk cId="82913230" sldId="269"/>
            <ac:spMk id="10" creationId="{3D63CC92-C517-4C71-9222-4579252CD62E}"/>
          </ac:spMkLst>
        </pc:spChg>
        <pc:picChg chg="add">
          <ac:chgData name="Teacher" userId="Teacher" providerId="ADAL" clId="{F35EC33A-1BBD-4270-ACE7-FCC577807867}" dt="2025-09-05T02:55:40.713" v="1393" actId="26606"/>
          <ac:picMkLst>
            <pc:docMk/>
            <pc:sldMk cId="82913230" sldId="269"/>
            <ac:picMk id="12" creationId="{40A39FDC-39F4-4CB7-873B-8D786EC02516}"/>
          </ac:picMkLst>
        </pc:picChg>
      </pc:sldChg>
      <pc:sldChg chg="addSp delSp modSp add mod setBg">
        <pc:chgData name="Teacher" userId="Teacher" providerId="ADAL" clId="{F35EC33A-1BBD-4270-ACE7-FCC577807867}" dt="2025-09-05T03:19:14.784" v="2156" actId="14100"/>
        <pc:sldMkLst>
          <pc:docMk/>
          <pc:sldMk cId="2742037169" sldId="270"/>
        </pc:sldMkLst>
        <pc:spChg chg="mod">
          <ac:chgData name="Teacher" userId="Teacher" providerId="ADAL" clId="{F35EC33A-1BBD-4270-ACE7-FCC577807867}" dt="2025-09-05T03:11:54.299" v="1798" actId="20577"/>
          <ac:spMkLst>
            <pc:docMk/>
            <pc:sldMk cId="2742037169" sldId="270"/>
            <ac:spMk id="2" creationId="{6E9190B2-AF3D-891A-9368-EA6A0AE3D352}"/>
          </ac:spMkLst>
        </pc:spChg>
        <pc:spChg chg="mod">
          <ac:chgData name="Teacher" userId="Teacher" providerId="ADAL" clId="{F35EC33A-1BBD-4270-ACE7-FCC577807867}" dt="2025-09-05T03:18:41.422" v="2150" actId="14100"/>
          <ac:spMkLst>
            <pc:docMk/>
            <pc:sldMk cId="2742037169" sldId="270"/>
            <ac:spMk id="3" creationId="{D4377F94-69DF-4D92-212B-3541E97CC57B}"/>
          </ac:spMkLst>
        </pc:spChg>
        <pc:spChg chg="add mod">
          <ac:chgData name="Teacher" userId="Teacher" providerId="ADAL" clId="{F35EC33A-1BBD-4270-ACE7-FCC577807867}" dt="2025-09-05T03:13:33.954" v="1928" actId="1076"/>
          <ac:spMkLst>
            <pc:docMk/>
            <pc:sldMk cId="2742037169" sldId="270"/>
            <ac:spMk id="4" creationId="{6DCE145C-F835-417F-8607-DB614FF95603}"/>
          </ac:spMkLst>
        </pc:spChg>
        <pc:spChg chg="add mod">
          <ac:chgData name="Teacher" userId="Teacher" providerId="ADAL" clId="{F35EC33A-1BBD-4270-ACE7-FCC577807867}" dt="2025-09-05T03:16:22.827" v="1953" actId="1076"/>
          <ac:spMkLst>
            <pc:docMk/>
            <pc:sldMk cId="2742037169" sldId="270"/>
            <ac:spMk id="5" creationId="{68FE787E-2454-4E83-DE9D-6C0521649384}"/>
          </ac:spMkLst>
        </pc:spChg>
        <pc:spChg chg="add mod">
          <ac:chgData name="Teacher" userId="Teacher" providerId="ADAL" clId="{F35EC33A-1BBD-4270-ACE7-FCC577807867}" dt="2025-09-05T03:19:14.784" v="2156" actId="14100"/>
          <ac:spMkLst>
            <pc:docMk/>
            <pc:sldMk cId="2742037169" sldId="270"/>
            <ac:spMk id="6" creationId="{E1861373-32E5-A26C-1ADA-6BAD9A8A734F}"/>
          </ac:spMkLst>
        </pc:spChg>
        <pc:spChg chg="del">
          <ac:chgData name="Teacher" userId="Teacher" providerId="ADAL" clId="{F35EC33A-1BBD-4270-ACE7-FCC577807867}" dt="2025-09-05T03:04:38.670" v="1733" actId="26606"/>
          <ac:spMkLst>
            <pc:docMk/>
            <pc:sldMk cId="2742037169" sldId="270"/>
            <ac:spMk id="8" creationId="{CA6C21AA-4691-36CD-CE2E-67965D5AEB0E}"/>
          </ac:spMkLst>
        </pc:spChg>
        <pc:spChg chg="del">
          <ac:chgData name="Teacher" userId="Teacher" providerId="ADAL" clId="{F35EC33A-1BBD-4270-ACE7-FCC577807867}" dt="2025-09-05T03:04:38.670" v="1733" actId="26606"/>
          <ac:spMkLst>
            <pc:docMk/>
            <pc:sldMk cId="2742037169" sldId="270"/>
            <ac:spMk id="10" creationId="{D3E83383-9BD1-B9C4-9D86-DB350CB6AEBE}"/>
          </ac:spMkLst>
        </pc:spChg>
        <pc:spChg chg="add">
          <ac:chgData name="Teacher" userId="Teacher" providerId="ADAL" clId="{F35EC33A-1BBD-4270-ACE7-FCC577807867}" dt="2025-09-05T03:04:38.670" v="1733" actId="26606"/>
          <ac:spMkLst>
            <pc:docMk/>
            <pc:sldMk cId="2742037169" sldId="270"/>
            <ac:spMk id="17" creationId="{54309F57-B331-41A7-9154-15EC2AF45A60}"/>
          </ac:spMkLst>
        </pc:spChg>
        <pc:picChg chg="del">
          <ac:chgData name="Teacher" userId="Teacher" providerId="ADAL" clId="{F35EC33A-1BBD-4270-ACE7-FCC577807867}" dt="2025-09-05T03:04:38.670" v="1733" actId="26606"/>
          <ac:picMkLst>
            <pc:docMk/>
            <pc:sldMk cId="2742037169" sldId="270"/>
            <ac:picMk id="12" creationId="{CAADB4E2-0443-C4DA-BED5-0DE6E05DA543}"/>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0C6B97-2B36-41B4-AD4E-0C09A0F843D5}"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DFE53F82-4CFE-4B61-8D01-87B9E8151E18}">
      <dgm:prSet/>
      <dgm:spPr>
        <a:solidFill>
          <a:schemeClr val="accent3">
            <a:lumMod val="20000"/>
            <a:lumOff val="80000"/>
          </a:schemeClr>
        </a:solidFill>
        <a:ln>
          <a:solidFill>
            <a:schemeClr val="bg2">
              <a:lumMod val="75000"/>
            </a:schemeClr>
          </a:solidFill>
        </a:ln>
      </dgm:spPr>
      <dgm:t>
        <a:bodyPr/>
        <a:lstStyle/>
        <a:p>
          <a:r>
            <a:rPr lang="en-AU" dirty="0">
              <a:solidFill>
                <a:schemeClr val="accent3">
                  <a:lumMod val="50000"/>
                </a:schemeClr>
              </a:solidFill>
            </a:rPr>
            <a:t>The following tasks have already been done for you:</a:t>
          </a:r>
          <a:endParaRPr lang="en-US" dirty="0">
            <a:solidFill>
              <a:schemeClr val="accent3">
                <a:lumMod val="50000"/>
              </a:schemeClr>
            </a:solidFill>
          </a:endParaRPr>
        </a:p>
      </dgm:t>
    </dgm:pt>
    <dgm:pt modelId="{CC598FB7-AE4B-4F5C-BC05-ABBA52ABD1E3}" type="parTrans" cxnId="{27920415-D6B2-4532-BF21-13B008D94B51}">
      <dgm:prSet/>
      <dgm:spPr/>
      <dgm:t>
        <a:bodyPr/>
        <a:lstStyle/>
        <a:p>
          <a:endParaRPr lang="en-US"/>
        </a:p>
      </dgm:t>
    </dgm:pt>
    <dgm:pt modelId="{E3B3E12D-726B-4764-A92D-00DA18BD21AE}" type="sibTrans" cxnId="{27920415-D6B2-4532-BF21-13B008D94B51}">
      <dgm:prSet/>
      <dgm:spPr/>
      <dgm:t>
        <a:bodyPr/>
        <a:lstStyle/>
        <a:p>
          <a:endParaRPr lang="en-US"/>
        </a:p>
      </dgm:t>
    </dgm:pt>
    <dgm:pt modelId="{82366409-64BB-446D-AF89-FA96FAD26FE4}">
      <dgm:prSet custT="1"/>
      <dgm:spPr>
        <a:solidFill>
          <a:srgbClr val="F0FAF9">
            <a:alpha val="90000"/>
          </a:srgbClr>
        </a:solidFill>
        <a:ln>
          <a:solidFill>
            <a:schemeClr val="bg2">
              <a:lumMod val="75000"/>
            </a:schemeClr>
          </a:solidFill>
        </a:ln>
      </dgm:spPr>
      <dgm:t>
        <a:bodyPr/>
        <a:lstStyle/>
        <a:p>
          <a:r>
            <a:rPr lang="en-AU" sz="2400">
              <a:solidFill>
                <a:schemeClr val="bg2">
                  <a:lumMod val="75000"/>
                </a:schemeClr>
              </a:solidFill>
            </a:rPr>
            <a:t>Choosing a prompt</a:t>
          </a:r>
          <a:endParaRPr lang="en-US" sz="2400">
            <a:solidFill>
              <a:schemeClr val="bg2">
                <a:lumMod val="75000"/>
              </a:schemeClr>
            </a:solidFill>
          </a:endParaRPr>
        </a:p>
      </dgm:t>
    </dgm:pt>
    <dgm:pt modelId="{C89E4318-69AA-4CBA-A0E2-7B4939ADF35B}" type="parTrans" cxnId="{AF3B5DD8-9E2A-445D-874F-FB84F2C573B6}">
      <dgm:prSet/>
      <dgm:spPr/>
      <dgm:t>
        <a:bodyPr/>
        <a:lstStyle/>
        <a:p>
          <a:endParaRPr lang="en-US"/>
        </a:p>
      </dgm:t>
    </dgm:pt>
    <dgm:pt modelId="{93F9403B-D5F5-4E58-BEBF-22CCBA8D6530}" type="sibTrans" cxnId="{AF3B5DD8-9E2A-445D-874F-FB84F2C573B6}">
      <dgm:prSet/>
      <dgm:spPr/>
      <dgm:t>
        <a:bodyPr/>
        <a:lstStyle/>
        <a:p>
          <a:endParaRPr lang="en-US"/>
        </a:p>
      </dgm:t>
    </dgm:pt>
    <dgm:pt modelId="{390C0567-2385-4D84-A25B-2F66B23F3CC7}">
      <dgm:prSet custT="1"/>
      <dgm:spPr>
        <a:solidFill>
          <a:srgbClr val="F0FAF9">
            <a:alpha val="90000"/>
          </a:srgbClr>
        </a:solidFill>
        <a:ln>
          <a:solidFill>
            <a:schemeClr val="bg2">
              <a:lumMod val="75000"/>
            </a:schemeClr>
          </a:solidFill>
        </a:ln>
      </dgm:spPr>
      <dgm:t>
        <a:bodyPr/>
        <a:lstStyle/>
        <a:p>
          <a:r>
            <a:rPr lang="en-AU" sz="2400" dirty="0">
              <a:solidFill>
                <a:schemeClr val="bg2">
                  <a:lumMod val="75000"/>
                </a:schemeClr>
              </a:solidFill>
            </a:rPr>
            <a:t>Developing an argument</a:t>
          </a:r>
          <a:endParaRPr lang="en-US" sz="2400" dirty="0">
            <a:solidFill>
              <a:schemeClr val="bg2">
                <a:lumMod val="75000"/>
              </a:schemeClr>
            </a:solidFill>
          </a:endParaRPr>
        </a:p>
      </dgm:t>
    </dgm:pt>
    <dgm:pt modelId="{0336F590-CD60-4368-A308-8AF776641539}" type="parTrans" cxnId="{36F5AB6A-FD80-4ADB-9CEC-B64815B8F397}">
      <dgm:prSet/>
      <dgm:spPr/>
      <dgm:t>
        <a:bodyPr/>
        <a:lstStyle/>
        <a:p>
          <a:endParaRPr lang="en-US"/>
        </a:p>
      </dgm:t>
    </dgm:pt>
    <dgm:pt modelId="{056991E2-75A1-4AD5-B7AE-895CD3CF9255}" type="sibTrans" cxnId="{36F5AB6A-FD80-4ADB-9CEC-B64815B8F397}">
      <dgm:prSet/>
      <dgm:spPr/>
      <dgm:t>
        <a:bodyPr/>
        <a:lstStyle/>
        <a:p>
          <a:endParaRPr lang="en-US"/>
        </a:p>
      </dgm:t>
    </dgm:pt>
    <dgm:pt modelId="{FEDC1268-035F-4367-9790-975109D0288C}">
      <dgm:prSet custT="1"/>
      <dgm:spPr>
        <a:solidFill>
          <a:schemeClr val="accent1"/>
        </a:solidFill>
        <a:ln>
          <a:solidFill>
            <a:schemeClr val="bg2">
              <a:lumMod val="75000"/>
            </a:schemeClr>
          </a:solidFill>
        </a:ln>
      </dgm:spPr>
      <dgm:t>
        <a:bodyPr/>
        <a:lstStyle/>
        <a:p>
          <a:r>
            <a:rPr lang="en-AU" sz="3200" b="1" dirty="0">
              <a:solidFill>
                <a:schemeClr val="bg1"/>
              </a:solidFill>
            </a:rPr>
            <a:t>Your task is to:</a:t>
          </a:r>
          <a:endParaRPr lang="en-US" sz="3200" b="1" dirty="0">
            <a:solidFill>
              <a:schemeClr val="bg1"/>
            </a:solidFill>
          </a:endParaRPr>
        </a:p>
      </dgm:t>
    </dgm:pt>
    <dgm:pt modelId="{071AE297-29BF-4CD9-AF4B-BAC087882A48}" type="parTrans" cxnId="{D672A52A-79AF-404B-AE1A-F329915DCB7E}">
      <dgm:prSet/>
      <dgm:spPr/>
      <dgm:t>
        <a:bodyPr/>
        <a:lstStyle/>
        <a:p>
          <a:endParaRPr lang="en-US"/>
        </a:p>
      </dgm:t>
    </dgm:pt>
    <dgm:pt modelId="{957E3EB7-24A9-4E03-A73F-49A9342C4F02}" type="sibTrans" cxnId="{D672A52A-79AF-404B-AE1A-F329915DCB7E}">
      <dgm:prSet/>
      <dgm:spPr/>
      <dgm:t>
        <a:bodyPr/>
        <a:lstStyle/>
        <a:p>
          <a:endParaRPr lang="en-US"/>
        </a:p>
      </dgm:t>
    </dgm:pt>
    <dgm:pt modelId="{04DB2256-4553-4A81-A709-8D2D8CF92869}">
      <dgm:prSet custT="1"/>
      <dgm:spPr>
        <a:solidFill>
          <a:schemeClr val="accent1">
            <a:lumMod val="40000"/>
            <a:lumOff val="60000"/>
          </a:schemeClr>
        </a:solidFill>
        <a:ln>
          <a:solidFill>
            <a:schemeClr val="bg2">
              <a:lumMod val="75000"/>
            </a:schemeClr>
          </a:solidFill>
        </a:ln>
      </dgm:spPr>
      <dgm:t>
        <a:bodyPr/>
        <a:lstStyle/>
        <a:p>
          <a:r>
            <a:rPr lang="en-AU" sz="2400" dirty="0"/>
            <a:t>Write essay paragraphs using TEEL</a:t>
          </a:r>
          <a:endParaRPr lang="en-US" sz="2400" dirty="0"/>
        </a:p>
      </dgm:t>
    </dgm:pt>
    <dgm:pt modelId="{D0B169AE-D12C-4D49-8F7C-77626B710641}" type="parTrans" cxnId="{5332999A-5C7B-4E8D-94F7-22554FC4C55D}">
      <dgm:prSet/>
      <dgm:spPr/>
      <dgm:t>
        <a:bodyPr/>
        <a:lstStyle/>
        <a:p>
          <a:endParaRPr lang="en-US"/>
        </a:p>
      </dgm:t>
    </dgm:pt>
    <dgm:pt modelId="{86E5DCA0-19DD-4967-922E-51CE25565842}" type="sibTrans" cxnId="{5332999A-5C7B-4E8D-94F7-22554FC4C55D}">
      <dgm:prSet/>
      <dgm:spPr/>
      <dgm:t>
        <a:bodyPr/>
        <a:lstStyle/>
        <a:p>
          <a:endParaRPr lang="en-US"/>
        </a:p>
      </dgm:t>
    </dgm:pt>
    <dgm:pt modelId="{7E75A613-F0C0-4397-ACFF-E47FD9FC13CF}">
      <dgm:prSet custT="1"/>
      <dgm:spPr>
        <a:solidFill>
          <a:schemeClr val="accent1">
            <a:lumMod val="40000"/>
            <a:lumOff val="60000"/>
          </a:schemeClr>
        </a:solidFill>
        <a:ln>
          <a:solidFill>
            <a:schemeClr val="bg2">
              <a:lumMod val="75000"/>
            </a:schemeClr>
          </a:solidFill>
        </a:ln>
      </dgm:spPr>
      <dgm:t>
        <a:bodyPr/>
        <a:lstStyle/>
        <a:p>
          <a:r>
            <a:rPr lang="en-AU" sz="2400" dirty="0"/>
            <a:t>Embed evidence into your explanation sentences</a:t>
          </a:r>
          <a:endParaRPr lang="en-US" sz="2400" dirty="0"/>
        </a:p>
      </dgm:t>
    </dgm:pt>
    <dgm:pt modelId="{B5806201-ADDD-4419-BAE4-75C9A23EBE25}" type="parTrans" cxnId="{AA7C7D9F-D396-4DD1-ABE5-EE7D4E50707A}">
      <dgm:prSet/>
      <dgm:spPr/>
      <dgm:t>
        <a:bodyPr/>
        <a:lstStyle/>
        <a:p>
          <a:endParaRPr lang="en-US"/>
        </a:p>
      </dgm:t>
    </dgm:pt>
    <dgm:pt modelId="{B2699607-08CC-4CAD-9101-80EA768372B7}" type="sibTrans" cxnId="{AA7C7D9F-D396-4DD1-ABE5-EE7D4E50707A}">
      <dgm:prSet/>
      <dgm:spPr/>
      <dgm:t>
        <a:bodyPr/>
        <a:lstStyle/>
        <a:p>
          <a:endParaRPr lang="en-US"/>
        </a:p>
      </dgm:t>
    </dgm:pt>
    <dgm:pt modelId="{A859EA08-8DDC-415D-9C86-4E6D97CD7F30}">
      <dgm:prSet custT="1"/>
      <dgm:spPr>
        <a:solidFill>
          <a:schemeClr val="accent1">
            <a:lumMod val="40000"/>
            <a:lumOff val="60000"/>
          </a:schemeClr>
        </a:solidFill>
        <a:ln>
          <a:solidFill>
            <a:schemeClr val="bg2">
              <a:lumMod val="75000"/>
            </a:schemeClr>
          </a:solidFill>
        </a:ln>
      </dgm:spPr>
      <dgm:t>
        <a:bodyPr/>
        <a:lstStyle/>
        <a:p>
          <a:r>
            <a:rPr lang="en-AU" sz="2400" dirty="0"/>
            <a:t>Write an introduction and a conclusion.</a:t>
          </a:r>
          <a:endParaRPr lang="en-US" sz="2400" dirty="0"/>
        </a:p>
      </dgm:t>
    </dgm:pt>
    <dgm:pt modelId="{7A391AA4-F37B-4033-8EFC-76DA4E70603B}" type="parTrans" cxnId="{391C01C1-7CE4-449C-A80D-A4EF1CB7CD10}">
      <dgm:prSet/>
      <dgm:spPr/>
      <dgm:t>
        <a:bodyPr/>
        <a:lstStyle/>
        <a:p>
          <a:endParaRPr lang="en-US"/>
        </a:p>
      </dgm:t>
    </dgm:pt>
    <dgm:pt modelId="{19064A7F-A553-4BB2-9452-36D51331E61B}" type="sibTrans" cxnId="{391C01C1-7CE4-449C-A80D-A4EF1CB7CD10}">
      <dgm:prSet/>
      <dgm:spPr/>
      <dgm:t>
        <a:bodyPr/>
        <a:lstStyle/>
        <a:p>
          <a:endParaRPr lang="en-US"/>
        </a:p>
      </dgm:t>
    </dgm:pt>
    <dgm:pt modelId="{496FE622-6BB2-48C9-A4AD-C15391268749}" type="pres">
      <dgm:prSet presAssocID="{130C6B97-2B36-41B4-AD4E-0C09A0F843D5}" presName="Name0" presStyleCnt="0">
        <dgm:presLayoutVars>
          <dgm:dir/>
          <dgm:animLvl val="lvl"/>
          <dgm:resizeHandles val="exact"/>
        </dgm:presLayoutVars>
      </dgm:prSet>
      <dgm:spPr/>
    </dgm:pt>
    <dgm:pt modelId="{8DA7BFCE-60F2-4D3E-B588-D2FD3D9E4BA9}" type="pres">
      <dgm:prSet presAssocID="{DFE53F82-4CFE-4B61-8D01-87B9E8151E18}" presName="linNode" presStyleCnt="0"/>
      <dgm:spPr/>
    </dgm:pt>
    <dgm:pt modelId="{97F23D17-55EB-4B48-A0F2-0F47C861385F}" type="pres">
      <dgm:prSet presAssocID="{DFE53F82-4CFE-4B61-8D01-87B9E8151E18}" presName="parentText" presStyleLbl="node1" presStyleIdx="0" presStyleCnt="2" custScaleY="84984">
        <dgm:presLayoutVars>
          <dgm:chMax val="1"/>
          <dgm:bulletEnabled val="1"/>
        </dgm:presLayoutVars>
      </dgm:prSet>
      <dgm:spPr/>
    </dgm:pt>
    <dgm:pt modelId="{A9F6B98C-F158-47D1-AFEA-12958F053498}" type="pres">
      <dgm:prSet presAssocID="{DFE53F82-4CFE-4B61-8D01-87B9E8151E18}" presName="descendantText" presStyleLbl="alignAccFollowNode1" presStyleIdx="0" presStyleCnt="2" custScaleY="74635">
        <dgm:presLayoutVars>
          <dgm:bulletEnabled val="1"/>
        </dgm:presLayoutVars>
      </dgm:prSet>
      <dgm:spPr/>
    </dgm:pt>
    <dgm:pt modelId="{AE6B0FAE-2314-455A-9486-E9D6DBC094F4}" type="pres">
      <dgm:prSet presAssocID="{E3B3E12D-726B-4764-A92D-00DA18BD21AE}" presName="sp" presStyleCnt="0"/>
      <dgm:spPr/>
    </dgm:pt>
    <dgm:pt modelId="{7D8C9673-088A-4268-80FF-77A8F2F85661}" type="pres">
      <dgm:prSet presAssocID="{FEDC1268-035F-4367-9790-975109D0288C}" presName="linNode" presStyleCnt="0"/>
      <dgm:spPr/>
    </dgm:pt>
    <dgm:pt modelId="{720B734B-D80D-424A-B542-4BF4DD6452EF}" type="pres">
      <dgm:prSet presAssocID="{FEDC1268-035F-4367-9790-975109D0288C}" presName="parentText" presStyleLbl="node1" presStyleIdx="1" presStyleCnt="2" custScaleY="164420">
        <dgm:presLayoutVars>
          <dgm:chMax val="1"/>
          <dgm:bulletEnabled val="1"/>
        </dgm:presLayoutVars>
      </dgm:prSet>
      <dgm:spPr/>
    </dgm:pt>
    <dgm:pt modelId="{D30E861E-DE30-442D-BADF-F4FCB317A9A4}" type="pres">
      <dgm:prSet presAssocID="{FEDC1268-035F-4367-9790-975109D0288C}" presName="descendantText" presStyleLbl="alignAccFollowNode1" presStyleIdx="1" presStyleCnt="2" custScaleY="149536">
        <dgm:presLayoutVars>
          <dgm:bulletEnabled val="1"/>
        </dgm:presLayoutVars>
      </dgm:prSet>
      <dgm:spPr/>
    </dgm:pt>
  </dgm:ptLst>
  <dgm:cxnLst>
    <dgm:cxn modelId="{F225410C-C027-424C-9C52-DFE679C7697B}" type="presOf" srcId="{130C6B97-2B36-41B4-AD4E-0C09A0F843D5}" destId="{496FE622-6BB2-48C9-A4AD-C15391268749}" srcOrd="0" destOrd="0" presId="urn:microsoft.com/office/officeart/2005/8/layout/vList5"/>
    <dgm:cxn modelId="{27920415-D6B2-4532-BF21-13B008D94B51}" srcId="{130C6B97-2B36-41B4-AD4E-0C09A0F843D5}" destId="{DFE53F82-4CFE-4B61-8D01-87B9E8151E18}" srcOrd="0" destOrd="0" parTransId="{CC598FB7-AE4B-4F5C-BC05-ABBA52ABD1E3}" sibTransId="{E3B3E12D-726B-4764-A92D-00DA18BD21AE}"/>
    <dgm:cxn modelId="{D672A52A-79AF-404B-AE1A-F329915DCB7E}" srcId="{130C6B97-2B36-41B4-AD4E-0C09A0F843D5}" destId="{FEDC1268-035F-4367-9790-975109D0288C}" srcOrd="1" destOrd="0" parTransId="{071AE297-29BF-4CD9-AF4B-BAC087882A48}" sibTransId="{957E3EB7-24A9-4E03-A73F-49A9342C4F02}"/>
    <dgm:cxn modelId="{E300D72A-FE8F-43CE-8F7D-A98423033160}" type="presOf" srcId="{A859EA08-8DDC-415D-9C86-4E6D97CD7F30}" destId="{D30E861E-DE30-442D-BADF-F4FCB317A9A4}" srcOrd="0" destOrd="2" presId="urn:microsoft.com/office/officeart/2005/8/layout/vList5"/>
    <dgm:cxn modelId="{AF428162-F78D-4B02-B755-EA3CB2FEFD29}" type="presOf" srcId="{390C0567-2385-4D84-A25B-2F66B23F3CC7}" destId="{A9F6B98C-F158-47D1-AFEA-12958F053498}" srcOrd="0" destOrd="1" presId="urn:microsoft.com/office/officeart/2005/8/layout/vList5"/>
    <dgm:cxn modelId="{21121C49-3655-41FE-AAC5-4BBBA48AF307}" type="presOf" srcId="{04DB2256-4553-4A81-A709-8D2D8CF92869}" destId="{D30E861E-DE30-442D-BADF-F4FCB317A9A4}" srcOrd="0" destOrd="0" presId="urn:microsoft.com/office/officeart/2005/8/layout/vList5"/>
    <dgm:cxn modelId="{36F5AB6A-FD80-4ADB-9CEC-B64815B8F397}" srcId="{DFE53F82-4CFE-4B61-8D01-87B9E8151E18}" destId="{390C0567-2385-4D84-A25B-2F66B23F3CC7}" srcOrd="1" destOrd="0" parTransId="{0336F590-CD60-4368-A308-8AF776641539}" sibTransId="{056991E2-75A1-4AD5-B7AE-895CD3CF9255}"/>
    <dgm:cxn modelId="{62A20189-74C9-433A-8B10-FACBD34C46F5}" type="presOf" srcId="{82366409-64BB-446D-AF89-FA96FAD26FE4}" destId="{A9F6B98C-F158-47D1-AFEA-12958F053498}" srcOrd="0" destOrd="0" presId="urn:microsoft.com/office/officeart/2005/8/layout/vList5"/>
    <dgm:cxn modelId="{5332999A-5C7B-4E8D-94F7-22554FC4C55D}" srcId="{FEDC1268-035F-4367-9790-975109D0288C}" destId="{04DB2256-4553-4A81-A709-8D2D8CF92869}" srcOrd="0" destOrd="0" parTransId="{D0B169AE-D12C-4D49-8F7C-77626B710641}" sibTransId="{86E5DCA0-19DD-4967-922E-51CE25565842}"/>
    <dgm:cxn modelId="{AA7C7D9F-D396-4DD1-ABE5-EE7D4E50707A}" srcId="{FEDC1268-035F-4367-9790-975109D0288C}" destId="{7E75A613-F0C0-4397-ACFF-E47FD9FC13CF}" srcOrd="1" destOrd="0" parTransId="{B5806201-ADDD-4419-BAE4-75C9A23EBE25}" sibTransId="{B2699607-08CC-4CAD-9101-80EA768372B7}"/>
    <dgm:cxn modelId="{391C01C1-7CE4-449C-A80D-A4EF1CB7CD10}" srcId="{FEDC1268-035F-4367-9790-975109D0288C}" destId="{A859EA08-8DDC-415D-9C86-4E6D97CD7F30}" srcOrd="2" destOrd="0" parTransId="{7A391AA4-F37B-4033-8EFC-76DA4E70603B}" sibTransId="{19064A7F-A553-4BB2-9452-36D51331E61B}"/>
    <dgm:cxn modelId="{886E9ED0-3091-4E2F-9818-752F11F54952}" type="presOf" srcId="{7E75A613-F0C0-4397-ACFF-E47FD9FC13CF}" destId="{D30E861E-DE30-442D-BADF-F4FCB317A9A4}" srcOrd="0" destOrd="1" presId="urn:microsoft.com/office/officeart/2005/8/layout/vList5"/>
    <dgm:cxn modelId="{AF3B5DD8-9E2A-445D-874F-FB84F2C573B6}" srcId="{DFE53F82-4CFE-4B61-8D01-87B9E8151E18}" destId="{82366409-64BB-446D-AF89-FA96FAD26FE4}" srcOrd="0" destOrd="0" parTransId="{C89E4318-69AA-4CBA-A0E2-7B4939ADF35B}" sibTransId="{93F9403B-D5F5-4E58-BEBF-22CCBA8D6530}"/>
    <dgm:cxn modelId="{6B8466E3-4C08-40F2-BF49-E8090714827F}" type="presOf" srcId="{DFE53F82-4CFE-4B61-8D01-87B9E8151E18}" destId="{97F23D17-55EB-4B48-A0F2-0F47C861385F}" srcOrd="0" destOrd="0" presId="urn:microsoft.com/office/officeart/2005/8/layout/vList5"/>
    <dgm:cxn modelId="{284745F8-9E20-44E9-9DE1-29381D716FB1}" type="presOf" srcId="{FEDC1268-035F-4367-9790-975109D0288C}" destId="{720B734B-D80D-424A-B542-4BF4DD6452EF}" srcOrd="0" destOrd="0" presId="urn:microsoft.com/office/officeart/2005/8/layout/vList5"/>
    <dgm:cxn modelId="{2FE2B127-A880-412E-8E61-38724A4FCFE6}" type="presParOf" srcId="{496FE622-6BB2-48C9-A4AD-C15391268749}" destId="{8DA7BFCE-60F2-4D3E-B588-D2FD3D9E4BA9}" srcOrd="0" destOrd="0" presId="urn:microsoft.com/office/officeart/2005/8/layout/vList5"/>
    <dgm:cxn modelId="{A8C481CD-6DB5-418E-8F14-23564E20B48E}" type="presParOf" srcId="{8DA7BFCE-60F2-4D3E-B588-D2FD3D9E4BA9}" destId="{97F23D17-55EB-4B48-A0F2-0F47C861385F}" srcOrd="0" destOrd="0" presId="urn:microsoft.com/office/officeart/2005/8/layout/vList5"/>
    <dgm:cxn modelId="{8599B4B4-51C2-4D3E-A097-D593A657D21C}" type="presParOf" srcId="{8DA7BFCE-60F2-4D3E-B588-D2FD3D9E4BA9}" destId="{A9F6B98C-F158-47D1-AFEA-12958F053498}" srcOrd="1" destOrd="0" presId="urn:microsoft.com/office/officeart/2005/8/layout/vList5"/>
    <dgm:cxn modelId="{26BEAD3B-4902-441C-B77C-3E74A24A9871}" type="presParOf" srcId="{496FE622-6BB2-48C9-A4AD-C15391268749}" destId="{AE6B0FAE-2314-455A-9486-E9D6DBC094F4}" srcOrd="1" destOrd="0" presId="urn:microsoft.com/office/officeart/2005/8/layout/vList5"/>
    <dgm:cxn modelId="{1E6DE812-48FB-4CDF-A9E0-BCE44EEF0BBB}" type="presParOf" srcId="{496FE622-6BB2-48C9-A4AD-C15391268749}" destId="{7D8C9673-088A-4268-80FF-77A8F2F85661}" srcOrd="2" destOrd="0" presId="urn:microsoft.com/office/officeart/2005/8/layout/vList5"/>
    <dgm:cxn modelId="{9A84DDB5-1D57-4B85-83F8-600EA195D662}" type="presParOf" srcId="{7D8C9673-088A-4268-80FF-77A8F2F85661}" destId="{720B734B-D80D-424A-B542-4BF4DD6452EF}" srcOrd="0" destOrd="0" presId="urn:microsoft.com/office/officeart/2005/8/layout/vList5"/>
    <dgm:cxn modelId="{E140F3DA-468E-4787-9F80-D7076ADA1779}" type="presParOf" srcId="{7D8C9673-088A-4268-80FF-77A8F2F85661}" destId="{D30E861E-DE30-442D-BADF-F4FCB317A9A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B2FED6-7298-44AB-9CE3-8222171A5961}"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2BA3B2AD-6261-4066-9159-43D5EDB37B56}">
      <dgm:prSet/>
      <dgm:spPr>
        <a:solidFill>
          <a:srgbClr val="E5F0E0"/>
        </a:solidFill>
      </dgm:spPr>
      <dgm:t>
        <a:bodyPr/>
        <a:lstStyle/>
        <a:p>
          <a:r>
            <a:rPr lang="en-AU" dirty="0">
              <a:solidFill>
                <a:schemeClr val="tx1"/>
              </a:solidFill>
            </a:rPr>
            <a:t>Remember what we’ve already learnt about arguments:</a:t>
          </a:r>
          <a:endParaRPr lang="en-US" dirty="0">
            <a:solidFill>
              <a:schemeClr val="tx1"/>
            </a:solidFill>
          </a:endParaRPr>
        </a:p>
      </dgm:t>
    </dgm:pt>
    <dgm:pt modelId="{84B22529-127C-4923-B247-0CE1ADFDF322}" type="parTrans" cxnId="{C7E1ED3C-194A-42EE-9F66-633DF51F6AD9}">
      <dgm:prSet/>
      <dgm:spPr/>
      <dgm:t>
        <a:bodyPr/>
        <a:lstStyle/>
        <a:p>
          <a:endParaRPr lang="en-US"/>
        </a:p>
      </dgm:t>
    </dgm:pt>
    <dgm:pt modelId="{C20C7689-0647-4799-BB61-A1A3C9065A9D}" type="sibTrans" cxnId="{C7E1ED3C-194A-42EE-9F66-633DF51F6AD9}">
      <dgm:prSet/>
      <dgm:spPr/>
      <dgm:t>
        <a:bodyPr/>
        <a:lstStyle/>
        <a:p>
          <a:endParaRPr lang="en-US"/>
        </a:p>
      </dgm:t>
    </dgm:pt>
    <dgm:pt modelId="{250AA745-2CCC-43AE-A4A1-9CDD73CA711E}">
      <dgm:prSet/>
      <dgm:spPr/>
      <dgm:t>
        <a:bodyPr/>
        <a:lstStyle/>
        <a:p>
          <a:pPr marL="361950" indent="-361950">
            <a:tabLst>
              <a:tab pos="534988" algn="l"/>
            </a:tabLst>
          </a:pPr>
          <a:r>
            <a:rPr lang="en-AU" dirty="0">
              <a:solidFill>
                <a:schemeClr val="tx2"/>
              </a:solidFill>
            </a:rPr>
            <a:t>An argument uses </a:t>
          </a:r>
          <a:r>
            <a:rPr lang="en-AU" b="1" dirty="0">
              <a:solidFill>
                <a:schemeClr val="tx2"/>
              </a:solidFill>
            </a:rPr>
            <a:t>logic</a:t>
          </a:r>
          <a:r>
            <a:rPr lang="en-AU" dirty="0">
              <a:solidFill>
                <a:schemeClr val="tx2"/>
              </a:solidFill>
            </a:rPr>
            <a:t> to prove something</a:t>
          </a:r>
          <a:endParaRPr lang="en-US" dirty="0">
            <a:solidFill>
              <a:schemeClr val="tx2"/>
            </a:solidFill>
          </a:endParaRPr>
        </a:p>
      </dgm:t>
    </dgm:pt>
    <dgm:pt modelId="{1B42383A-B9C6-4B66-9AEA-36654731CFEB}" type="parTrans" cxnId="{C7800838-8F0C-43A0-927E-139F40CC85D9}">
      <dgm:prSet/>
      <dgm:spPr/>
      <dgm:t>
        <a:bodyPr/>
        <a:lstStyle/>
        <a:p>
          <a:endParaRPr lang="en-US"/>
        </a:p>
      </dgm:t>
    </dgm:pt>
    <dgm:pt modelId="{8B28C669-F73A-4632-952C-9D5EFDD12BBB}" type="sibTrans" cxnId="{C7800838-8F0C-43A0-927E-139F40CC85D9}">
      <dgm:prSet/>
      <dgm:spPr/>
      <dgm:t>
        <a:bodyPr/>
        <a:lstStyle/>
        <a:p>
          <a:endParaRPr lang="en-US"/>
        </a:p>
      </dgm:t>
    </dgm:pt>
    <dgm:pt modelId="{615B5212-C960-4B35-9596-7FB7FA6D091E}">
      <dgm:prSet/>
      <dgm:spPr/>
      <dgm:t>
        <a:bodyPr/>
        <a:lstStyle/>
        <a:p>
          <a:pPr marL="361950" indent="-361950">
            <a:tabLst>
              <a:tab pos="534988" algn="l"/>
            </a:tabLst>
          </a:pPr>
          <a:r>
            <a:rPr lang="en-AU" dirty="0">
              <a:solidFill>
                <a:schemeClr val="tx2"/>
              </a:solidFill>
            </a:rPr>
            <a:t>An argument contains:</a:t>
          </a:r>
          <a:endParaRPr lang="en-US" dirty="0">
            <a:solidFill>
              <a:schemeClr val="tx2"/>
            </a:solidFill>
          </a:endParaRPr>
        </a:p>
      </dgm:t>
    </dgm:pt>
    <dgm:pt modelId="{9FC764D9-6D18-4E50-A869-7878BD72AF34}" type="parTrans" cxnId="{60EBB5C7-E85F-4B20-B761-9CB1F2FD6C48}">
      <dgm:prSet/>
      <dgm:spPr/>
      <dgm:t>
        <a:bodyPr/>
        <a:lstStyle/>
        <a:p>
          <a:endParaRPr lang="en-US"/>
        </a:p>
      </dgm:t>
    </dgm:pt>
    <dgm:pt modelId="{012958F1-B5EE-44C1-8AEA-C3B7022C4412}" type="sibTrans" cxnId="{60EBB5C7-E85F-4B20-B761-9CB1F2FD6C48}">
      <dgm:prSet/>
      <dgm:spPr/>
      <dgm:t>
        <a:bodyPr/>
        <a:lstStyle/>
        <a:p>
          <a:endParaRPr lang="en-US"/>
        </a:p>
      </dgm:t>
    </dgm:pt>
    <dgm:pt modelId="{8C2ABA3B-5950-4D6A-8100-253569CCF966}">
      <dgm:prSet/>
      <dgm:spPr/>
      <dgm:t>
        <a:bodyPr/>
        <a:lstStyle/>
        <a:p>
          <a:pPr marL="1073150" indent="-447675">
            <a:buFont typeface="Wingdings" panose="05000000000000000000" pitchFamily="2" charset="2"/>
            <a:buChar char="Ø"/>
          </a:pPr>
          <a:r>
            <a:rPr lang="en-AU" dirty="0">
              <a:solidFill>
                <a:schemeClr val="tx2"/>
              </a:solidFill>
            </a:rPr>
            <a:t>a </a:t>
          </a:r>
          <a:r>
            <a:rPr lang="en-AU" b="1" dirty="0">
              <a:solidFill>
                <a:schemeClr val="tx2"/>
              </a:solidFill>
            </a:rPr>
            <a:t>contention</a:t>
          </a:r>
          <a:endParaRPr lang="en-US" b="1" dirty="0">
            <a:solidFill>
              <a:schemeClr val="tx2"/>
            </a:solidFill>
          </a:endParaRPr>
        </a:p>
      </dgm:t>
    </dgm:pt>
    <dgm:pt modelId="{5FE107EF-D4CD-427B-B3C8-034D32086F3C}" type="parTrans" cxnId="{C173E47F-36D1-4F1C-97BF-36B8E1CA6886}">
      <dgm:prSet/>
      <dgm:spPr/>
      <dgm:t>
        <a:bodyPr/>
        <a:lstStyle/>
        <a:p>
          <a:endParaRPr lang="en-US"/>
        </a:p>
      </dgm:t>
    </dgm:pt>
    <dgm:pt modelId="{6509FB69-68FF-4D0F-B14E-ED0244057E27}" type="sibTrans" cxnId="{C173E47F-36D1-4F1C-97BF-36B8E1CA6886}">
      <dgm:prSet/>
      <dgm:spPr/>
      <dgm:t>
        <a:bodyPr/>
        <a:lstStyle/>
        <a:p>
          <a:endParaRPr lang="en-US"/>
        </a:p>
      </dgm:t>
    </dgm:pt>
    <dgm:pt modelId="{FFA7F939-9F7F-425A-B689-17296D4FB0F3}">
      <dgm:prSet/>
      <dgm:spPr/>
      <dgm:t>
        <a:bodyPr/>
        <a:lstStyle/>
        <a:p>
          <a:pPr marL="1073150" indent="-447675">
            <a:buFont typeface="Wingdings" panose="05000000000000000000" pitchFamily="2" charset="2"/>
            <a:buChar char="Ø"/>
          </a:pPr>
          <a:r>
            <a:rPr lang="en-AU" b="1" dirty="0">
              <a:solidFill>
                <a:schemeClr val="tx2"/>
              </a:solidFill>
            </a:rPr>
            <a:t>claims</a:t>
          </a:r>
          <a:endParaRPr lang="en-US" b="1" dirty="0">
            <a:solidFill>
              <a:schemeClr val="tx2"/>
            </a:solidFill>
          </a:endParaRPr>
        </a:p>
      </dgm:t>
    </dgm:pt>
    <dgm:pt modelId="{5E0E7796-7DDA-4ECB-A60A-64CAF36B25E0}" type="parTrans" cxnId="{692F43C5-D286-47FD-A8E3-5D8803A654BE}">
      <dgm:prSet/>
      <dgm:spPr/>
      <dgm:t>
        <a:bodyPr/>
        <a:lstStyle/>
        <a:p>
          <a:endParaRPr lang="en-US"/>
        </a:p>
      </dgm:t>
    </dgm:pt>
    <dgm:pt modelId="{C97E7A97-C8CF-4905-8E72-0D51D6F64498}" type="sibTrans" cxnId="{692F43C5-D286-47FD-A8E3-5D8803A654BE}">
      <dgm:prSet/>
      <dgm:spPr/>
      <dgm:t>
        <a:bodyPr/>
        <a:lstStyle/>
        <a:p>
          <a:endParaRPr lang="en-US"/>
        </a:p>
      </dgm:t>
    </dgm:pt>
    <dgm:pt modelId="{9E45E366-91EA-4278-8520-9E4E39FB48C7}">
      <dgm:prSet/>
      <dgm:spPr/>
      <dgm:t>
        <a:bodyPr/>
        <a:lstStyle/>
        <a:p>
          <a:pPr marL="1073150" indent="-447675">
            <a:buFont typeface="Wingdings" panose="05000000000000000000" pitchFamily="2" charset="2"/>
            <a:buChar char="Ø"/>
          </a:pPr>
          <a:r>
            <a:rPr lang="en-AU" b="1" dirty="0">
              <a:solidFill>
                <a:schemeClr val="tx2"/>
              </a:solidFill>
            </a:rPr>
            <a:t>evidence</a:t>
          </a:r>
          <a:endParaRPr lang="en-US" b="1" dirty="0">
            <a:solidFill>
              <a:schemeClr val="tx2"/>
            </a:solidFill>
          </a:endParaRPr>
        </a:p>
      </dgm:t>
    </dgm:pt>
    <dgm:pt modelId="{448D8A11-79C2-4852-8FF9-BC705678B73B}" type="parTrans" cxnId="{BA9770A7-7899-432C-BE38-838F14D31D7B}">
      <dgm:prSet/>
      <dgm:spPr/>
      <dgm:t>
        <a:bodyPr/>
        <a:lstStyle/>
        <a:p>
          <a:endParaRPr lang="en-US"/>
        </a:p>
      </dgm:t>
    </dgm:pt>
    <dgm:pt modelId="{18683D6B-B91F-4035-8749-8F048CCC8FEF}" type="sibTrans" cxnId="{BA9770A7-7899-432C-BE38-838F14D31D7B}">
      <dgm:prSet/>
      <dgm:spPr/>
      <dgm:t>
        <a:bodyPr/>
        <a:lstStyle/>
        <a:p>
          <a:endParaRPr lang="en-US"/>
        </a:p>
      </dgm:t>
    </dgm:pt>
    <dgm:pt modelId="{1402509D-FBFD-4A9B-8B42-E94A18AB96D7}">
      <dgm:prSet/>
      <dgm:spPr/>
      <dgm:t>
        <a:bodyPr/>
        <a:lstStyle/>
        <a:p>
          <a:pPr marL="1073150" indent="-447675">
            <a:buFont typeface="Wingdings" panose="05000000000000000000" pitchFamily="2" charset="2"/>
            <a:buChar char="Ø"/>
          </a:pPr>
          <a:r>
            <a:rPr lang="en-AU" dirty="0">
              <a:solidFill>
                <a:schemeClr val="tx2"/>
              </a:solidFill>
            </a:rPr>
            <a:t>a </a:t>
          </a:r>
          <a:r>
            <a:rPr lang="en-AU" b="1" dirty="0">
              <a:solidFill>
                <a:schemeClr val="tx2"/>
              </a:solidFill>
            </a:rPr>
            <a:t>conclusion</a:t>
          </a:r>
          <a:endParaRPr lang="en-US" b="1" dirty="0">
            <a:solidFill>
              <a:schemeClr val="tx2"/>
            </a:solidFill>
          </a:endParaRPr>
        </a:p>
      </dgm:t>
    </dgm:pt>
    <dgm:pt modelId="{64C52E63-CADE-4488-B76B-BEE84FD5E51F}" type="parTrans" cxnId="{0097D337-1ACE-4D11-A988-A1D3F49FED1B}">
      <dgm:prSet/>
      <dgm:spPr/>
      <dgm:t>
        <a:bodyPr/>
        <a:lstStyle/>
        <a:p>
          <a:endParaRPr lang="en-US"/>
        </a:p>
      </dgm:t>
    </dgm:pt>
    <dgm:pt modelId="{B5E8ED6C-4E1F-49D3-ACAA-C9E5C28E89FC}" type="sibTrans" cxnId="{0097D337-1ACE-4D11-A988-A1D3F49FED1B}">
      <dgm:prSet/>
      <dgm:spPr/>
      <dgm:t>
        <a:bodyPr/>
        <a:lstStyle/>
        <a:p>
          <a:endParaRPr lang="en-US"/>
        </a:p>
      </dgm:t>
    </dgm:pt>
    <dgm:pt modelId="{7681D334-0F4A-4E0E-A64C-1CF291E817BB}">
      <dgm:prSet/>
      <dgm:spPr/>
      <dgm:t>
        <a:bodyPr/>
        <a:lstStyle/>
        <a:p>
          <a:pPr marL="361950" indent="-361950"/>
          <a:r>
            <a:rPr lang="en-AU" dirty="0">
              <a:solidFill>
                <a:schemeClr val="tx2"/>
              </a:solidFill>
            </a:rPr>
            <a:t>Evidence is used to support each claim, and each claim supports the conclusion.</a:t>
          </a:r>
          <a:endParaRPr lang="en-US" dirty="0">
            <a:solidFill>
              <a:schemeClr val="tx2"/>
            </a:solidFill>
          </a:endParaRPr>
        </a:p>
      </dgm:t>
    </dgm:pt>
    <dgm:pt modelId="{34359F17-2E1F-4748-89CD-1F2F60C70D21}" type="parTrans" cxnId="{95CB8B0A-9F07-4DBC-9B32-66BA8EF8863B}">
      <dgm:prSet/>
      <dgm:spPr/>
      <dgm:t>
        <a:bodyPr/>
        <a:lstStyle/>
        <a:p>
          <a:endParaRPr lang="en-US"/>
        </a:p>
      </dgm:t>
    </dgm:pt>
    <dgm:pt modelId="{7B28DD15-2A5C-45C3-9BAD-57AC0E28A40C}" type="sibTrans" cxnId="{95CB8B0A-9F07-4DBC-9B32-66BA8EF8863B}">
      <dgm:prSet/>
      <dgm:spPr/>
      <dgm:t>
        <a:bodyPr/>
        <a:lstStyle/>
        <a:p>
          <a:endParaRPr lang="en-US"/>
        </a:p>
      </dgm:t>
    </dgm:pt>
    <dgm:pt modelId="{E5F7794A-B4F9-450E-966E-BAE405B3B4C0}" type="pres">
      <dgm:prSet presAssocID="{C1B2FED6-7298-44AB-9CE3-8222171A5961}" presName="linear" presStyleCnt="0">
        <dgm:presLayoutVars>
          <dgm:animLvl val="lvl"/>
          <dgm:resizeHandles val="exact"/>
        </dgm:presLayoutVars>
      </dgm:prSet>
      <dgm:spPr/>
    </dgm:pt>
    <dgm:pt modelId="{C706C44F-90EA-47E9-A434-F2BDD0D247F7}" type="pres">
      <dgm:prSet presAssocID="{2BA3B2AD-6261-4066-9159-43D5EDB37B56}" presName="parentText" presStyleLbl="node1" presStyleIdx="0" presStyleCnt="1">
        <dgm:presLayoutVars>
          <dgm:chMax val="0"/>
          <dgm:bulletEnabled val="1"/>
        </dgm:presLayoutVars>
      </dgm:prSet>
      <dgm:spPr/>
    </dgm:pt>
    <dgm:pt modelId="{FF6DE887-264A-4391-A704-7B887430C961}" type="pres">
      <dgm:prSet presAssocID="{2BA3B2AD-6261-4066-9159-43D5EDB37B56}" presName="childText" presStyleLbl="revTx" presStyleIdx="0" presStyleCnt="1">
        <dgm:presLayoutVars>
          <dgm:bulletEnabled val="1"/>
        </dgm:presLayoutVars>
      </dgm:prSet>
      <dgm:spPr/>
    </dgm:pt>
  </dgm:ptLst>
  <dgm:cxnLst>
    <dgm:cxn modelId="{95CB8B0A-9F07-4DBC-9B32-66BA8EF8863B}" srcId="{2BA3B2AD-6261-4066-9159-43D5EDB37B56}" destId="{7681D334-0F4A-4E0E-A64C-1CF291E817BB}" srcOrd="2" destOrd="0" parTransId="{34359F17-2E1F-4748-89CD-1F2F60C70D21}" sibTransId="{7B28DD15-2A5C-45C3-9BAD-57AC0E28A40C}"/>
    <dgm:cxn modelId="{61B6C01A-7B52-4076-AC9E-F1E4644503FA}" type="presOf" srcId="{C1B2FED6-7298-44AB-9CE3-8222171A5961}" destId="{E5F7794A-B4F9-450E-966E-BAE405B3B4C0}" srcOrd="0" destOrd="0" presId="urn:microsoft.com/office/officeart/2005/8/layout/vList2"/>
    <dgm:cxn modelId="{3D85092E-FFC8-436D-85F9-D389FC5D4B00}" type="presOf" srcId="{1402509D-FBFD-4A9B-8B42-E94A18AB96D7}" destId="{FF6DE887-264A-4391-A704-7B887430C961}" srcOrd="0" destOrd="5" presId="urn:microsoft.com/office/officeart/2005/8/layout/vList2"/>
    <dgm:cxn modelId="{0097D337-1ACE-4D11-A988-A1D3F49FED1B}" srcId="{615B5212-C960-4B35-9596-7FB7FA6D091E}" destId="{1402509D-FBFD-4A9B-8B42-E94A18AB96D7}" srcOrd="3" destOrd="0" parTransId="{64C52E63-CADE-4488-B76B-BEE84FD5E51F}" sibTransId="{B5E8ED6C-4E1F-49D3-ACAA-C9E5C28E89FC}"/>
    <dgm:cxn modelId="{C7800838-8F0C-43A0-927E-139F40CC85D9}" srcId="{2BA3B2AD-6261-4066-9159-43D5EDB37B56}" destId="{250AA745-2CCC-43AE-A4A1-9CDD73CA711E}" srcOrd="0" destOrd="0" parTransId="{1B42383A-B9C6-4B66-9AEA-36654731CFEB}" sibTransId="{8B28C669-F73A-4632-952C-9D5EFDD12BBB}"/>
    <dgm:cxn modelId="{C7E1ED3C-194A-42EE-9F66-633DF51F6AD9}" srcId="{C1B2FED6-7298-44AB-9CE3-8222171A5961}" destId="{2BA3B2AD-6261-4066-9159-43D5EDB37B56}" srcOrd="0" destOrd="0" parTransId="{84B22529-127C-4923-B247-0CE1ADFDF322}" sibTransId="{C20C7689-0647-4799-BB61-A1A3C9065A9D}"/>
    <dgm:cxn modelId="{CA0EFD6A-EB74-4413-979C-460E6396B85F}" type="presOf" srcId="{2BA3B2AD-6261-4066-9159-43D5EDB37B56}" destId="{C706C44F-90EA-47E9-A434-F2BDD0D247F7}" srcOrd="0" destOrd="0" presId="urn:microsoft.com/office/officeart/2005/8/layout/vList2"/>
    <dgm:cxn modelId="{075A7376-1469-4833-9455-E3393354467A}" type="presOf" srcId="{7681D334-0F4A-4E0E-A64C-1CF291E817BB}" destId="{FF6DE887-264A-4391-A704-7B887430C961}" srcOrd="0" destOrd="6" presId="urn:microsoft.com/office/officeart/2005/8/layout/vList2"/>
    <dgm:cxn modelId="{C173E47F-36D1-4F1C-97BF-36B8E1CA6886}" srcId="{615B5212-C960-4B35-9596-7FB7FA6D091E}" destId="{8C2ABA3B-5950-4D6A-8100-253569CCF966}" srcOrd="0" destOrd="0" parTransId="{5FE107EF-D4CD-427B-B3C8-034D32086F3C}" sibTransId="{6509FB69-68FF-4D0F-B14E-ED0244057E27}"/>
    <dgm:cxn modelId="{8494C188-6D39-4BC6-B5E5-D9D427FB1A19}" type="presOf" srcId="{9E45E366-91EA-4278-8520-9E4E39FB48C7}" destId="{FF6DE887-264A-4391-A704-7B887430C961}" srcOrd="0" destOrd="4" presId="urn:microsoft.com/office/officeart/2005/8/layout/vList2"/>
    <dgm:cxn modelId="{BA9770A7-7899-432C-BE38-838F14D31D7B}" srcId="{615B5212-C960-4B35-9596-7FB7FA6D091E}" destId="{9E45E366-91EA-4278-8520-9E4E39FB48C7}" srcOrd="2" destOrd="0" parTransId="{448D8A11-79C2-4852-8FF9-BC705678B73B}" sibTransId="{18683D6B-B91F-4035-8749-8F048CCC8FEF}"/>
    <dgm:cxn modelId="{C876C1A8-2ABB-4870-98E1-C693130B42EC}" type="presOf" srcId="{8C2ABA3B-5950-4D6A-8100-253569CCF966}" destId="{FF6DE887-264A-4391-A704-7B887430C961}" srcOrd="0" destOrd="2" presId="urn:microsoft.com/office/officeart/2005/8/layout/vList2"/>
    <dgm:cxn modelId="{9BBEDEB4-6F86-4A6D-BC4A-A0B634B2C7D3}" type="presOf" srcId="{FFA7F939-9F7F-425A-B689-17296D4FB0F3}" destId="{FF6DE887-264A-4391-A704-7B887430C961}" srcOrd="0" destOrd="3" presId="urn:microsoft.com/office/officeart/2005/8/layout/vList2"/>
    <dgm:cxn modelId="{692F43C5-D286-47FD-A8E3-5D8803A654BE}" srcId="{615B5212-C960-4B35-9596-7FB7FA6D091E}" destId="{FFA7F939-9F7F-425A-B689-17296D4FB0F3}" srcOrd="1" destOrd="0" parTransId="{5E0E7796-7DDA-4ECB-A60A-64CAF36B25E0}" sibTransId="{C97E7A97-C8CF-4905-8E72-0D51D6F64498}"/>
    <dgm:cxn modelId="{60EBB5C7-E85F-4B20-B761-9CB1F2FD6C48}" srcId="{2BA3B2AD-6261-4066-9159-43D5EDB37B56}" destId="{615B5212-C960-4B35-9596-7FB7FA6D091E}" srcOrd="1" destOrd="0" parTransId="{9FC764D9-6D18-4E50-A869-7878BD72AF34}" sibTransId="{012958F1-B5EE-44C1-8AEA-C3B7022C4412}"/>
    <dgm:cxn modelId="{196236CB-397E-4F50-A505-EB071091F96F}" type="presOf" srcId="{250AA745-2CCC-43AE-A4A1-9CDD73CA711E}" destId="{FF6DE887-264A-4391-A704-7B887430C961}" srcOrd="0" destOrd="0" presId="urn:microsoft.com/office/officeart/2005/8/layout/vList2"/>
    <dgm:cxn modelId="{03F97FD4-9FE1-4B13-A039-956CD4133E85}" type="presOf" srcId="{615B5212-C960-4B35-9596-7FB7FA6D091E}" destId="{FF6DE887-264A-4391-A704-7B887430C961}" srcOrd="0" destOrd="1" presId="urn:microsoft.com/office/officeart/2005/8/layout/vList2"/>
    <dgm:cxn modelId="{CBBF15BB-6A59-4005-A278-9A4BBD3DABA1}" type="presParOf" srcId="{E5F7794A-B4F9-450E-966E-BAE405B3B4C0}" destId="{C706C44F-90EA-47E9-A434-F2BDD0D247F7}" srcOrd="0" destOrd="0" presId="urn:microsoft.com/office/officeart/2005/8/layout/vList2"/>
    <dgm:cxn modelId="{F3AD240F-C0ED-4AEB-8DDE-85755502E9BE}" type="presParOf" srcId="{E5F7794A-B4F9-450E-966E-BAE405B3B4C0}" destId="{FF6DE887-264A-4391-A704-7B887430C961}"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F6B98C-F158-47D1-AFEA-12958F053498}">
      <dsp:nvSpPr>
        <dsp:cNvPr id="0" name=""/>
        <dsp:cNvSpPr/>
      </dsp:nvSpPr>
      <dsp:spPr>
        <a:xfrm rot="5400000">
          <a:off x="6461157" y="-2632528"/>
          <a:ext cx="856422" cy="6484112"/>
        </a:xfrm>
        <a:prstGeom prst="round2SameRect">
          <a:avLst/>
        </a:prstGeom>
        <a:solidFill>
          <a:srgbClr val="F0FAF9">
            <a:alpha val="90000"/>
          </a:srgbClr>
        </a:solidFill>
        <a:ln w="19050" cap="rnd" cmpd="sng" algn="ctr">
          <a:solidFill>
            <a:schemeClr val="bg2">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AU" sz="2400" kern="1200">
              <a:solidFill>
                <a:schemeClr val="bg2">
                  <a:lumMod val="75000"/>
                </a:schemeClr>
              </a:solidFill>
            </a:rPr>
            <a:t>Choosing a prompt</a:t>
          </a:r>
          <a:endParaRPr lang="en-US" sz="2400" kern="1200">
            <a:solidFill>
              <a:schemeClr val="bg2">
                <a:lumMod val="75000"/>
              </a:schemeClr>
            </a:solidFill>
          </a:endParaRPr>
        </a:p>
        <a:p>
          <a:pPr marL="228600" lvl="1" indent="-228600" algn="l" defTabSz="1066800">
            <a:lnSpc>
              <a:spcPct val="90000"/>
            </a:lnSpc>
            <a:spcBef>
              <a:spcPct val="0"/>
            </a:spcBef>
            <a:spcAft>
              <a:spcPct val="15000"/>
            </a:spcAft>
            <a:buChar char="•"/>
          </a:pPr>
          <a:r>
            <a:rPr lang="en-AU" sz="2400" kern="1200" dirty="0">
              <a:solidFill>
                <a:schemeClr val="bg2">
                  <a:lumMod val="75000"/>
                </a:schemeClr>
              </a:solidFill>
            </a:rPr>
            <a:t>Developing an argument</a:t>
          </a:r>
          <a:endParaRPr lang="en-US" sz="2400" kern="1200" dirty="0">
            <a:solidFill>
              <a:schemeClr val="bg2">
                <a:lumMod val="75000"/>
              </a:schemeClr>
            </a:solidFill>
          </a:endParaRPr>
        </a:p>
      </dsp:txBody>
      <dsp:txXfrm rot="-5400000">
        <a:off x="3647313" y="223123"/>
        <a:ext cx="6442305" cy="772808"/>
      </dsp:txXfrm>
    </dsp:sp>
    <dsp:sp modelId="{97F23D17-55EB-4B48-A0F2-0F47C861385F}">
      <dsp:nvSpPr>
        <dsp:cNvPr id="0" name=""/>
        <dsp:cNvSpPr/>
      </dsp:nvSpPr>
      <dsp:spPr>
        <a:xfrm>
          <a:off x="0" y="42"/>
          <a:ext cx="3647313" cy="1218969"/>
        </a:xfrm>
        <a:prstGeom prst="roundRect">
          <a:avLst/>
        </a:prstGeom>
        <a:solidFill>
          <a:schemeClr val="accent3">
            <a:lumMod val="20000"/>
            <a:lumOff val="80000"/>
          </a:schemeClr>
        </a:solidFill>
        <a:ln w="19050" cap="rnd" cmpd="sng" algn="ctr">
          <a:solidFill>
            <a:schemeClr val="bg2">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AU" sz="2400" kern="1200" dirty="0">
              <a:solidFill>
                <a:schemeClr val="accent3">
                  <a:lumMod val="50000"/>
                </a:schemeClr>
              </a:solidFill>
            </a:rPr>
            <a:t>The following tasks have already been done for you:</a:t>
          </a:r>
          <a:endParaRPr lang="en-US" sz="2400" kern="1200" dirty="0">
            <a:solidFill>
              <a:schemeClr val="accent3">
                <a:lumMod val="50000"/>
              </a:schemeClr>
            </a:solidFill>
          </a:endParaRPr>
        </a:p>
      </dsp:txBody>
      <dsp:txXfrm>
        <a:off x="59505" y="59547"/>
        <a:ext cx="3528303" cy="1099959"/>
      </dsp:txXfrm>
    </dsp:sp>
    <dsp:sp modelId="{D30E861E-DE30-442D-BADF-F4FCB317A9A4}">
      <dsp:nvSpPr>
        <dsp:cNvPr id="0" name=""/>
        <dsp:cNvSpPr/>
      </dsp:nvSpPr>
      <dsp:spPr>
        <a:xfrm rot="5400000">
          <a:off x="6024692" y="-768979"/>
          <a:ext cx="1715897" cy="6477779"/>
        </a:xfrm>
        <a:prstGeom prst="round2SameRect">
          <a:avLst/>
        </a:prstGeom>
        <a:solidFill>
          <a:schemeClr val="accent1">
            <a:lumMod val="40000"/>
            <a:lumOff val="60000"/>
          </a:schemeClr>
        </a:solidFill>
        <a:ln w="19050" cap="rnd" cmpd="sng" algn="ctr">
          <a:solidFill>
            <a:schemeClr val="bg2">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AU" sz="2400" kern="1200" dirty="0"/>
            <a:t>Write essay paragraphs using TEEL</a:t>
          </a:r>
          <a:endParaRPr lang="en-US" sz="2400" kern="1200" dirty="0"/>
        </a:p>
        <a:p>
          <a:pPr marL="228600" lvl="1" indent="-228600" algn="l" defTabSz="1066800">
            <a:lnSpc>
              <a:spcPct val="90000"/>
            </a:lnSpc>
            <a:spcBef>
              <a:spcPct val="0"/>
            </a:spcBef>
            <a:spcAft>
              <a:spcPct val="15000"/>
            </a:spcAft>
            <a:buChar char="•"/>
          </a:pPr>
          <a:r>
            <a:rPr lang="en-AU" sz="2400" kern="1200" dirty="0"/>
            <a:t>Embed evidence into your explanation sentences</a:t>
          </a:r>
          <a:endParaRPr lang="en-US" sz="2400" kern="1200" dirty="0"/>
        </a:p>
        <a:p>
          <a:pPr marL="228600" lvl="1" indent="-228600" algn="l" defTabSz="1066800">
            <a:lnSpc>
              <a:spcPct val="90000"/>
            </a:lnSpc>
            <a:spcBef>
              <a:spcPct val="0"/>
            </a:spcBef>
            <a:spcAft>
              <a:spcPct val="15000"/>
            </a:spcAft>
            <a:buChar char="•"/>
          </a:pPr>
          <a:r>
            <a:rPr lang="en-AU" sz="2400" kern="1200" dirty="0"/>
            <a:t>Write an introduction and a conclusion.</a:t>
          </a:r>
          <a:endParaRPr lang="en-US" sz="2400" kern="1200" dirty="0"/>
        </a:p>
      </dsp:txBody>
      <dsp:txXfrm rot="-5400000">
        <a:off x="3643752" y="1695724"/>
        <a:ext cx="6394016" cy="1548371"/>
      </dsp:txXfrm>
    </dsp:sp>
    <dsp:sp modelId="{720B734B-D80D-424A-B542-4BF4DD6452EF}">
      <dsp:nvSpPr>
        <dsp:cNvPr id="0" name=""/>
        <dsp:cNvSpPr/>
      </dsp:nvSpPr>
      <dsp:spPr>
        <a:xfrm>
          <a:off x="0" y="1290729"/>
          <a:ext cx="3643751" cy="2358360"/>
        </a:xfrm>
        <a:prstGeom prst="roundRect">
          <a:avLst/>
        </a:prstGeom>
        <a:solidFill>
          <a:schemeClr val="accent1"/>
        </a:solidFill>
        <a:ln w="19050" cap="rnd" cmpd="sng" algn="ctr">
          <a:solidFill>
            <a:schemeClr val="bg2">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AU" sz="3200" b="1" kern="1200" dirty="0">
              <a:solidFill>
                <a:schemeClr val="bg1"/>
              </a:solidFill>
            </a:rPr>
            <a:t>Your task is to:</a:t>
          </a:r>
          <a:endParaRPr lang="en-US" sz="3200" b="1" kern="1200" dirty="0">
            <a:solidFill>
              <a:schemeClr val="bg1"/>
            </a:solidFill>
          </a:endParaRPr>
        </a:p>
      </dsp:txBody>
      <dsp:txXfrm>
        <a:off x="115126" y="1405855"/>
        <a:ext cx="3413499" cy="21281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06C44F-90EA-47E9-A434-F2BDD0D247F7}">
      <dsp:nvSpPr>
        <dsp:cNvPr id="0" name=""/>
        <dsp:cNvSpPr/>
      </dsp:nvSpPr>
      <dsp:spPr>
        <a:xfrm>
          <a:off x="0" y="7478"/>
          <a:ext cx="6545199" cy="1392299"/>
        </a:xfrm>
        <a:prstGeom prst="roundRect">
          <a:avLst/>
        </a:prstGeom>
        <a:solidFill>
          <a:srgbClr val="E5F0E0"/>
        </a:soli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AU" sz="3500" kern="1200" dirty="0">
              <a:solidFill>
                <a:schemeClr val="tx1"/>
              </a:solidFill>
            </a:rPr>
            <a:t>Remember what we’ve already learnt about arguments:</a:t>
          </a:r>
          <a:endParaRPr lang="en-US" sz="3500" kern="1200" dirty="0">
            <a:solidFill>
              <a:schemeClr val="tx1"/>
            </a:solidFill>
          </a:endParaRPr>
        </a:p>
      </dsp:txBody>
      <dsp:txXfrm>
        <a:off x="67966" y="75444"/>
        <a:ext cx="6409267" cy="1256367"/>
      </dsp:txXfrm>
    </dsp:sp>
    <dsp:sp modelId="{FF6DE887-264A-4391-A704-7B887430C961}">
      <dsp:nvSpPr>
        <dsp:cNvPr id="0" name=""/>
        <dsp:cNvSpPr/>
      </dsp:nvSpPr>
      <dsp:spPr>
        <a:xfrm>
          <a:off x="0" y="1399778"/>
          <a:ext cx="6545199" cy="3984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7810" tIns="44450" rIns="248920" bIns="44450" numCol="1" spcCol="1270" anchor="t" anchorCtr="0">
          <a:noAutofit/>
        </a:bodyPr>
        <a:lstStyle/>
        <a:p>
          <a:pPr marL="361950" lvl="1" indent="-361950" algn="l" defTabSz="1200150">
            <a:lnSpc>
              <a:spcPct val="90000"/>
            </a:lnSpc>
            <a:spcBef>
              <a:spcPct val="0"/>
            </a:spcBef>
            <a:spcAft>
              <a:spcPct val="20000"/>
            </a:spcAft>
            <a:buChar char="•"/>
            <a:tabLst>
              <a:tab pos="534988" algn="l"/>
            </a:tabLst>
          </a:pPr>
          <a:r>
            <a:rPr lang="en-AU" sz="2700" kern="1200" dirty="0">
              <a:solidFill>
                <a:schemeClr val="tx2"/>
              </a:solidFill>
            </a:rPr>
            <a:t>An argument uses </a:t>
          </a:r>
          <a:r>
            <a:rPr lang="en-AU" sz="2700" b="1" kern="1200" dirty="0">
              <a:solidFill>
                <a:schemeClr val="tx2"/>
              </a:solidFill>
            </a:rPr>
            <a:t>logic</a:t>
          </a:r>
          <a:r>
            <a:rPr lang="en-AU" sz="2700" kern="1200" dirty="0">
              <a:solidFill>
                <a:schemeClr val="tx2"/>
              </a:solidFill>
            </a:rPr>
            <a:t> to prove something</a:t>
          </a:r>
          <a:endParaRPr lang="en-US" sz="2700" kern="1200" dirty="0">
            <a:solidFill>
              <a:schemeClr val="tx2"/>
            </a:solidFill>
          </a:endParaRPr>
        </a:p>
        <a:p>
          <a:pPr marL="361950" lvl="1" indent="-361950" algn="l" defTabSz="1200150">
            <a:lnSpc>
              <a:spcPct val="90000"/>
            </a:lnSpc>
            <a:spcBef>
              <a:spcPct val="0"/>
            </a:spcBef>
            <a:spcAft>
              <a:spcPct val="20000"/>
            </a:spcAft>
            <a:buChar char="•"/>
            <a:tabLst>
              <a:tab pos="534988" algn="l"/>
            </a:tabLst>
          </a:pPr>
          <a:r>
            <a:rPr lang="en-AU" sz="2700" kern="1200" dirty="0">
              <a:solidFill>
                <a:schemeClr val="tx2"/>
              </a:solidFill>
            </a:rPr>
            <a:t>An argument contains:</a:t>
          </a:r>
          <a:endParaRPr lang="en-US" sz="2700" kern="1200" dirty="0">
            <a:solidFill>
              <a:schemeClr val="tx2"/>
            </a:solidFill>
          </a:endParaRPr>
        </a:p>
        <a:p>
          <a:pPr marL="1073150" lvl="2" indent="-447675" algn="l" defTabSz="1200150">
            <a:lnSpc>
              <a:spcPct val="90000"/>
            </a:lnSpc>
            <a:spcBef>
              <a:spcPct val="0"/>
            </a:spcBef>
            <a:spcAft>
              <a:spcPct val="20000"/>
            </a:spcAft>
            <a:buFont typeface="Wingdings" panose="05000000000000000000" pitchFamily="2" charset="2"/>
            <a:buChar char="Ø"/>
          </a:pPr>
          <a:r>
            <a:rPr lang="en-AU" sz="2700" kern="1200" dirty="0">
              <a:solidFill>
                <a:schemeClr val="tx2"/>
              </a:solidFill>
            </a:rPr>
            <a:t>a </a:t>
          </a:r>
          <a:r>
            <a:rPr lang="en-AU" sz="2700" b="1" kern="1200" dirty="0">
              <a:solidFill>
                <a:schemeClr val="tx2"/>
              </a:solidFill>
            </a:rPr>
            <a:t>contention</a:t>
          </a:r>
          <a:endParaRPr lang="en-US" sz="2700" b="1" kern="1200" dirty="0">
            <a:solidFill>
              <a:schemeClr val="tx2"/>
            </a:solidFill>
          </a:endParaRPr>
        </a:p>
        <a:p>
          <a:pPr marL="1073150" lvl="2" indent="-447675" algn="l" defTabSz="1200150">
            <a:lnSpc>
              <a:spcPct val="90000"/>
            </a:lnSpc>
            <a:spcBef>
              <a:spcPct val="0"/>
            </a:spcBef>
            <a:spcAft>
              <a:spcPct val="20000"/>
            </a:spcAft>
            <a:buFont typeface="Wingdings" panose="05000000000000000000" pitchFamily="2" charset="2"/>
            <a:buChar char="Ø"/>
          </a:pPr>
          <a:r>
            <a:rPr lang="en-AU" sz="2700" b="1" kern="1200" dirty="0">
              <a:solidFill>
                <a:schemeClr val="tx2"/>
              </a:solidFill>
            </a:rPr>
            <a:t>claims</a:t>
          </a:r>
          <a:endParaRPr lang="en-US" sz="2700" b="1" kern="1200" dirty="0">
            <a:solidFill>
              <a:schemeClr val="tx2"/>
            </a:solidFill>
          </a:endParaRPr>
        </a:p>
        <a:p>
          <a:pPr marL="1073150" lvl="2" indent="-447675" algn="l" defTabSz="1200150">
            <a:lnSpc>
              <a:spcPct val="90000"/>
            </a:lnSpc>
            <a:spcBef>
              <a:spcPct val="0"/>
            </a:spcBef>
            <a:spcAft>
              <a:spcPct val="20000"/>
            </a:spcAft>
            <a:buFont typeface="Wingdings" panose="05000000000000000000" pitchFamily="2" charset="2"/>
            <a:buChar char="Ø"/>
          </a:pPr>
          <a:r>
            <a:rPr lang="en-AU" sz="2700" b="1" kern="1200" dirty="0">
              <a:solidFill>
                <a:schemeClr val="tx2"/>
              </a:solidFill>
            </a:rPr>
            <a:t>evidence</a:t>
          </a:r>
          <a:endParaRPr lang="en-US" sz="2700" b="1" kern="1200" dirty="0">
            <a:solidFill>
              <a:schemeClr val="tx2"/>
            </a:solidFill>
          </a:endParaRPr>
        </a:p>
        <a:p>
          <a:pPr marL="1073150" lvl="2" indent="-447675" algn="l" defTabSz="1200150">
            <a:lnSpc>
              <a:spcPct val="90000"/>
            </a:lnSpc>
            <a:spcBef>
              <a:spcPct val="0"/>
            </a:spcBef>
            <a:spcAft>
              <a:spcPct val="20000"/>
            </a:spcAft>
            <a:buFont typeface="Wingdings" panose="05000000000000000000" pitchFamily="2" charset="2"/>
            <a:buChar char="Ø"/>
          </a:pPr>
          <a:r>
            <a:rPr lang="en-AU" sz="2700" kern="1200" dirty="0">
              <a:solidFill>
                <a:schemeClr val="tx2"/>
              </a:solidFill>
            </a:rPr>
            <a:t>a </a:t>
          </a:r>
          <a:r>
            <a:rPr lang="en-AU" sz="2700" b="1" kern="1200" dirty="0">
              <a:solidFill>
                <a:schemeClr val="tx2"/>
              </a:solidFill>
            </a:rPr>
            <a:t>conclusion</a:t>
          </a:r>
          <a:endParaRPr lang="en-US" sz="2700" b="1" kern="1200" dirty="0">
            <a:solidFill>
              <a:schemeClr val="tx2"/>
            </a:solidFill>
          </a:endParaRPr>
        </a:p>
        <a:p>
          <a:pPr marL="361950" lvl="1" indent="-361950" algn="l" defTabSz="1200150">
            <a:lnSpc>
              <a:spcPct val="90000"/>
            </a:lnSpc>
            <a:spcBef>
              <a:spcPct val="0"/>
            </a:spcBef>
            <a:spcAft>
              <a:spcPct val="20000"/>
            </a:spcAft>
            <a:buChar char="•"/>
          </a:pPr>
          <a:r>
            <a:rPr lang="en-AU" sz="2700" kern="1200" dirty="0">
              <a:solidFill>
                <a:schemeClr val="tx2"/>
              </a:solidFill>
            </a:rPr>
            <a:t>Evidence is used to support each claim, and each claim supports the conclusion.</a:t>
          </a:r>
          <a:endParaRPr lang="en-US" sz="2700" kern="1200" dirty="0">
            <a:solidFill>
              <a:schemeClr val="tx2"/>
            </a:solidFill>
          </a:endParaRPr>
        </a:p>
      </dsp:txBody>
      <dsp:txXfrm>
        <a:off x="0" y="1399778"/>
        <a:ext cx="6545199" cy="398475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9/5/2025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255AF-28D2-E8A7-2CB7-913C3DC77260}"/>
              </a:ext>
            </a:extLst>
          </p:cNvPr>
          <p:cNvSpPr>
            <a:spLocks noGrp="1"/>
          </p:cNvSpPr>
          <p:nvPr>
            <p:ph type="ctrTitle"/>
          </p:nvPr>
        </p:nvSpPr>
        <p:spPr/>
        <p:txBody>
          <a:bodyPr/>
          <a:lstStyle/>
          <a:p>
            <a:r>
              <a:rPr lang="en-AU" dirty="0"/>
              <a:t>The Bone Sparrow</a:t>
            </a:r>
          </a:p>
        </p:txBody>
      </p:sp>
      <p:sp>
        <p:nvSpPr>
          <p:cNvPr id="3" name="Subtitle 2">
            <a:extLst>
              <a:ext uri="{FF2B5EF4-FFF2-40B4-BE49-F238E27FC236}">
                <a16:creationId xmlns:a16="http://schemas.microsoft.com/office/drawing/2014/main" id="{20073AF9-A75D-3410-370B-F28754A5BFA2}"/>
              </a:ext>
            </a:extLst>
          </p:cNvPr>
          <p:cNvSpPr>
            <a:spLocks noGrp="1"/>
          </p:cNvSpPr>
          <p:nvPr>
            <p:ph type="subTitle" idx="1"/>
          </p:nvPr>
        </p:nvSpPr>
        <p:spPr/>
        <p:txBody>
          <a:bodyPr/>
          <a:lstStyle/>
          <a:p>
            <a:r>
              <a:rPr lang="en-AU" dirty="0"/>
              <a:t>Text response essay – Mild option</a:t>
            </a:r>
          </a:p>
        </p:txBody>
      </p:sp>
    </p:spTree>
    <p:extLst>
      <p:ext uri="{BB962C8B-B14F-4D97-AF65-F5344CB8AC3E}">
        <p14:creationId xmlns:p14="http://schemas.microsoft.com/office/powerpoint/2010/main" val="58509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0D9BC-5F4F-745A-13F3-A150411E33CB}"/>
              </a:ext>
            </a:extLst>
          </p:cNvPr>
          <p:cNvSpPr>
            <a:spLocks noGrp="1"/>
          </p:cNvSpPr>
          <p:nvPr>
            <p:ph type="title"/>
          </p:nvPr>
        </p:nvSpPr>
        <p:spPr/>
        <p:txBody>
          <a:bodyPr/>
          <a:lstStyle/>
          <a:p>
            <a:r>
              <a:rPr lang="en-AU" dirty="0"/>
              <a:t>The purpose of this task</a:t>
            </a:r>
          </a:p>
        </p:txBody>
      </p:sp>
      <p:sp>
        <p:nvSpPr>
          <p:cNvPr id="3" name="Text Placeholder 2">
            <a:extLst>
              <a:ext uri="{FF2B5EF4-FFF2-40B4-BE49-F238E27FC236}">
                <a16:creationId xmlns:a16="http://schemas.microsoft.com/office/drawing/2014/main" id="{394675E3-A005-FF15-147D-DE2EDCCFA4B9}"/>
              </a:ext>
            </a:extLst>
          </p:cNvPr>
          <p:cNvSpPr>
            <a:spLocks noGrp="1"/>
          </p:cNvSpPr>
          <p:nvPr>
            <p:ph type="body" idx="1"/>
          </p:nvPr>
        </p:nvSpPr>
        <p:spPr>
          <a:xfrm>
            <a:off x="685801" y="2218267"/>
            <a:ext cx="4996923" cy="576262"/>
          </a:xfrm>
        </p:spPr>
        <p:txBody>
          <a:bodyPr/>
          <a:lstStyle/>
          <a:p>
            <a:r>
              <a:rPr lang="en-AU" sz="2400" b="1" dirty="0">
                <a:solidFill>
                  <a:schemeClr val="accent1">
                    <a:lumMod val="40000"/>
                    <a:lumOff val="60000"/>
                  </a:schemeClr>
                </a:solidFill>
              </a:rPr>
              <a:t>Learning intentions	</a:t>
            </a:r>
          </a:p>
        </p:txBody>
      </p:sp>
      <p:sp>
        <p:nvSpPr>
          <p:cNvPr id="4" name="Content Placeholder 3">
            <a:extLst>
              <a:ext uri="{FF2B5EF4-FFF2-40B4-BE49-F238E27FC236}">
                <a16:creationId xmlns:a16="http://schemas.microsoft.com/office/drawing/2014/main" id="{1763AABF-F494-C9FA-E8EB-36E0E597D1BD}"/>
              </a:ext>
            </a:extLst>
          </p:cNvPr>
          <p:cNvSpPr>
            <a:spLocks noGrp="1"/>
          </p:cNvSpPr>
          <p:nvPr>
            <p:ph sz="half" idx="2"/>
          </p:nvPr>
        </p:nvSpPr>
        <p:spPr/>
        <p:txBody>
          <a:bodyPr>
            <a:normAutofit/>
          </a:bodyPr>
          <a:lstStyle/>
          <a:p>
            <a:r>
              <a:rPr lang="en-AU" sz="2000" dirty="0"/>
              <a:t>To understand how an essay is a response to a prompt.</a:t>
            </a:r>
          </a:p>
          <a:p>
            <a:r>
              <a:rPr lang="en-AU" sz="2000" dirty="0"/>
              <a:t>To practise writing essay paragraphs.</a:t>
            </a:r>
          </a:p>
          <a:p>
            <a:r>
              <a:rPr lang="en-AU" sz="2000" dirty="0"/>
              <a:t>To practise embedding quotes into your explanations.</a:t>
            </a:r>
          </a:p>
        </p:txBody>
      </p:sp>
      <p:sp>
        <p:nvSpPr>
          <p:cNvPr id="5" name="Text Placeholder 4">
            <a:extLst>
              <a:ext uri="{FF2B5EF4-FFF2-40B4-BE49-F238E27FC236}">
                <a16:creationId xmlns:a16="http://schemas.microsoft.com/office/drawing/2014/main" id="{45BF2194-8624-2DFE-D16A-0AE948014930}"/>
              </a:ext>
            </a:extLst>
          </p:cNvPr>
          <p:cNvSpPr>
            <a:spLocks noGrp="1"/>
          </p:cNvSpPr>
          <p:nvPr>
            <p:ph type="body" sz="quarter" idx="3"/>
          </p:nvPr>
        </p:nvSpPr>
        <p:spPr>
          <a:xfrm>
            <a:off x="5821893" y="2226734"/>
            <a:ext cx="4996923" cy="576262"/>
          </a:xfrm>
        </p:spPr>
        <p:txBody>
          <a:bodyPr/>
          <a:lstStyle/>
          <a:p>
            <a:r>
              <a:rPr lang="en-AU" sz="2400" b="1" dirty="0">
                <a:solidFill>
                  <a:schemeClr val="accent1">
                    <a:lumMod val="40000"/>
                    <a:lumOff val="60000"/>
                  </a:schemeClr>
                </a:solidFill>
              </a:rPr>
              <a:t>You will demonstrate that you can: </a:t>
            </a:r>
          </a:p>
        </p:txBody>
      </p:sp>
      <p:sp>
        <p:nvSpPr>
          <p:cNvPr id="6" name="Content Placeholder 5">
            <a:extLst>
              <a:ext uri="{FF2B5EF4-FFF2-40B4-BE49-F238E27FC236}">
                <a16:creationId xmlns:a16="http://schemas.microsoft.com/office/drawing/2014/main" id="{0175AE4D-8B5B-07BD-1E9E-98FB3DA3269B}"/>
              </a:ext>
            </a:extLst>
          </p:cNvPr>
          <p:cNvSpPr>
            <a:spLocks noGrp="1"/>
          </p:cNvSpPr>
          <p:nvPr>
            <p:ph sz="quarter" idx="4"/>
          </p:nvPr>
        </p:nvSpPr>
        <p:spPr/>
        <p:txBody>
          <a:bodyPr>
            <a:normAutofit/>
          </a:bodyPr>
          <a:lstStyle/>
          <a:p>
            <a:r>
              <a:rPr lang="en-AU" sz="2000" dirty="0"/>
              <a:t>Write an introduction and essay paragraphs</a:t>
            </a:r>
          </a:p>
          <a:p>
            <a:r>
              <a:rPr lang="en-AU" sz="2000" dirty="0"/>
              <a:t>Embed evidence into your explanations</a:t>
            </a:r>
          </a:p>
          <a:p>
            <a:r>
              <a:rPr lang="en-AU" sz="2000" dirty="0"/>
              <a:t>Write a complete essay!</a:t>
            </a:r>
          </a:p>
        </p:txBody>
      </p:sp>
    </p:spTree>
    <p:extLst>
      <p:ext uri="{BB962C8B-B14F-4D97-AF65-F5344CB8AC3E}">
        <p14:creationId xmlns:p14="http://schemas.microsoft.com/office/powerpoint/2010/main" val="1886529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AA384-792F-8AA0-6313-C06BEDA00F2D}"/>
              </a:ext>
            </a:extLst>
          </p:cNvPr>
          <p:cNvSpPr>
            <a:spLocks noGrp="1"/>
          </p:cNvSpPr>
          <p:nvPr>
            <p:ph type="title"/>
          </p:nvPr>
        </p:nvSpPr>
        <p:spPr/>
        <p:txBody>
          <a:bodyPr/>
          <a:lstStyle/>
          <a:p>
            <a:r>
              <a:rPr lang="en-AU" dirty="0"/>
              <a:t>Option 1 - </a:t>
            </a:r>
            <a:r>
              <a:rPr lang="en-AU" b="1" dirty="0">
                <a:solidFill>
                  <a:schemeClr val="accent1">
                    <a:lumMod val="60000"/>
                    <a:lumOff val="40000"/>
                  </a:schemeClr>
                </a:solidFill>
              </a:rPr>
              <a:t>Mild</a:t>
            </a:r>
          </a:p>
        </p:txBody>
      </p:sp>
      <p:graphicFrame>
        <p:nvGraphicFramePr>
          <p:cNvPr id="5" name="Content Placeholder 2">
            <a:extLst>
              <a:ext uri="{FF2B5EF4-FFF2-40B4-BE49-F238E27FC236}">
                <a16:creationId xmlns:a16="http://schemas.microsoft.com/office/drawing/2014/main" id="{E17EED76-8B56-A418-5A01-A67BE2B63A42}"/>
              </a:ext>
            </a:extLst>
          </p:cNvPr>
          <p:cNvGraphicFramePr>
            <a:graphicFrameLocks noGrp="1"/>
          </p:cNvGraphicFramePr>
          <p:nvPr>
            <p:ph idx="1"/>
            <p:extLst>
              <p:ext uri="{D42A27DB-BD31-4B8C-83A1-F6EECF244321}">
                <p14:modId xmlns:p14="http://schemas.microsoft.com/office/powerpoint/2010/main" val="2198266886"/>
              </p:ext>
            </p:extLst>
          </p:nvPr>
        </p:nvGraphicFramePr>
        <p:xfrm>
          <a:off x="685801" y="2142067"/>
          <a:ext cx="10131425"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7749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083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solidFill>
            <a:schemeClr val="tx2"/>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12" name="Picture 11">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25900" b="63148"/>
          <a:stretch/>
        </p:blipFill>
        <p:spPr>
          <a:xfrm>
            <a:off x="4071257" y="1"/>
            <a:ext cx="8117568" cy="227083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2" name="Title 1">
            <a:extLst>
              <a:ext uri="{FF2B5EF4-FFF2-40B4-BE49-F238E27FC236}">
                <a16:creationId xmlns:a16="http://schemas.microsoft.com/office/drawing/2014/main" id="{4AC6757F-40B9-FDAD-B925-32EE0C8FED39}"/>
              </a:ext>
            </a:extLst>
          </p:cNvPr>
          <p:cNvSpPr>
            <a:spLocks noGrp="1"/>
          </p:cNvSpPr>
          <p:nvPr>
            <p:ph type="title"/>
          </p:nvPr>
        </p:nvSpPr>
        <p:spPr>
          <a:xfrm>
            <a:off x="1030288" y="609600"/>
            <a:ext cx="10131425" cy="856735"/>
          </a:xfrm>
        </p:spPr>
        <p:txBody>
          <a:bodyPr>
            <a:normAutofit/>
          </a:bodyPr>
          <a:lstStyle/>
          <a:p>
            <a:pPr algn="ctr"/>
            <a:r>
              <a:rPr lang="en-AU" dirty="0">
                <a:solidFill>
                  <a:schemeClr val="bg1"/>
                </a:solidFill>
              </a:rPr>
              <a:t>Unpack the prompt</a:t>
            </a:r>
          </a:p>
        </p:txBody>
      </p:sp>
      <p:sp>
        <p:nvSpPr>
          <p:cNvPr id="17" name="Content Placeholder 2">
            <a:extLst>
              <a:ext uri="{FF2B5EF4-FFF2-40B4-BE49-F238E27FC236}">
                <a16:creationId xmlns:a16="http://schemas.microsoft.com/office/drawing/2014/main" id="{B8D52B4D-D33B-75D9-6D8E-3AA5A81D68BB}"/>
              </a:ext>
            </a:extLst>
          </p:cNvPr>
          <p:cNvSpPr>
            <a:spLocks noGrp="1"/>
          </p:cNvSpPr>
          <p:nvPr>
            <p:ph idx="1"/>
          </p:nvPr>
        </p:nvSpPr>
        <p:spPr>
          <a:xfrm>
            <a:off x="685801" y="2965622"/>
            <a:ext cx="4874740" cy="3534032"/>
          </a:xfrm>
        </p:spPr>
        <p:txBody>
          <a:bodyPr anchor="t">
            <a:normAutofit/>
          </a:bodyPr>
          <a:lstStyle/>
          <a:p>
            <a:pPr marL="0" indent="0">
              <a:spcAft>
                <a:spcPts val="1200"/>
              </a:spcAft>
              <a:buNone/>
            </a:pPr>
            <a:r>
              <a:rPr lang="en-AU" sz="2400" dirty="0"/>
              <a:t>What are the most important words in the topic?</a:t>
            </a:r>
          </a:p>
          <a:p>
            <a:pPr marL="444500">
              <a:spcAft>
                <a:spcPts val="0"/>
              </a:spcAft>
            </a:pPr>
            <a:r>
              <a:rPr lang="en-AU" sz="2400" i="1" dirty="0">
                <a:solidFill>
                  <a:schemeClr val="accent3">
                    <a:lumMod val="50000"/>
                  </a:schemeClr>
                </a:solidFill>
              </a:rPr>
              <a:t>Reading</a:t>
            </a:r>
          </a:p>
          <a:p>
            <a:pPr marL="444500">
              <a:spcAft>
                <a:spcPts val="0"/>
              </a:spcAft>
            </a:pPr>
            <a:r>
              <a:rPr lang="en-AU" sz="2400" i="1" dirty="0">
                <a:solidFill>
                  <a:schemeClr val="accent3">
                    <a:lumMod val="50000"/>
                  </a:schemeClr>
                </a:solidFill>
              </a:rPr>
              <a:t>Stories</a:t>
            </a:r>
          </a:p>
          <a:p>
            <a:pPr marL="444500">
              <a:spcAft>
                <a:spcPts val="0"/>
              </a:spcAft>
            </a:pPr>
            <a:r>
              <a:rPr lang="en-AU" sz="2400" i="1" dirty="0">
                <a:solidFill>
                  <a:schemeClr val="accent3">
                    <a:lumMod val="50000"/>
                  </a:schemeClr>
                </a:solidFill>
              </a:rPr>
              <a:t>Imagination</a:t>
            </a:r>
          </a:p>
          <a:p>
            <a:pPr marL="444500">
              <a:spcAft>
                <a:spcPts val="0"/>
              </a:spcAft>
            </a:pPr>
            <a:r>
              <a:rPr lang="en-AU" sz="2400" i="1" dirty="0">
                <a:solidFill>
                  <a:schemeClr val="accent3">
                    <a:lumMod val="50000"/>
                  </a:schemeClr>
                </a:solidFill>
              </a:rPr>
              <a:t>Characters</a:t>
            </a:r>
          </a:p>
        </p:txBody>
      </p:sp>
      <p:sp>
        <p:nvSpPr>
          <p:cNvPr id="4" name="Rectangle: Rounded Corners 3">
            <a:extLst>
              <a:ext uri="{FF2B5EF4-FFF2-40B4-BE49-F238E27FC236}">
                <a16:creationId xmlns:a16="http://schemas.microsoft.com/office/drawing/2014/main" id="{F304FEA9-4161-FBF7-3038-EC7924298F99}"/>
              </a:ext>
            </a:extLst>
          </p:cNvPr>
          <p:cNvSpPr/>
          <p:nvPr/>
        </p:nvSpPr>
        <p:spPr>
          <a:xfrm>
            <a:off x="1169773" y="1549665"/>
            <a:ext cx="9613557" cy="12209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2000" dirty="0">
                <a:solidFill>
                  <a:schemeClr val="tx1"/>
                </a:solidFill>
              </a:rPr>
              <a:t>'</a:t>
            </a:r>
            <a:r>
              <a:rPr lang="en-AU" sz="2000" b="1" dirty="0">
                <a:solidFill>
                  <a:schemeClr val="tx1"/>
                </a:solidFill>
              </a:rPr>
              <a:t>But reading is important</a:t>
            </a:r>
            <a:r>
              <a:rPr lang="en-AU" sz="2000" dirty="0">
                <a:solidFill>
                  <a:schemeClr val="tx1"/>
                </a:solidFill>
              </a:rPr>
              <a:t>.' (p39) </a:t>
            </a:r>
            <a:br>
              <a:rPr lang="en-AU" sz="2000" dirty="0">
                <a:solidFill>
                  <a:schemeClr val="tx1"/>
                </a:solidFill>
              </a:rPr>
            </a:br>
            <a:r>
              <a:rPr lang="en-AU" sz="2000" i="1" dirty="0">
                <a:solidFill>
                  <a:schemeClr val="tx1"/>
                </a:solidFill>
              </a:rPr>
              <a:t>Discuss how stories and imagination are important for characters in The Bone Sparrow. </a:t>
            </a:r>
          </a:p>
        </p:txBody>
      </p:sp>
      <p:sp>
        <p:nvSpPr>
          <p:cNvPr id="21" name="Content Placeholder 2">
            <a:extLst>
              <a:ext uri="{FF2B5EF4-FFF2-40B4-BE49-F238E27FC236}">
                <a16:creationId xmlns:a16="http://schemas.microsoft.com/office/drawing/2014/main" id="{C602837B-6E5D-59CB-0CD4-D748564166B1}"/>
              </a:ext>
            </a:extLst>
          </p:cNvPr>
          <p:cNvSpPr txBox="1">
            <a:spLocks/>
          </p:cNvSpPr>
          <p:nvPr/>
        </p:nvSpPr>
        <p:spPr>
          <a:xfrm>
            <a:off x="5634681" y="2965622"/>
            <a:ext cx="5527033" cy="3534032"/>
          </a:xfrm>
          <a:prstGeom prst="rect">
            <a:avLst/>
          </a:prstGeom>
        </p:spPr>
        <p:txBody>
          <a:bodyPr vert="horz" lIns="91440" tIns="45720" rIns="91440" bIns="45720" rtlCol="0" anchor="t">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spcAft>
                <a:spcPts val="1200"/>
              </a:spcAft>
              <a:buFont typeface="Arial"/>
              <a:buNone/>
            </a:pPr>
            <a:r>
              <a:rPr lang="en-AU" sz="2400" dirty="0"/>
              <a:t>Which characters </a:t>
            </a:r>
            <a:r>
              <a:rPr lang="en-AU" sz="2400" b="1" dirty="0"/>
              <a:t>read</a:t>
            </a:r>
            <a:r>
              <a:rPr lang="en-AU" sz="2400" dirty="0"/>
              <a:t>, tell </a:t>
            </a:r>
            <a:r>
              <a:rPr lang="en-AU" sz="2400" b="1" dirty="0"/>
              <a:t>stories</a:t>
            </a:r>
            <a:r>
              <a:rPr lang="en-AU" sz="2400" dirty="0"/>
              <a:t> and use their </a:t>
            </a:r>
            <a:r>
              <a:rPr lang="en-AU" sz="2400" b="1" dirty="0"/>
              <a:t>imaginations</a:t>
            </a:r>
            <a:r>
              <a:rPr lang="en-AU" sz="2400" dirty="0"/>
              <a:t>? </a:t>
            </a:r>
          </a:p>
          <a:p>
            <a:pPr marL="444500" indent="-263525">
              <a:spcAft>
                <a:spcPts val="0"/>
              </a:spcAft>
            </a:pPr>
            <a:r>
              <a:rPr lang="en-AU" sz="2400" i="1" dirty="0">
                <a:solidFill>
                  <a:schemeClr val="tx2"/>
                </a:solidFill>
              </a:rPr>
              <a:t>Subhi </a:t>
            </a:r>
            <a:r>
              <a:rPr lang="en-AU" sz="2400" b="1" i="1" dirty="0">
                <a:solidFill>
                  <a:schemeClr val="tx2"/>
                </a:solidFill>
              </a:rPr>
              <a:t>reads</a:t>
            </a:r>
            <a:r>
              <a:rPr lang="en-AU" sz="2400" i="1" dirty="0">
                <a:solidFill>
                  <a:schemeClr val="tx2"/>
                </a:solidFill>
              </a:rPr>
              <a:t> the stories that Jimmie isn’t able to read</a:t>
            </a:r>
          </a:p>
          <a:p>
            <a:pPr marL="444500" indent="-263525">
              <a:spcAft>
                <a:spcPts val="0"/>
              </a:spcAft>
            </a:pPr>
            <a:r>
              <a:rPr lang="en-AU" sz="2400" i="1" dirty="0">
                <a:solidFill>
                  <a:schemeClr val="tx2"/>
                </a:solidFill>
              </a:rPr>
              <a:t>Maa tells</a:t>
            </a:r>
            <a:r>
              <a:rPr lang="en-AU" sz="2400" b="1" i="1" dirty="0">
                <a:solidFill>
                  <a:schemeClr val="tx2"/>
                </a:solidFill>
              </a:rPr>
              <a:t> stories </a:t>
            </a:r>
            <a:r>
              <a:rPr lang="en-AU" sz="2400" i="1" dirty="0">
                <a:solidFill>
                  <a:schemeClr val="tx2"/>
                </a:solidFill>
              </a:rPr>
              <a:t>about their past and their Rohingya culture</a:t>
            </a:r>
          </a:p>
          <a:p>
            <a:pPr marL="444500" indent="-263525">
              <a:spcAft>
                <a:spcPts val="0"/>
              </a:spcAft>
            </a:pPr>
            <a:r>
              <a:rPr lang="en-AU" sz="2400" i="1" dirty="0">
                <a:solidFill>
                  <a:schemeClr val="tx2"/>
                </a:solidFill>
              </a:rPr>
              <a:t>Subhi uses his </a:t>
            </a:r>
            <a:r>
              <a:rPr lang="en-AU" sz="2400" b="1" i="1" dirty="0">
                <a:solidFill>
                  <a:schemeClr val="tx2"/>
                </a:solidFill>
              </a:rPr>
              <a:t>imagination</a:t>
            </a:r>
            <a:r>
              <a:rPr lang="en-AU" sz="2400" i="1" dirty="0">
                <a:solidFill>
                  <a:schemeClr val="tx2"/>
                </a:solidFill>
              </a:rPr>
              <a:t> throughout the novel</a:t>
            </a:r>
          </a:p>
        </p:txBody>
      </p:sp>
    </p:spTree>
    <p:extLst>
      <p:ext uri="{BB962C8B-B14F-4D97-AF65-F5344CB8AC3E}">
        <p14:creationId xmlns:p14="http://schemas.microsoft.com/office/powerpoint/2010/main" val="3095025931"/>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54309F57-B331-41A7-9154-15EC2AF45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845162" cy="6858000"/>
          </a:xfrm>
          <a:custGeom>
            <a:avLst/>
            <a:gdLst>
              <a:gd name="connsiteX0" fmla="*/ 0 w 8845162"/>
              <a:gd name="connsiteY0" fmla="*/ 0 h 6858000"/>
              <a:gd name="connsiteX1" fmla="*/ 6265248 w 8845162"/>
              <a:gd name="connsiteY1" fmla="*/ 0 h 6858000"/>
              <a:gd name="connsiteX2" fmla="*/ 7537703 w 8845162"/>
              <a:gd name="connsiteY2" fmla="*/ 0 h 6858000"/>
              <a:gd name="connsiteX3" fmla="*/ 8845162 w 8845162"/>
              <a:gd name="connsiteY3" fmla="*/ 0 h 6858000"/>
              <a:gd name="connsiteX4" fmla="*/ 8845162 w 8845162"/>
              <a:gd name="connsiteY4" fmla="*/ 6858000 h 6858000"/>
              <a:gd name="connsiteX5" fmla="*/ 7537703 w 8845162"/>
              <a:gd name="connsiteY5" fmla="*/ 6858000 h 6858000"/>
              <a:gd name="connsiteX6" fmla="*/ 6265248 w 8845162"/>
              <a:gd name="connsiteY6" fmla="*/ 6858000 h 6858000"/>
              <a:gd name="connsiteX7" fmla="*/ 20957 w 8845162"/>
              <a:gd name="connsiteY7" fmla="*/ 6858000 h 6858000"/>
              <a:gd name="connsiteX8" fmla="*/ 46002 w 8845162"/>
              <a:gd name="connsiteY8" fmla="*/ 6702325 h 6858000"/>
              <a:gd name="connsiteX9" fmla="*/ 69870 w 8845162"/>
              <a:gd name="connsiteY9" fmla="*/ 6547334 h 6858000"/>
              <a:gd name="connsiteX10" fmla="*/ 93234 w 8845162"/>
              <a:gd name="connsiteY10" fmla="*/ 6391658 h 6858000"/>
              <a:gd name="connsiteX11" fmla="*/ 113237 w 8845162"/>
              <a:gd name="connsiteY11" fmla="*/ 6235295 h 6858000"/>
              <a:gd name="connsiteX12" fmla="*/ 133409 w 8845162"/>
              <a:gd name="connsiteY12" fmla="*/ 6079619 h 6858000"/>
              <a:gd name="connsiteX13" fmla="*/ 152234 w 8845162"/>
              <a:gd name="connsiteY13" fmla="*/ 5923256 h 6858000"/>
              <a:gd name="connsiteX14" fmla="*/ 168370 w 8845162"/>
              <a:gd name="connsiteY14" fmla="*/ 5768951 h 6858000"/>
              <a:gd name="connsiteX15" fmla="*/ 183667 w 8845162"/>
              <a:gd name="connsiteY15" fmla="*/ 5612589 h 6858000"/>
              <a:gd name="connsiteX16" fmla="*/ 197619 w 8845162"/>
              <a:gd name="connsiteY16" fmla="*/ 5456912 h 6858000"/>
              <a:gd name="connsiteX17" fmla="*/ 209720 w 8845162"/>
              <a:gd name="connsiteY17" fmla="*/ 5303979 h 6858000"/>
              <a:gd name="connsiteX18" fmla="*/ 221823 w 8845162"/>
              <a:gd name="connsiteY18" fmla="*/ 5148988 h 6858000"/>
              <a:gd name="connsiteX19" fmla="*/ 231908 w 8845162"/>
              <a:gd name="connsiteY19" fmla="*/ 4996055 h 6858000"/>
              <a:gd name="connsiteX20" fmla="*/ 239808 w 8845162"/>
              <a:gd name="connsiteY20" fmla="*/ 4843121 h 6858000"/>
              <a:gd name="connsiteX21" fmla="*/ 248045 w 8845162"/>
              <a:gd name="connsiteY21" fmla="*/ 4690874 h 6858000"/>
              <a:gd name="connsiteX22" fmla="*/ 254936 w 8845162"/>
              <a:gd name="connsiteY22" fmla="*/ 4539998 h 6858000"/>
              <a:gd name="connsiteX23" fmla="*/ 259811 w 8845162"/>
              <a:gd name="connsiteY23" fmla="*/ 4390493 h 6858000"/>
              <a:gd name="connsiteX24" fmla="*/ 264014 w 8845162"/>
              <a:gd name="connsiteY24" fmla="*/ 4240989 h 6858000"/>
              <a:gd name="connsiteX25" fmla="*/ 268047 w 8845162"/>
              <a:gd name="connsiteY25" fmla="*/ 4092856 h 6858000"/>
              <a:gd name="connsiteX26" fmla="*/ 269897 w 8845162"/>
              <a:gd name="connsiteY26" fmla="*/ 3946781 h 6858000"/>
              <a:gd name="connsiteX27" fmla="*/ 271913 w 8845162"/>
              <a:gd name="connsiteY27" fmla="*/ 3800705 h 6858000"/>
              <a:gd name="connsiteX28" fmla="*/ 272922 w 8845162"/>
              <a:gd name="connsiteY28" fmla="*/ 3656687 h 6858000"/>
              <a:gd name="connsiteX29" fmla="*/ 271913 w 8845162"/>
              <a:gd name="connsiteY29" fmla="*/ 3514041 h 6858000"/>
              <a:gd name="connsiteX30" fmla="*/ 271913 w 8845162"/>
              <a:gd name="connsiteY30" fmla="*/ 3372766 h 6858000"/>
              <a:gd name="connsiteX31" fmla="*/ 269897 w 8845162"/>
              <a:gd name="connsiteY31" fmla="*/ 3232863 h 6858000"/>
              <a:gd name="connsiteX32" fmla="*/ 266871 w 8845162"/>
              <a:gd name="connsiteY32" fmla="*/ 3095703 h 6858000"/>
              <a:gd name="connsiteX33" fmla="*/ 264014 w 8845162"/>
              <a:gd name="connsiteY33" fmla="*/ 2959915 h 6858000"/>
              <a:gd name="connsiteX34" fmla="*/ 260820 w 8845162"/>
              <a:gd name="connsiteY34" fmla="*/ 2826869 h 6858000"/>
              <a:gd name="connsiteX35" fmla="*/ 255946 w 8845162"/>
              <a:gd name="connsiteY35" fmla="*/ 2694510 h 6858000"/>
              <a:gd name="connsiteX36" fmla="*/ 250734 w 8845162"/>
              <a:gd name="connsiteY36" fmla="*/ 2564209 h 6858000"/>
              <a:gd name="connsiteX37" fmla="*/ 246028 w 8845162"/>
              <a:gd name="connsiteY37" fmla="*/ 2436650 h 6858000"/>
              <a:gd name="connsiteX38" fmla="*/ 232749 w 8845162"/>
              <a:gd name="connsiteY38" fmla="*/ 2187704 h 6858000"/>
              <a:gd name="connsiteX39" fmla="*/ 218630 w 8845162"/>
              <a:gd name="connsiteY39" fmla="*/ 1949046 h 6858000"/>
              <a:gd name="connsiteX40" fmla="*/ 203837 w 8845162"/>
              <a:gd name="connsiteY40" fmla="*/ 1719989 h 6858000"/>
              <a:gd name="connsiteX41" fmla="*/ 187532 w 8845162"/>
              <a:gd name="connsiteY41" fmla="*/ 1503276 h 6858000"/>
              <a:gd name="connsiteX42" fmla="*/ 170555 w 8845162"/>
              <a:gd name="connsiteY42" fmla="*/ 1296164 h 6858000"/>
              <a:gd name="connsiteX43" fmla="*/ 152234 w 8845162"/>
              <a:gd name="connsiteY43" fmla="*/ 1104140 h 6858000"/>
              <a:gd name="connsiteX44" fmla="*/ 134248 w 8845162"/>
              <a:gd name="connsiteY44" fmla="*/ 923775 h 6858000"/>
              <a:gd name="connsiteX45" fmla="*/ 116263 w 8845162"/>
              <a:gd name="connsiteY45" fmla="*/ 757811 h 6858000"/>
              <a:gd name="connsiteX46" fmla="*/ 99286 w 8845162"/>
              <a:gd name="connsiteY46" fmla="*/ 605564 h 6858000"/>
              <a:gd name="connsiteX47" fmla="*/ 83149 w 8845162"/>
              <a:gd name="connsiteY47" fmla="*/ 470461 h 6858000"/>
              <a:gd name="connsiteX48" fmla="*/ 67853 w 8845162"/>
              <a:gd name="connsiteY48" fmla="*/ 348389 h 6858000"/>
              <a:gd name="connsiteX49" fmla="*/ 55078 w 8845162"/>
              <a:gd name="connsiteY49" fmla="*/ 245519 h 6858000"/>
              <a:gd name="connsiteX50" fmla="*/ 42976 w 8845162"/>
              <a:gd name="connsiteY50" fmla="*/ 159108 h 6858000"/>
              <a:gd name="connsiteX51" fmla="*/ 25662 w 8845162"/>
              <a:gd name="connsiteY51" fmla="*/ 40464 h 6858000"/>
              <a:gd name="connsiteX52" fmla="*/ 19779 w 8845162"/>
              <a:gd name="connsiteY52" fmla="*/ 2 h 6858000"/>
              <a:gd name="connsiteX53" fmla="*/ 26532 w 8845162"/>
              <a:gd name="connsiteY53" fmla="*/ 2 h 6858000"/>
              <a:gd name="connsiteX54" fmla="*/ 26532 w 8845162"/>
              <a:gd name="connsiteY54" fmla="*/ 1 h 6858000"/>
              <a:gd name="connsiteX55" fmla="*/ 0 w 8845162"/>
              <a:gd name="connsiteY5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8845162" h="6858000">
                <a:moveTo>
                  <a:pt x="0" y="0"/>
                </a:moveTo>
                <a:lnTo>
                  <a:pt x="6265248" y="0"/>
                </a:lnTo>
                <a:lnTo>
                  <a:pt x="7537703" y="0"/>
                </a:lnTo>
                <a:lnTo>
                  <a:pt x="8845162" y="0"/>
                </a:lnTo>
                <a:lnTo>
                  <a:pt x="8845162" y="6858000"/>
                </a:lnTo>
                <a:lnTo>
                  <a:pt x="7537703" y="6858000"/>
                </a:lnTo>
                <a:lnTo>
                  <a:pt x="6265248" y="6858000"/>
                </a:lnTo>
                <a:lnTo>
                  <a:pt x="20957" y="6858000"/>
                </a:lnTo>
                <a:lnTo>
                  <a:pt x="46002" y="6702325"/>
                </a:lnTo>
                <a:lnTo>
                  <a:pt x="69870" y="6547334"/>
                </a:lnTo>
                <a:lnTo>
                  <a:pt x="93234" y="6391658"/>
                </a:lnTo>
                <a:lnTo>
                  <a:pt x="113237" y="6235295"/>
                </a:lnTo>
                <a:lnTo>
                  <a:pt x="133409" y="6079619"/>
                </a:lnTo>
                <a:lnTo>
                  <a:pt x="152234" y="5923256"/>
                </a:lnTo>
                <a:lnTo>
                  <a:pt x="168370" y="5768951"/>
                </a:lnTo>
                <a:lnTo>
                  <a:pt x="183667" y="5612589"/>
                </a:lnTo>
                <a:lnTo>
                  <a:pt x="197619" y="5456912"/>
                </a:lnTo>
                <a:lnTo>
                  <a:pt x="209720" y="5303979"/>
                </a:lnTo>
                <a:lnTo>
                  <a:pt x="221823" y="5148988"/>
                </a:lnTo>
                <a:lnTo>
                  <a:pt x="231908" y="4996055"/>
                </a:lnTo>
                <a:lnTo>
                  <a:pt x="239808" y="4843121"/>
                </a:lnTo>
                <a:lnTo>
                  <a:pt x="248045" y="4690874"/>
                </a:lnTo>
                <a:lnTo>
                  <a:pt x="254936" y="4539998"/>
                </a:lnTo>
                <a:lnTo>
                  <a:pt x="259811" y="4390493"/>
                </a:lnTo>
                <a:lnTo>
                  <a:pt x="264014" y="4240989"/>
                </a:lnTo>
                <a:lnTo>
                  <a:pt x="268047" y="4092856"/>
                </a:lnTo>
                <a:lnTo>
                  <a:pt x="269897" y="3946781"/>
                </a:lnTo>
                <a:lnTo>
                  <a:pt x="271913" y="3800705"/>
                </a:lnTo>
                <a:lnTo>
                  <a:pt x="272922" y="3656687"/>
                </a:lnTo>
                <a:lnTo>
                  <a:pt x="271913" y="3514041"/>
                </a:lnTo>
                <a:lnTo>
                  <a:pt x="271913" y="3372766"/>
                </a:lnTo>
                <a:lnTo>
                  <a:pt x="269897" y="3232863"/>
                </a:lnTo>
                <a:lnTo>
                  <a:pt x="266871" y="3095703"/>
                </a:lnTo>
                <a:lnTo>
                  <a:pt x="264014" y="2959915"/>
                </a:lnTo>
                <a:lnTo>
                  <a:pt x="260820" y="2826869"/>
                </a:lnTo>
                <a:lnTo>
                  <a:pt x="255946" y="2694510"/>
                </a:lnTo>
                <a:lnTo>
                  <a:pt x="250734" y="2564209"/>
                </a:lnTo>
                <a:lnTo>
                  <a:pt x="246028" y="2436650"/>
                </a:lnTo>
                <a:lnTo>
                  <a:pt x="232749" y="2187704"/>
                </a:lnTo>
                <a:lnTo>
                  <a:pt x="218630" y="1949046"/>
                </a:lnTo>
                <a:lnTo>
                  <a:pt x="203837" y="1719989"/>
                </a:lnTo>
                <a:lnTo>
                  <a:pt x="187532" y="1503276"/>
                </a:lnTo>
                <a:lnTo>
                  <a:pt x="170555" y="1296164"/>
                </a:lnTo>
                <a:lnTo>
                  <a:pt x="152234" y="1104140"/>
                </a:lnTo>
                <a:lnTo>
                  <a:pt x="134248" y="923775"/>
                </a:lnTo>
                <a:lnTo>
                  <a:pt x="116263" y="757811"/>
                </a:lnTo>
                <a:lnTo>
                  <a:pt x="99286" y="605564"/>
                </a:lnTo>
                <a:lnTo>
                  <a:pt x="83149" y="470461"/>
                </a:lnTo>
                <a:lnTo>
                  <a:pt x="67853" y="348389"/>
                </a:lnTo>
                <a:lnTo>
                  <a:pt x="55078" y="245519"/>
                </a:lnTo>
                <a:lnTo>
                  <a:pt x="42976" y="159108"/>
                </a:lnTo>
                <a:lnTo>
                  <a:pt x="25662" y="40464"/>
                </a:lnTo>
                <a:lnTo>
                  <a:pt x="19779" y="2"/>
                </a:lnTo>
                <a:lnTo>
                  <a:pt x="26532" y="2"/>
                </a:lnTo>
                <a:lnTo>
                  <a:pt x="26532" y="1"/>
                </a:lnTo>
                <a:lnTo>
                  <a:pt x="0" y="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366ED2-1655-F640-A29F-57B35BE6FE55}"/>
              </a:ext>
            </a:extLst>
          </p:cNvPr>
          <p:cNvSpPr>
            <a:spLocks noGrp="1"/>
          </p:cNvSpPr>
          <p:nvPr>
            <p:ph type="title"/>
          </p:nvPr>
        </p:nvSpPr>
        <p:spPr>
          <a:xfrm>
            <a:off x="685801" y="500743"/>
            <a:ext cx="7402285" cy="1360714"/>
          </a:xfrm>
        </p:spPr>
        <p:txBody>
          <a:bodyPr>
            <a:normAutofit/>
          </a:bodyPr>
          <a:lstStyle/>
          <a:p>
            <a:r>
              <a:rPr lang="en-AU" dirty="0"/>
              <a:t>Step 1 – key words</a:t>
            </a:r>
          </a:p>
        </p:txBody>
      </p:sp>
      <p:sp>
        <p:nvSpPr>
          <p:cNvPr id="3" name="Content Placeholder 2">
            <a:extLst>
              <a:ext uri="{FF2B5EF4-FFF2-40B4-BE49-F238E27FC236}">
                <a16:creationId xmlns:a16="http://schemas.microsoft.com/office/drawing/2014/main" id="{8B3929AA-98E2-B674-8A08-C531F7324313}"/>
              </a:ext>
            </a:extLst>
          </p:cNvPr>
          <p:cNvSpPr>
            <a:spLocks noGrp="1"/>
          </p:cNvSpPr>
          <p:nvPr>
            <p:ph idx="1"/>
          </p:nvPr>
        </p:nvSpPr>
        <p:spPr>
          <a:xfrm>
            <a:off x="685801" y="1861457"/>
            <a:ext cx="6036275" cy="4226305"/>
          </a:xfrm>
        </p:spPr>
        <p:txBody>
          <a:bodyPr>
            <a:normAutofit/>
          </a:bodyPr>
          <a:lstStyle/>
          <a:p>
            <a:pPr marL="0" indent="0">
              <a:buNone/>
            </a:pPr>
            <a:r>
              <a:rPr lang="en-AU" sz="2400" b="1" dirty="0"/>
              <a:t>Stop here.</a:t>
            </a:r>
          </a:p>
          <a:p>
            <a:pPr marL="0" indent="0">
              <a:buNone/>
            </a:pPr>
            <a:r>
              <a:rPr lang="en-AU" sz="2400" dirty="0"/>
              <a:t>Think about those four key words:</a:t>
            </a:r>
          </a:p>
          <a:p>
            <a:pPr marL="444500">
              <a:spcAft>
                <a:spcPts val="0"/>
              </a:spcAft>
            </a:pPr>
            <a:r>
              <a:rPr lang="en-AU" sz="2400" i="1" dirty="0">
                <a:solidFill>
                  <a:schemeClr val="tx2"/>
                </a:solidFill>
              </a:rPr>
              <a:t>Reading</a:t>
            </a:r>
          </a:p>
          <a:p>
            <a:pPr marL="444500">
              <a:spcAft>
                <a:spcPts val="0"/>
              </a:spcAft>
            </a:pPr>
            <a:r>
              <a:rPr lang="en-AU" sz="2400" i="1" dirty="0">
                <a:solidFill>
                  <a:schemeClr val="tx2"/>
                </a:solidFill>
              </a:rPr>
              <a:t>Stories</a:t>
            </a:r>
          </a:p>
          <a:p>
            <a:pPr marL="444500">
              <a:spcAft>
                <a:spcPts val="0"/>
              </a:spcAft>
            </a:pPr>
            <a:r>
              <a:rPr lang="en-AU" sz="2400" i="1" dirty="0">
                <a:solidFill>
                  <a:schemeClr val="tx2"/>
                </a:solidFill>
              </a:rPr>
              <a:t>Imagination</a:t>
            </a:r>
          </a:p>
          <a:p>
            <a:pPr marL="444500">
              <a:spcAft>
                <a:spcPts val="1200"/>
              </a:spcAft>
            </a:pPr>
            <a:r>
              <a:rPr lang="en-AU" sz="2400" i="1" dirty="0">
                <a:solidFill>
                  <a:schemeClr val="tx2"/>
                </a:solidFill>
              </a:rPr>
              <a:t>Characters</a:t>
            </a:r>
            <a:endParaRPr lang="en-AU" sz="2400" dirty="0">
              <a:solidFill>
                <a:schemeClr val="tx2"/>
              </a:solidFill>
            </a:endParaRPr>
          </a:p>
          <a:p>
            <a:pPr marL="0" indent="0">
              <a:buNone/>
            </a:pPr>
            <a:r>
              <a:rPr lang="en-AU" sz="2400" dirty="0"/>
              <a:t>On your planning sheet, think of some synonyms and antonyms for each word.</a:t>
            </a:r>
          </a:p>
        </p:txBody>
      </p:sp>
      <p:sp>
        <p:nvSpPr>
          <p:cNvPr id="4" name="Rectangle: Rounded Corners 3">
            <a:extLst>
              <a:ext uri="{FF2B5EF4-FFF2-40B4-BE49-F238E27FC236}">
                <a16:creationId xmlns:a16="http://schemas.microsoft.com/office/drawing/2014/main" id="{865F0006-B5F6-7DDF-412A-4C67B793EC0B}"/>
              </a:ext>
            </a:extLst>
          </p:cNvPr>
          <p:cNvSpPr/>
          <p:nvPr/>
        </p:nvSpPr>
        <p:spPr>
          <a:xfrm>
            <a:off x="6910987" y="619015"/>
            <a:ext cx="4208032" cy="194795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AU" sz="2000" b="1" i="1" dirty="0">
                <a:solidFill>
                  <a:schemeClr val="tx1"/>
                </a:solidFill>
              </a:rPr>
              <a:t>Synonyms</a:t>
            </a:r>
            <a:r>
              <a:rPr lang="en-AU" sz="2000" i="1" dirty="0">
                <a:solidFill>
                  <a:schemeClr val="tx1"/>
                </a:solidFill>
              </a:rPr>
              <a:t>: </a:t>
            </a:r>
          </a:p>
          <a:p>
            <a:pPr>
              <a:spcAft>
                <a:spcPts val="600"/>
              </a:spcAft>
            </a:pPr>
            <a:r>
              <a:rPr lang="en-AU" sz="2000" i="1" dirty="0">
                <a:solidFill>
                  <a:schemeClr val="tx1"/>
                </a:solidFill>
              </a:rPr>
              <a:t>Words that have similar meanings to one another.</a:t>
            </a:r>
          </a:p>
          <a:p>
            <a:pPr>
              <a:spcAft>
                <a:spcPts val="600"/>
              </a:spcAft>
            </a:pPr>
            <a:r>
              <a:rPr lang="en-AU" sz="2000" i="1" dirty="0">
                <a:solidFill>
                  <a:schemeClr val="tx1"/>
                </a:solidFill>
              </a:rPr>
              <a:t>e.g. </a:t>
            </a:r>
            <a:r>
              <a:rPr lang="en-AU" sz="2000" i="1" dirty="0">
                <a:solidFill>
                  <a:srgbClr val="008000"/>
                </a:solidFill>
              </a:rPr>
              <a:t>Stories</a:t>
            </a:r>
            <a:r>
              <a:rPr lang="en-AU" sz="2000" i="1" dirty="0">
                <a:solidFill>
                  <a:schemeClr val="tx1"/>
                </a:solidFill>
              </a:rPr>
              <a:t>, </a:t>
            </a:r>
            <a:r>
              <a:rPr lang="en-AU" sz="2000" i="1" dirty="0">
                <a:solidFill>
                  <a:srgbClr val="008000"/>
                </a:solidFill>
              </a:rPr>
              <a:t>tales</a:t>
            </a:r>
            <a:r>
              <a:rPr lang="en-AU" sz="2000" i="1" dirty="0">
                <a:solidFill>
                  <a:schemeClr val="tx1"/>
                </a:solidFill>
              </a:rPr>
              <a:t>, </a:t>
            </a:r>
            <a:r>
              <a:rPr lang="en-AU" sz="2000" i="1" dirty="0">
                <a:solidFill>
                  <a:srgbClr val="008000"/>
                </a:solidFill>
              </a:rPr>
              <a:t>sagas</a:t>
            </a:r>
            <a:r>
              <a:rPr lang="en-AU" sz="2000" i="1" dirty="0">
                <a:solidFill>
                  <a:schemeClr val="tx1"/>
                </a:solidFill>
              </a:rPr>
              <a:t>, </a:t>
            </a:r>
            <a:r>
              <a:rPr lang="en-AU" sz="2000" i="1" dirty="0">
                <a:solidFill>
                  <a:srgbClr val="008000"/>
                </a:solidFill>
              </a:rPr>
              <a:t>narratives</a:t>
            </a:r>
          </a:p>
        </p:txBody>
      </p:sp>
      <p:sp>
        <p:nvSpPr>
          <p:cNvPr id="5" name="Rectangle: Rounded Corners 4">
            <a:extLst>
              <a:ext uri="{FF2B5EF4-FFF2-40B4-BE49-F238E27FC236}">
                <a16:creationId xmlns:a16="http://schemas.microsoft.com/office/drawing/2014/main" id="{78CA9C8E-7C83-5FFE-CE35-AA6E76899DB2}"/>
              </a:ext>
            </a:extLst>
          </p:cNvPr>
          <p:cNvSpPr/>
          <p:nvPr/>
        </p:nvSpPr>
        <p:spPr>
          <a:xfrm>
            <a:off x="6910988" y="3974609"/>
            <a:ext cx="4208031" cy="194795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AU" sz="2000" b="1" i="1" dirty="0">
                <a:solidFill>
                  <a:schemeClr val="tx1"/>
                </a:solidFill>
              </a:rPr>
              <a:t>Antonyms</a:t>
            </a:r>
            <a:r>
              <a:rPr lang="en-AU" sz="2000" i="1" dirty="0">
                <a:solidFill>
                  <a:schemeClr val="tx1"/>
                </a:solidFill>
              </a:rPr>
              <a:t>: </a:t>
            </a:r>
          </a:p>
          <a:p>
            <a:pPr>
              <a:spcAft>
                <a:spcPts val="600"/>
              </a:spcAft>
            </a:pPr>
            <a:r>
              <a:rPr lang="en-AU" sz="2000" i="1" dirty="0">
                <a:solidFill>
                  <a:schemeClr val="tx1"/>
                </a:solidFill>
              </a:rPr>
              <a:t>Words that have opposing meanings to one another.</a:t>
            </a:r>
          </a:p>
          <a:p>
            <a:pPr>
              <a:spcAft>
                <a:spcPts val="600"/>
              </a:spcAft>
            </a:pPr>
            <a:r>
              <a:rPr lang="en-AU" sz="2000" i="1" dirty="0">
                <a:solidFill>
                  <a:schemeClr val="tx1"/>
                </a:solidFill>
              </a:rPr>
              <a:t>e.g. </a:t>
            </a:r>
            <a:r>
              <a:rPr lang="en-AU" sz="2000" i="1" dirty="0">
                <a:solidFill>
                  <a:srgbClr val="008000"/>
                </a:solidFill>
              </a:rPr>
              <a:t>imagination</a:t>
            </a:r>
            <a:r>
              <a:rPr lang="en-AU" sz="2000" i="1" dirty="0">
                <a:solidFill>
                  <a:schemeClr val="tx1"/>
                </a:solidFill>
              </a:rPr>
              <a:t> – </a:t>
            </a:r>
            <a:r>
              <a:rPr lang="en-AU" sz="2000" i="1" dirty="0">
                <a:solidFill>
                  <a:srgbClr val="C00000"/>
                </a:solidFill>
              </a:rPr>
              <a:t>emptiness</a:t>
            </a:r>
            <a:r>
              <a:rPr lang="en-AU" sz="2000" i="1" dirty="0">
                <a:solidFill>
                  <a:schemeClr val="tx1"/>
                </a:solidFill>
              </a:rPr>
              <a:t>, </a:t>
            </a:r>
            <a:r>
              <a:rPr lang="en-AU" sz="2000" i="1" dirty="0">
                <a:solidFill>
                  <a:srgbClr val="C00000"/>
                </a:solidFill>
              </a:rPr>
              <a:t>blankness</a:t>
            </a:r>
            <a:r>
              <a:rPr lang="en-AU" sz="2000" i="1" dirty="0">
                <a:solidFill>
                  <a:schemeClr val="tx1"/>
                </a:solidFill>
              </a:rPr>
              <a:t>, </a:t>
            </a:r>
            <a:r>
              <a:rPr lang="en-AU" sz="2000" i="1" dirty="0">
                <a:solidFill>
                  <a:srgbClr val="C00000"/>
                </a:solidFill>
              </a:rPr>
              <a:t>reality</a:t>
            </a:r>
          </a:p>
        </p:txBody>
      </p:sp>
    </p:spTree>
    <p:extLst>
      <p:ext uri="{BB962C8B-B14F-4D97-AF65-F5344CB8AC3E}">
        <p14:creationId xmlns:p14="http://schemas.microsoft.com/office/powerpoint/2010/main" val="3019919165"/>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0E2643F-639E-DF98-DF4A-E1439E73B50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647833E-CBB2-32B9-860E-0DAA1DD5B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0CF46D1-6CA3-1B93-6C3E-ED589E639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083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solidFill>
            <a:schemeClr val="tx2"/>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12" name="Picture 11">
            <a:extLst>
              <a:ext uri="{FF2B5EF4-FFF2-40B4-BE49-F238E27FC236}">
                <a16:creationId xmlns:a16="http://schemas.microsoft.com/office/drawing/2014/main" id="{C00859C4-D63E-E99A-890D-B9B0AE56148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25900" b="63148"/>
          <a:stretch/>
        </p:blipFill>
        <p:spPr>
          <a:xfrm>
            <a:off x="4071257" y="1"/>
            <a:ext cx="8117568" cy="227083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2" name="Title 1">
            <a:extLst>
              <a:ext uri="{FF2B5EF4-FFF2-40B4-BE49-F238E27FC236}">
                <a16:creationId xmlns:a16="http://schemas.microsoft.com/office/drawing/2014/main" id="{4A320095-BDF3-7A91-1E25-2BD437771033}"/>
              </a:ext>
            </a:extLst>
          </p:cNvPr>
          <p:cNvSpPr>
            <a:spLocks noGrp="1"/>
          </p:cNvSpPr>
          <p:nvPr>
            <p:ph type="title"/>
          </p:nvPr>
        </p:nvSpPr>
        <p:spPr>
          <a:xfrm>
            <a:off x="1030288" y="609600"/>
            <a:ext cx="10131425" cy="856735"/>
          </a:xfrm>
        </p:spPr>
        <p:txBody>
          <a:bodyPr>
            <a:normAutofit/>
          </a:bodyPr>
          <a:lstStyle/>
          <a:p>
            <a:pPr algn="ctr"/>
            <a:r>
              <a:rPr lang="en-AU" dirty="0">
                <a:solidFill>
                  <a:schemeClr val="bg1"/>
                </a:solidFill>
              </a:rPr>
              <a:t>Stop. Think.</a:t>
            </a:r>
          </a:p>
        </p:txBody>
      </p:sp>
      <p:sp>
        <p:nvSpPr>
          <p:cNvPr id="17" name="Content Placeholder 2">
            <a:extLst>
              <a:ext uri="{FF2B5EF4-FFF2-40B4-BE49-F238E27FC236}">
                <a16:creationId xmlns:a16="http://schemas.microsoft.com/office/drawing/2014/main" id="{4E019B02-7826-5A3D-0483-1D0CA13F866F}"/>
              </a:ext>
            </a:extLst>
          </p:cNvPr>
          <p:cNvSpPr>
            <a:spLocks noGrp="1"/>
          </p:cNvSpPr>
          <p:nvPr>
            <p:ph idx="1"/>
          </p:nvPr>
        </p:nvSpPr>
        <p:spPr>
          <a:xfrm>
            <a:off x="685801" y="2570205"/>
            <a:ext cx="7247237" cy="4053017"/>
          </a:xfrm>
        </p:spPr>
        <p:txBody>
          <a:bodyPr anchor="t">
            <a:normAutofit lnSpcReduction="10000"/>
          </a:bodyPr>
          <a:lstStyle/>
          <a:p>
            <a:pPr marL="0" indent="0">
              <a:spcAft>
                <a:spcPts val="1200"/>
              </a:spcAft>
              <a:buNone/>
            </a:pPr>
            <a:r>
              <a:rPr lang="en-AU" sz="2400" b="1" dirty="0"/>
              <a:t>What do you think?</a:t>
            </a:r>
          </a:p>
          <a:p>
            <a:pPr marL="715963">
              <a:spcAft>
                <a:spcPts val="1200"/>
              </a:spcAft>
            </a:pPr>
            <a:r>
              <a:rPr lang="en-AU" sz="2400" i="1" u="sng" dirty="0">
                <a:solidFill>
                  <a:schemeClr val="accent3">
                    <a:lumMod val="50000"/>
                  </a:schemeClr>
                </a:solidFill>
              </a:rPr>
              <a:t>Are</a:t>
            </a:r>
            <a:r>
              <a:rPr lang="en-AU" sz="2400" i="1" dirty="0">
                <a:solidFill>
                  <a:schemeClr val="accent3">
                    <a:lumMod val="50000"/>
                  </a:schemeClr>
                </a:solidFill>
              </a:rPr>
              <a:t> stories important for Subhi, Maa, Queenie, Jimmie and Eli?</a:t>
            </a:r>
          </a:p>
          <a:p>
            <a:pPr marL="715963">
              <a:spcAft>
                <a:spcPts val="1200"/>
              </a:spcAft>
            </a:pPr>
            <a:r>
              <a:rPr lang="en-AU" sz="2400" i="1" u="sng" dirty="0">
                <a:solidFill>
                  <a:schemeClr val="accent3">
                    <a:lumMod val="50000"/>
                  </a:schemeClr>
                </a:solidFill>
              </a:rPr>
              <a:t>Is</a:t>
            </a:r>
            <a:r>
              <a:rPr lang="en-AU" sz="2400" b="1" i="1" dirty="0">
                <a:solidFill>
                  <a:schemeClr val="accent3">
                    <a:lumMod val="50000"/>
                  </a:schemeClr>
                </a:solidFill>
              </a:rPr>
              <a:t> </a:t>
            </a:r>
            <a:r>
              <a:rPr lang="en-AU" sz="2400" i="1" dirty="0">
                <a:solidFill>
                  <a:schemeClr val="accent3">
                    <a:lumMod val="50000"/>
                  </a:schemeClr>
                </a:solidFill>
              </a:rPr>
              <a:t>imagination important for Subhi?</a:t>
            </a:r>
          </a:p>
          <a:p>
            <a:pPr marL="0" indent="0">
              <a:spcAft>
                <a:spcPts val="1200"/>
              </a:spcAft>
              <a:buNone/>
            </a:pPr>
            <a:r>
              <a:rPr lang="en-AU" sz="2400" b="1" dirty="0"/>
              <a:t>What makes you say that?</a:t>
            </a:r>
          </a:p>
          <a:p>
            <a:pPr marL="715963">
              <a:spcAft>
                <a:spcPts val="1200"/>
              </a:spcAft>
            </a:pPr>
            <a:r>
              <a:rPr lang="en-AU" sz="2400" i="1" u="sng" dirty="0">
                <a:solidFill>
                  <a:schemeClr val="accent3">
                    <a:lumMod val="50000"/>
                  </a:schemeClr>
                </a:solidFill>
              </a:rPr>
              <a:t>Why</a:t>
            </a:r>
            <a:r>
              <a:rPr lang="en-AU" sz="2400" i="1" dirty="0">
                <a:solidFill>
                  <a:schemeClr val="accent3">
                    <a:lumMod val="50000"/>
                  </a:schemeClr>
                </a:solidFill>
              </a:rPr>
              <a:t> are Jimmie’s stories important to her?</a:t>
            </a:r>
          </a:p>
          <a:p>
            <a:pPr marL="715963">
              <a:spcAft>
                <a:spcPts val="1200"/>
              </a:spcAft>
            </a:pPr>
            <a:r>
              <a:rPr lang="en-AU" sz="2400" i="1" u="sng" dirty="0">
                <a:solidFill>
                  <a:schemeClr val="accent3">
                    <a:lumMod val="50000"/>
                  </a:schemeClr>
                </a:solidFill>
              </a:rPr>
              <a:t>Why</a:t>
            </a:r>
            <a:r>
              <a:rPr lang="en-AU" sz="2400" i="1" dirty="0">
                <a:solidFill>
                  <a:schemeClr val="accent3">
                    <a:lumMod val="50000"/>
                  </a:schemeClr>
                </a:solidFill>
              </a:rPr>
              <a:t> are Maa’s stories important for Subhi?</a:t>
            </a:r>
          </a:p>
          <a:p>
            <a:pPr marL="715963">
              <a:spcAft>
                <a:spcPts val="1200"/>
              </a:spcAft>
            </a:pPr>
            <a:r>
              <a:rPr lang="en-AU" sz="2400" i="1" u="sng" dirty="0">
                <a:solidFill>
                  <a:schemeClr val="accent3">
                    <a:lumMod val="50000"/>
                  </a:schemeClr>
                </a:solidFill>
              </a:rPr>
              <a:t>How</a:t>
            </a:r>
            <a:r>
              <a:rPr lang="en-AU" sz="2400" i="1" dirty="0">
                <a:solidFill>
                  <a:schemeClr val="accent3">
                    <a:lumMod val="50000"/>
                  </a:schemeClr>
                </a:solidFill>
              </a:rPr>
              <a:t> does Subhi’s imagination help him cope with life in detention?</a:t>
            </a:r>
          </a:p>
        </p:txBody>
      </p:sp>
      <p:sp>
        <p:nvSpPr>
          <p:cNvPr id="4" name="Rectangle: Rounded Corners 3">
            <a:extLst>
              <a:ext uri="{FF2B5EF4-FFF2-40B4-BE49-F238E27FC236}">
                <a16:creationId xmlns:a16="http://schemas.microsoft.com/office/drawing/2014/main" id="{26ED7E4F-89FD-DC1D-6CB9-0EB6B3F937EA}"/>
              </a:ext>
            </a:extLst>
          </p:cNvPr>
          <p:cNvSpPr/>
          <p:nvPr/>
        </p:nvSpPr>
        <p:spPr>
          <a:xfrm>
            <a:off x="8311421" y="2757662"/>
            <a:ext cx="3345120" cy="31818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2000" i="1" dirty="0">
                <a:solidFill>
                  <a:schemeClr val="tx1"/>
                </a:solidFill>
              </a:rPr>
              <a:t>Our answer to these questions will become our </a:t>
            </a:r>
            <a:r>
              <a:rPr lang="en-AU" sz="2000" b="1" i="1" dirty="0">
                <a:solidFill>
                  <a:schemeClr val="tx1"/>
                </a:solidFill>
              </a:rPr>
              <a:t>contention</a:t>
            </a:r>
            <a:r>
              <a:rPr lang="en-AU" sz="2000" i="1" dirty="0">
                <a:solidFill>
                  <a:schemeClr val="tx1"/>
                </a:solidFill>
              </a:rPr>
              <a:t>.</a:t>
            </a:r>
          </a:p>
          <a:p>
            <a:endParaRPr lang="en-AU" sz="2000" i="1" dirty="0">
              <a:solidFill>
                <a:schemeClr val="tx1"/>
              </a:solidFill>
            </a:endParaRPr>
          </a:p>
          <a:p>
            <a:r>
              <a:rPr lang="en-AU" sz="2000" i="1" dirty="0">
                <a:solidFill>
                  <a:schemeClr val="tx1"/>
                </a:solidFill>
              </a:rPr>
              <a:t>A contention is an essay’s main idea – the central thing that you want to try and prove.</a:t>
            </a:r>
          </a:p>
        </p:txBody>
      </p:sp>
      <p:sp>
        <p:nvSpPr>
          <p:cNvPr id="21" name="Content Placeholder 2">
            <a:extLst>
              <a:ext uri="{FF2B5EF4-FFF2-40B4-BE49-F238E27FC236}">
                <a16:creationId xmlns:a16="http://schemas.microsoft.com/office/drawing/2014/main" id="{8863B0D4-A76C-1E82-49D8-256A9275CA19}"/>
              </a:ext>
            </a:extLst>
          </p:cNvPr>
          <p:cNvSpPr txBox="1">
            <a:spLocks/>
          </p:cNvSpPr>
          <p:nvPr/>
        </p:nvSpPr>
        <p:spPr>
          <a:xfrm>
            <a:off x="5634681" y="2965622"/>
            <a:ext cx="5527033" cy="3534032"/>
          </a:xfrm>
          <a:prstGeom prst="rect">
            <a:avLst/>
          </a:prstGeom>
        </p:spPr>
        <p:txBody>
          <a:bodyPr vert="horz" lIns="91440" tIns="45720" rIns="91440" bIns="45720" rtlCol="0" anchor="t">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spcAft>
                <a:spcPts val="1200"/>
              </a:spcAft>
              <a:buFont typeface="Arial"/>
              <a:buNone/>
            </a:pPr>
            <a:endParaRPr lang="en-AU" sz="2400" i="1" dirty="0"/>
          </a:p>
        </p:txBody>
      </p:sp>
    </p:spTree>
    <p:extLst>
      <p:ext uri="{BB962C8B-B14F-4D97-AF65-F5344CB8AC3E}">
        <p14:creationId xmlns:p14="http://schemas.microsoft.com/office/powerpoint/2010/main" val="709111356"/>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0F7E0D5-E2CD-E65F-9CAA-AE18A9F2D7B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13E68E-F3F9-88E8-B694-3FFCED994A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36E59B0-1D88-D181-BDD2-2455D7E4AB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083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solidFill>
            <a:schemeClr val="tx2"/>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12" name="Picture 11">
            <a:extLst>
              <a:ext uri="{FF2B5EF4-FFF2-40B4-BE49-F238E27FC236}">
                <a16:creationId xmlns:a16="http://schemas.microsoft.com/office/drawing/2014/main" id="{B55D0BE0-0CFA-F8E9-FCF4-C58B42C3EE1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25900" b="63148"/>
          <a:stretch/>
        </p:blipFill>
        <p:spPr>
          <a:xfrm>
            <a:off x="4071257" y="1"/>
            <a:ext cx="8117568" cy="227083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2" name="Title 1">
            <a:extLst>
              <a:ext uri="{FF2B5EF4-FFF2-40B4-BE49-F238E27FC236}">
                <a16:creationId xmlns:a16="http://schemas.microsoft.com/office/drawing/2014/main" id="{FF2728A0-C5F7-AA1B-9FBB-D28432F98C38}"/>
              </a:ext>
            </a:extLst>
          </p:cNvPr>
          <p:cNvSpPr>
            <a:spLocks noGrp="1"/>
          </p:cNvSpPr>
          <p:nvPr>
            <p:ph type="title"/>
          </p:nvPr>
        </p:nvSpPr>
        <p:spPr>
          <a:xfrm>
            <a:off x="1030288" y="609600"/>
            <a:ext cx="10131425" cy="856735"/>
          </a:xfrm>
        </p:spPr>
        <p:txBody>
          <a:bodyPr>
            <a:normAutofit/>
          </a:bodyPr>
          <a:lstStyle/>
          <a:p>
            <a:pPr algn="ctr"/>
            <a:r>
              <a:rPr lang="en-AU" dirty="0">
                <a:solidFill>
                  <a:schemeClr val="bg1"/>
                </a:solidFill>
              </a:rPr>
              <a:t>Develop a contention</a:t>
            </a:r>
          </a:p>
        </p:txBody>
      </p:sp>
      <p:sp>
        <p:nvSpPr>
          <p:cNvPr id="17" name="Content Placeholder 2">
            <a:extLst>
              <a:ext uri="{FF2B5EF4-FFF2-40B4-BE49-F238E27FC236}">
                <a16:creationId xmlns:a16="http://schemas.microsoft.com/office/drawing/2014/main" id="{276645C0-6140-4C58-27B5-13144AD2F1AB}"/>
              </a:ext>
            </a:extLst>
          </p:cNvPr>
          <p:cNvSpPr>
            <a:spLocks noGrp="1"/>
          </p:cNvSpPr>
          <p:nvPr>
            <p:ph idx="1"/>
          </p:nvPr>
        </p:nvSpPr>
        <p:spPr>
          <a:xfrm>
            <a:off x="685801" y="2438400"/>
            <a:ext cx="10097529" cy="4143632"/>
          </a:xfrm>
        </p:spPr>
        <p:txBody>
          <a:bodyPr anchor="t">
            <a:normAutofit/>
          </a:bodyPr>
          <a:lstStyle/>
          <a:p>
            <a:pPr marL="0" indent="0">
              <a:spcAft>
                <a:spcPts val="1200"/>
              </a:spcAft>
              <a:buNone/>
            </a:pPr>
            <a:r>
              <a:rPr lang="en-AU" sz="2400" b="1" dirty="0"/>
              <a:t>Your contention must be an answer to the prompt.</a:t>
            </a:r>
          </a:p>
          <a:p>
            <a:pPr marL="0" indent="0">
              <a:spcAft>
                <a:spcPts val="1200"/>
              </a:spcAft>
              <a:buNone/>
            </a:pPr>
            <a:endParaRPr lang="en-AU" sz="2400" i="1" dirty="0">
              <a:solidFill>
                <a:schemeClr val="accent3">
                  <a:lumMod val="50000"/>
                </a:schemeClr>
              </a:solidFill>
            </a:endParaRPr>
          </a:p>
          <a:p>
            <a:pPr marL="0" indent="0">
              <a:spcAft>
                <a:spcPts val="1200"/>
              </a:spcAft>
              <a:buNone/>
            </a:pPr>
            <a:endParaRPr lang="en-AU" sz="2400" i="1" dirty="0">
              <a:solidFill>
                <a:schemeClr val="accent3">
                  <a:lumMod val="50000"/>
                </a:schemeClr>
              </a:solidFill>
            </a:endParaRPr>
          </a:p>
          <a:p>
            <a:pPr marL="0" indent="0">
              <a:spcAft>
                <a:spcPts val="0"/>
              </a:spcAft>
              <a:buNone/>
            </a:pPr>
            <a:endParaRPr lang="en-AU" sz="2400" i="1" dirty="0">
              <a:solidFill>
                <a:schemeClr val="accent3">
                  <a:lumMod val="50000"/>
                </a:schemeClr>
              </a:solidFill>
            </a:endParaRPr>
          </a:p>
          <a:p>
            <a:pPr marL="0" indent="0">
              <a:spcAft>
                <a:spcPts val="1200"/>
              </a:spcAft>
              <a:buNone/>
            </a:pPr>
            <a:r>
              <a:rPr lang="en-AU" sz="2400" dirty="0"/>
              <a:t>For your task, a contention has already been written:</a:t>
            </a:r>
          </a:p>
          <a:p>
            <a:pPr marL="0" indent="0">
              <a:spcAft>
                <a:spcPts val="1200"/>
              </a:spcAft>
              <a:buNone/>
            </a:pPr>
            <a:endParaRPr lang="en-AU" sz="2400" i="1" dirty="0">
              <a:solidFill>
                <a:schemeClr val="tx2"/>
              </a:solidFill>
            </a:endParaRPr>
          </a:p>
          <a:p>
            <a:pPr marL="0" indent="0">
              <a:spcAft>
                <a:spcPts val="1200"/>
              </a:spcAft>
              <a:buNone/>
            </a:pPr>
            <a:endParaRPr lang="en-AU" sz="2400" i="1" dirty="0">
              <a:solidFill>
                <a:schemeClr val="tx2"/>
              </a:solidFill>
            </a:endParaRPr>
          </a:p>
          <a:p>
            <a:pPr marL="0" indent="0">
              <a:spcAft>
                <a:spcPts val="1200"/>
              </a:spcAft>
              <a:buNone/>
            </a:pPr>
            <a:r>
              <a:rPr lang="en-AU" sz="2400" dirty="0"/>
              <a:t>Your task is to write an essay focused on this statement.</a:t>
            </a:r>
          </a:p>
        </p:txBody>
      </p:sp>
      <p:sp>
        <p:nvSpPr>
          <p:cNvPr id="3" name="Rectangle: Rounded Corners 2">
            <a:extLst>
              <a:ext uri="{FF2B5EF4-FFF2-40B4-BE49-F238E27FC236}">
                <a16:creationId xmlns:a16="http://schemas.microsoft.com/office/drawing/2014/main" id="{DB987DEE-27D5-6794-0C73-EABEE9B0EF70}"/>
              </a:ext>
            </a:extLst>
          </p:cNvPr>
          <p:cNvSpPr/>
          <p:nvPr/>
        </p:nvSpPr>
        <p:spPr>
          <a:xfrm>
            <a:off x="1030286" y="3173628"/>
            <a:ext cx="9460128" cy="9535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2000" dirty="0">
                <a:solidFill>
                  <a:schemeClr val="tx1"/>
                </a:solidFill>
              </a:rPr>
              <a:t>'</a:t>
            </a:r>
            <a:r>
              <a:rPr lang="en-AU" sz="2000" b="1" dirty="0">
                <a:solidFill>
                  <a:schemeClr val="tx1"/>
                </a:solidFill>
              </a:rPr>
              <a:t>But reading is important</a:t>
            </a:r>
            <a:r>
              <a:rPr lang="en-AU" sz="2000" dirty="0">
                <a:solidFill>
                  <a:schemeClr val="tx1"/>
                </a:solidFill>
              </a:rPr>
              <a:t>.' (p39) </a:t>
            </a:r>
            <a:br>
              <a:rPr lang="en-AU" sz="2000" dirty="0">
                <a:solidFill>
                  <a:schemeClr val="tx1"/>
                </a:solidFill>
              </a:rPr>
            </a:br>
            <a:r>
              <a:rPr lang="en-AU" sz="2000" i="1" dirty="0">
                <a:solidFill>
                  <a:schemeClr val="tx1"/>
                </a:solidFill>
              </a:rPr>
              <a:t>Discuss how stories and imagination are important for characters in The Bone Sparrow. </a:t>
            </a:r>
          </a:p>
        </p:txBody>
      </p:sp>
      <p:pic>
        <p:nvPicPr>
          <p:cNvPr id="9" name="Picture 8">
            <a:extLst>
              <a:ext uri="{FF2B5EF4-FFF2-40B4-BE49-F238E27FC236}">
                <a16:creationId xmlns:a16="http://schemas.microsoft.com/office/drawing/2014/main" id="{57D84540-9807-F836-5FD5-A43959C98BAC}"/>
              </a:ext>
            </a:extLst>
          </p:cNvPr>
          <p:cNvPicPr>
            <a:picLocks noChangeAspect="1"/>
          </p:cNvPicPr>
          <p:nvPr/>
        </p:nvPicPr>
        <p:blipFill>
          <a:blip r:embed="rId3"/>
          <a:stretch>
            <a:fillRect/>
          </a:stretch>
        </p:blipFill>
        <p:spPr>
          <a:xfrm>
            <a:off x="1408670" y="5001425"/>
            <a:ext cx="9471344" cy="740348"/>
          </a:xfrm>
          <a:prstGeom prst="rect">
            <a:avLst/>
          </a:prstGeom>
        </p:spPr>
      </p:pic>
    </p:spTree>
    <p:extLst>
      <p:ext uri="{BB962C8B-B14F-4D97-AF65-F5344CB8AC3E}">
        <p14:creationId xmlns:p14="http://schemas.microsoft.com/office/powerpoint/2010/main" val="3074575062"/>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9FA548-0B7D-B855-1BBE-DCB39C3CB31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A90886-009A-94E9-4A78-E672C5C3D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B7F0629-8E72-CCF4-C57E-33F5951C07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
            <a:ext cx="4125976" cy="6858002"/>
          </a:xfrm>
          <a:custGeom>
            <a:avLst/>
            <a:gdLst>
              <a:gd name="connsiteX0" fmla="*/ 4125976 w 4125976"/>
              <a:gd name="connsiteY0" fmla="*/ 0 h 6858002"/>
              <a:gd name="connsiteX1" fmla="*/ 1300393 w 4125976"/>
              <a:gd name="connsiteY1" fmla="*/ 0 h 6858002"/>
              <a:gd name="connsiteX2" fmla="*/ 1300393 w 4125976"/>
              <a:gd name="connsiteY2" fmla="*/ 2 h 6858002"/>
              <a:gd name="connsiteX3" fmla="*/ 1155520 w 4125976"/>
              <a:gd name="connsiteY3" fmla="*/ 2 h 6858002"/>
              <a:gd name="connsiteX4" fmla="*/ 1074856 w 4125976"/>
              <a:gd name="connsiteY4" fmla="*/ 88573 h 6858002"/>
              <a:gd name="connsiteX5" fmla="*/ 0 w 4125976"/>
              <a:gd name="connsiteY5" fmla="*/ 3396600 h 6858002"/>
              <a:gd name="connsiteX6" fmla="*/ 1222540 w 4125976"/>
              <a:gd name="connsiteY6" fmla="*/ 6858002 h 6858002"/>
              <a:gd name="connsiteX7" fmla="*/ 4125598 w 4125976"/>
              <a:gd name="connsiteY7" fmla="*/ 6858002 h 6858002"/>
              <a:gd name="connsiteX8" fmla="*/ 4125976 w 4125976"/>
              <a:gd name="connsiteY8" fmla="*/ 685760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5976" h="6858002">
                <a:moveTo>
                  <a:pt x="4125976" y="0"/>
                </a:moveTo>
                <a:lnTo>
                  <a:pt x="1300393" y="0"/>
                </a:lnTo>
                <a:lnTo>
                  <a:pt x="1300393" y="2"/>
                </a:lnTo>
                <a:lnTo>
                  <a:pt x="1155520" y="2"/>
                </a:lnTo>
                <a:lnTo>
                  <a:pt x="1074856" y="88573"/>
                </a:lnTo>
                <a:cubicBezTo>
                  <a:pt x="422987" y="841260"/>
                  <a:pt x="0" y="2042663"/>
                  <a:pt x="0" y="3396600"/>
                </a:cubicBezTo>
                <a:cubicBezTo>
                  <a:pt x="0" y="4846647"/>
                  <a:pt x="488259" y="6121285"/>
                  <a:pt x="1222540" y="6858002"/>
                </a:cubicBezTo>
                <a:cubicBezTo>
                  <a:pt x="4125598" y="6858002"/>
                  <a:pt x="4125598" y="6858002"/>
                  <a:pt x="4125598" y="6858002"/>
                </a:cubicBezTo>
                <a:lnTo>
                  <a:pt x="4125976" y="6857600"/>
                </a:lnTo>
                <a:close/>
              </a:path>
            </a:pathLst>
          </a:custGeom>
          <a:blipFill dpi="0" rotWithShape="1">
            <a:blip r:embed="rId2"/>
            <a:srcRect/>
            <a:tile tx="0" ty="0" sx="100000" sy="100000" flip="none" algn="tl"/>
          </a:blipFill>
          <a:ln>
            <a:noFill/>
          </a:ln>
        </p:spPr>
        <p:style>
          <a:lnRef idx="2">
            <a:schemeClr val="accent1">
              <a:shade val="50000"/>
            </a:schemeClr>
          </a:lnRef>
          <a:fillRef idx="1003">
            <a:schemeClr val="l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1088E45-8D2B-0F2E-09DB-D85D49B87ECE}"/>
              </a:ext>
            </a:extLst>
          </p:cNvPr>
          <p:cNvSpPr>
            <a:spLocks noGrp="1"/>
          </p:cNvSpPr>
          <p:nvPr>
            <p:ph type="title"/>
          </p:nvPr>
        </p:nvSpPr>
        <p:spPr>
          <a:xfrm>
            <a:off x="685801" y="643466"/>
            <a:ext cx="2790567" cy="4995333"/>
          </a:xfrm>
        </p:spPr>
        <p:txBody>
          <a:bodyPr>
            <a:normAutofit/>
          </a:bodyPr>
          <a:lstStyle/>
          <a:p>
            <a:r>
              <a:rPr lang="en-AU" sz="4000" dirty="0">
                <a:solidFill>
                  <a:srgbClr val="FFFFFF"/>
                </a:solidFill>
              </a:rPr>
              <a:t>Develop an argument</a:t>
            </a:r>
          </a:p>
        </p:txBody>
      </p:sp>
      <p:graphicFrame>
        <p:nvGraphicFramePr>
          <p:cNvPr id="5" name="Content Placeholder 2">
            <a:extLst>
              <a:ext uri="{FF2B5EF4-FFF2-40B4-BE49-F238E27FC236}">
                <a16:creationId xmlns:a16="http://schemas.microsoft.com/office/drawing/2014/main" id="{E53ACB38-E74B-B076-6539-8DC0507CB4A5}"/>
              </a:ext>
            </a:extLst>
          </p:cNvPr>
          <p:cNvGraphicFramePr>
            <a:graphicFrameLocks noGrp="1"/>
          </p:cNvGraphicFramePr>
          <p:nvPr>
            <p:ph idx="1"/>
          </p:nvPr>
        </p:nvGraphicFramePr>
        <p:xfrm>
          <a:off x="4808601" y="901700"/>
          <a:ext cx="6545199" cy="53920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09485420"/>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366CB02-D5A3-4D39-661B-31CB7C71E54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ADBC0A7-2ADC-2B60-4810-E9FB14062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4EB9E51F-CDBE-288D-1A97-CF9C6265BF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083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solidFill>
            <a:schemeClr val="tx2"/>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12" name="Picture 11">
            <a:extLst>
              <a:ext uri="{FF2B5EF4-FFF2-40B4-BE49-F238E27FC236}">
                <a16:creationId xmlns:a16="http://schemas.microsoft.com/office/drawing/2014/main" id="{6CEFBB02-8B6B-F19E-90FD-5AEB1BE77B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25900" b="63148"/>
          <a:stretch/>
        </p:blipFill>
        <p:spPr>
          <a:xfrm>
            <a:off x="4071257" y="1"/>
            <a:ext cx="8117568" cy="227083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2" name="Title 1">
            <a:extLst>
              <a:ext uri="{FF2B5EF4-FFF2-40B4-BE49-F238E27FC236}">
                <a16:creationId xmlns:a16="http://schemas.microsoft.com/office/drawing/2014/main" id="{9D6F8A10-1934-BB19-044A-7EE3D80C4E13}"/>
              </a:ext>
            </a:extLst>
          </p:cNvPr>
          <p:cNvSpPr>
            <a:spLocks noGrp="1"/>
          </p:cNvSpPr>
          <p:nvPr>
            <p:ph type="title"/>
          </p:nvPr>
        </p:nvSpPr>
        <p:spPr>
          <a:xfrm>
            <a:off x="1030288" y="609600"/>
            <a:ext cx="10131425" cy="856735"/>
          </a:xfrm>
        </p:spPr>
        <p:txBody>
          <a:bodyPr>
            <a:normAutofit/>
          </a:bodyPr>
          <a:lstStyle/>
          <a:p>
            <a:pPr algn="ctr"/>
            <a:r>
              <a:rPr lang="en-AU" dirty="0">
                <a:solidFill>
                  <a:schemeClr val="bg1"/>
                </a:solidFill>
              </a:rPr>
              <a:t>Develop an argument</a:t>
            </a:r>
          </a:p>
        </p:txBody>
      </p:sp>
      <p:sp>
        <p:nvSpPr>
          <p:cNvPr id="17" name="Content Placeholder 2">
            <a:extLst>
              <a:ext uri="{FF2B5EF4-FFF2-40B4-BE49-F238E27FC236}">
                <a16:creationId xmlns:a16="http://schemas.microsoft.com/office/drawing/2014/main" id="{C3261A74-3086-C9B9-B4F8-EF923D6BE088}"/>
              </a:ext>
            </a:extLst>
          </p:cNvPr>
          <p:cNvSpPr>
            <a:spLocks noGrp="1"/>
          </p:cNvSpPr>
          <p:nvPr>
            <p:ph idx="1"/>
          </p:nvPr>
        </p:nvSpPr>
        <p:spPr>
          <a:xfrm>
            <a:off x="677564" y="2270839"/>
            <a:ext cx="10097529" cy="4365396"/>
          </a:xfrm>
        </p:spPr>
        <p:txBody>
          <a:bodyPr anchor="t">
            <a:normAutofit/>
          </a:bodyPr>
          <a:lstStyle/>
          <a:p>
            <a:pPr marL="0" indent="0">
              <a:spcAft>
                <a:spcPts val="1200"/>
              </a:spcAft>
              <a:buNone/>
            </a:pPr>
            <a:r>
              <a:rPr lang="en-AU" sz="2400" b="1" dirty="0"/>
              <a:t>What ideas in the story relate to the contention?</a:t>
            </a:r>
          </a:p>
          <a:p>
            <a:pPr marL="0" indent="0">
              <a:spcAft>
                <a:spcPts val="1200"/>
              </a:spcAft>
              <a:buNone/>
            </a:pPr>
            <a:endParaRPr lang="en-AU" sz="2400" b="1" dirty="0"/>
          </a:p>
          <a:p>
            <a:pPr marL="0" indent="0">
              <a:spcAft>
                <a:spcPts val="1200"/>
              </a:spcAft>
              <a:buNone/>
            </a:pPr>
            <a:endParaRPr lang="en-AU" sz="2400" b="1" dirty="0"/>
          </a:p>
          <a:p>
            <a:pPr marL="715963" indent="-263525">
              <a:spcBef>
                <a:spcPts val="1200"/>
              </a:spcBef>
              <a:spcAft>
                <a:spcPts val="0"/>
              </a:spcAft>
            </a:pPr>
            <a:r>
              <a:rPr lang="en-AU" sz="2400" i="1" dirty="0">
                <a:solidFill>
                  <a:schemeClr val="tx2"/>
                </a:solidFill>
              </a:rPr>
              <a:t>The stories in Jimmie’s book help her to remember her mother.</a:t>
            </a:r>
          </a:p>
          <a:p>
            <a:pPr marL="715963" indent="-263525">
              <a:spcBef>
                <a:spcPts val="1200"/>
              </a:spcBef>
              <a:spcAft>
                <a:spcPts val="0"/>
              </a:spcAft>
            </a:pPr>
            <a:r>
              <a:rPr lang="en-AU" sz="2400" i="1" dirty="0">
                <a:solidFill>
                  <a:schemeClr val="tx2"/>
                </a:solidFill>
              </a:rPr>
              <a:t>The story of Oto and Anka help Jimmie understand her family’s past.</a:t>
            </a:r>
          </a:p>
          <a:p>
            <a:pPr marL="715963" indent="-263525">
              <a:spcBef>
                <a:spcPts val="1200"/>
              </a:spcBef>
              <a:spcAft>
                <a:spcPts val="0"/>
              </a:spcAft>
            </a:pPr>
            <a:r>
              <a:rPr lang="en-AU" sz="2400" i="1" dirty="0">
                <a:solidFill>
                  <a:schemeClr val="tx2"/>
                </a:solidFill>
              </a:rPr>
              <a:t>Maa’s “listen now” stories</a:t>
            </a:r>
            <a:r>
              <a:rPr lang="en-AU" sz="2400" b="1" i="1" dirty="0">
                <a:solidFill>
                  <a:schemeClr val="tx2"/>
                </a:solidFill>
              </a:rPr>
              <a:t> </a:t>
            </a:r>
            <a:r>
              <a:rPr lang="en-AU" sz="2400" i="1" dirty="0">
                <a:solidFill>
                  <a:schemeClr val="tx2"/>
                </a:solidFill>
              </a:rPr>
              <a:t>teach Subhi about Rohingya life and culture</a:t>
            </a:r>
          </a:p>
          <a:p>
            <a:pPr marL="715963" indent="-263525">
              <a:spcBef>
                <a:spcPts val="1200"/>
              </a:spcBef>
              <a:spcAft>
                <a:spcPts val="0"/>
              </a:spcAft>
            </a:pPr>
            <a:r>
              <a:rPr lang="en-AU" sz="2400" i="1" dirty="0">
                <a:solidFill>
                  <a:schemeClr val="tx2"/>
                </a:solidFill>
              </a:rPr>
              <a:t>Subhi creates his own stories to imagine a past he doesn’t understand, because “sometimes memories have to be made.”</a:t>
            </a:r>
          </a:p>
          <a:p>
            <a:pPr marL="0" indent="0">
              <a:spcAft>
                <a:spcPts val="1200"/>
              </a:spcAft>
              <a:buNone/>
            </a:pPr>
            <a:endParaRPr lang="en-AU" sz="2400" b="1" dirty="0"/>
          </a:p>
          <a:p>
            <a:pPr marL="0" indent="0">
              <a:spcAft>
                <a:spcPts val="1200"/>
              </a:spcAft>
              <a:buNone/>
            </a:pPr>
            <a:endParaRPr lang="en-AU" sz="2400" i="1" dirty="0">
              <a:solidFill>
                <a:schemeClr val="accent3">
                  <a:lumMod val="50000"/>
                </a:schemeClr>
              </a:solidFill>
            </a:endParaRPr>
          </a:p>
          <a:p>
            <a:pPr marL="0" indent="0">
              <a:spcAft>
                <a:spcPts val="1200"/>
              </a:spcAft>
              <a:buNone/>
            </a:pPr>
            <a:endParaRPr lang="en-AU" sz="2400" i="1" dirty="0">
              <a:solidFill>
                <a:schemeClr val="accent3">
                  <a:lumMod val="50000"/>
                </a:schemeClr>
              </a:solidFill>
            </a:endParaRPr>
          </a:p>
          <a:p>
            <a:pPr marL="0" indent="0">
              <a:spcAft>
                <a:spcPts val="0"/>
              </a:spcAft>
              <a:buNone/>
            </a:pPr>
            <a:endParaRPr lang="en-AU" sz="2400" i="1" dirty="0">
              <a:solidFill>
                <a:schemeClr val="accent3">
                  <a:lumMod val="50000"/>
                </a:schemeClr>
              </a:solidFill>
            </a:endParaRPr>
          </a:p>
        </p:txBody>
      </p:sp>
      <p:sp>
        <p:nvSpPr>
          <p:cNvPr id="21" name="Content Placeholder 2">
            <a:extLst>
              <a:ext uri="{FF2B5EF4-FFF2-40B4-BE49-F238E27FC236}">
                <a16:creationId xmlns:a16="http://schemas.microsoft.com/office/drawing/2014/main" id="{F4D0C145-1DBC-F5F9-B227-7FFA7BB66428}"/>
              </a:ext>
            </a:extLst>
          </p:cNvPr>
          <p:cNvSpPr txBox="1">
            <a:spLocks/>
          </p:cNvSpPr>
          <p:nvPr/>
        </p:nvSpPr>
        <p:spPr>
          <a:xfrm>
            <a:off x="5634681" y="2965622"/>
            <a:ext cx="5527033" cy="3534032"/>
          </a:xfrm>
          <a:prstGeom prst="rect">
            <a:avLst/>
          </a:prstGeom>
        </p:spPr>
        <p:txBody>
          <a:bodyPr vert="horz" lIns="91440" tIns="45720" rIns="91440" bIns="45720" rtlCol="0" anchor="t">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spcAft>
                <a:spcPts val="1200"/>
              </a:spcAft>
              <a:buFont typeface="Arial"/>
              <a:buNone/>
            </a:pPr>
            <a:endParaRPr lang="en-AU" sz="2400" i="1" dirty="0"/>
          </a:p>
        </p:txBody>
      </p:sp>
      <p:sp>
        <p:nvSpPr>
          <p:cNvPr id="3" name="Rectangle: Rounded Corners 2">
            <a:extLst>
              <a:ext uri="{FF2B5EF4-FFF2-40B4-BE49-F238E27FC236}">
                <a16:creationId xmlns:a16="http://schemas.microsoft.com/office/drawing/2014/main" id="{C49CE1A2-1D2C-1E11-A040-B5566367882B}"/>
              </a:ext>
            </a:extLst>
          </p:cNvPr>
          <p:cNvSpPr/>
          <p:nvPr/>
        </p:nvSpPr>
        <p:spPr>
          <a:xfrm>
            <a:off x="1178568" y="2840368"/>
            <a:ext cx="9460128" cy="9535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2400" dirty="0">
                <a:solidFill>
                  <a:schemeClr val="tx1"/>
                </a:solidFill>
              </a:rPr>
              <a:t>For the characters in </a:t>
            </a:r>
            <a:r>
              <a:rPr lang="en-AU" sz="2400" i="1" dirty="0">
                <a:solidFill>
                  <a:schemeClr val="tx1"/>
                </a:solidFill>
              </a:rPr>
              <a:t>The Bone Sparrow</a:t>
            </a:r>
            <a:r>
              <a:rPr lang="en-AU" sz="2400" dirty="0">
                <a:solidFill>
                  <a:schemeClr val="tx1"/>
                </a:solidFill>
              </a:rPr>
              <a:t>, stories are a way of keeping the memories of the past alive.</a:t>
            </a:r>
            <a:endParaRPr lang="en-AU" sz="2400" i="1" dirty="0">
              <a:solidFill>
                <a:schemeClr val="tx1"/>
              </a:solidFill>
            </a:endParaRPr>
          </a:p>
        </p:txBody>
      </p:sp>
    </p:spTree>
    <p:extLst>
      <p:ext uri="{BB962C8B-B14F-4D97-AF65-F5344CB8AC3E}">
        <p14:creationId xmlns:p14="http://schemas.microsoft.com/office/powerpoint/2010/main" val="1250387885"/>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C6A231D-5859-C359-EAFC-F0E9CBAB49D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C08AFE-FEFD-0474-52BD-11F5022AFE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0328B24-E8DC-8C1F-8437-EBFD1E1FC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083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solidFill>
            <a:schemeClr val="tx2"/>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12" name="Picture 11">
            <a:extLst>
              <a:ext uri="{FF2B5EF4-FFF2-40B4-BE49-F238E27FC236}">
                <a16:creationId xmlns:a16="http://schemas.microsoft.com/office/drawing/2014/main" id="{2030BB54-77EE-9960-F28F-31650A4A7DA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25900" b="63148"/>
          <a:stretch/>
        </p:blipFill>
        <p:spPr>
          <a:xfrm>
            <a:off x="4071257" y="1"/>
            <a:ext cx="8117568" cy="227083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2" name="Title 1">
            <a:extLst>
              <a:ext uri="{FF2B5EF4-FFF2-40B4-BE49-F238E27FC236}">
                <a16:creationId xmlns:a16="http://schemas.microsoft.com/office/drawing/2014/main" id="{93781522-1524-80E6-CB2A-0C02E929D55A}"/>
              </a:ext>
            </a:extLst>
          </p:cNvPr>
          <p:cNvSpPr>
            <a:spLocks noGrp="1"/>
          </p:cNvSpPr>
          <p:nvPr>
            <p:ph type="title"/>
          </p:nvPr>
        </p:nvSpPr>
        <p:spPr>
          <a:xfrm>
            <a:off x="1030288" y="609600"/>
            <a:ext cx="10131425" cy="856735"/>
          </a:xfrm>
        </p:spPr>
        <p:txBody>
          <a:bodyPr>
            <a:normAutofit/>
          </a:bodyPr>
          <a:lstStyle/>
          <a:p>
            <a:pPr algn="ctr"/>
            <a:r>
              <a:rPr lang="en-AU" dirty="0">
                <a:solidFill>
                  <a:schemeClr val="bg1"/>
                </a:solidFill>
              </a:rPr>
              <a:t>Develop an argument</a:t>
            </a:r>
          </a:p>
        </p:txBody>
      </p:sp>
      <p:sp>
        <p:nvSpPr>
          <p:cNvPr id="17" name="Content Placeholder 2">
            <a:extLst>
              <a:ext uri="{FF2B5EF4-FFF2-40B4-BE49-F238E27FC236}">
                <a16:creationId xmlns:a16="http://schemas.microsoft.com/office/drawing/2014/main" id="{2140DFAD-F0E4-872F-D4AB-2807912E4ED9}"/>
              </a:ext>
            </a:extLst>
          </p:cNvPr>
          <p:cNvSpPr>
            <a:spLocks noGrp="1"/>
          </p:cNvSpPr>
          <p:nvPr>
            <p:ph idx="1"/>
          </p:nvPr>
        </p:nvSpPr>
        <p:spPr>
          <a:xfrm>
            <a:off x="677565" y="2270839"/>
            <a:ext cx="7532396" cy="4365395"/>
          </a:xfrm>
        </p:spPr>
        <p:txBody>
          <a:bodyPr anchor="t">
            <a:normAutofit fontScale="92500" lnSpcReduction="20000"/>
          </a:bodyPr>
          <a:lstStyle/>
          <a:p>
            <a:pPr marL="0" indent="0">
              <a:spcAft>
                <a:spcPts val="1200"/>
              </a:spcAft>
              <a:buNone/>
            </a:pPr>
            <a:r>
              <a:rPr lang="en-AU" sz="2400" b="1" dirty="0"/>
              <a:t>Luckily for you, you don’t need to choose.</a:t>
            </a:r>
            <a:endParaRPr lang="en-AU" sz="2400" dirty="0"/>
          </a:p>
          <a:p>
            <a:pPr marL="0" indent="0">
              <a:spcAft>
                <a:spcPts val="1200"/>
              </a:spcAft>
              <a:buNone/>
            </a:pPr>
            <a:r>
              <a:rPr lang="en-AU" sz="2400" dirty="0"/>
              <a:t>Your argument has been prepared for you. Those ideas have been turned into a series of claims.</a:t>
            </a:r>
          </a:p>
          <a:p>
            <a:pPr marL="625475" indent="-444500">
              <a:spcAft>
                <a:spcPts val="1200"/>
              </a:spcAft>
              <a:buFont typeface="+mj-lt"/>
              <a:buAutoNum type="arabicPeriod"/>
            </a:pPr>
            <a:r>
              <a:rPr lang="en-AU" sz="2400" i="1" dirty="0">
                <a:solidFill>
                  <a:schemeClr val="tx2"/>
                </a:solidFill>
              </a:rPr>
              <a:t>For Subhi, Maa’s “listen now” stories allow him to connect with his culture and history.</a:t>
            </a:r>
          </a:p>
          <a:p>
            <a:pPr marL="625475" indent="-444500">
              <a:spcAft>
                <a:spcPts val="1200"/>
              </a:spcAft>
              <a:buFont typeface="+mj-lt"/>
              <a:buAutoNum type="arabicPeriod"/>
            </a:pPr>
            <a:r>
              <a:rPr lang="en-AU" sz="2400" i="1" dirty="0">
                <a:solidFill>
                  <a:schemeClr val="tx2"/>
                </a:solidFill>
              </a:rPr>
              <a:t>Jimmie’s stories allow her to remember her mother, and they bring Jimmie and Subhi closer together.</a:t>
            </a:r>
          </a:p>
          <a:p>
            <a:pPr marL="625475" indent="-444500">
              <a:spcAft>
                <a:spcPts val="1200"/>
              </a:spcAft>
              <a:buFont typeface="+mj-lt"/>
              <a:buAutoNum type="arabicPeriod"/>
            </a:pPr>
            <a:r>
              <a:rPr lang="en-AU" sz="2400" i="1" dirty="0">
                <a:solidFill>
                  <a:schemeClr val="tx2"/>
                </a:solidFill>
              </a:rPr>
              <a:t>Subhi creates his own stories because he doesn’t understand his past.</a:t>
            </a:r>
          </a:p>
          <a:p>
            <a:pPr marL="625475" indent="-444500">
              <a:spcAft>
                <a:spcPts val="0"/>
              </a:spcAft>
              <a:buNone/>
            </a:pPr>
            <a:r>
              <a:rPr lang="en-AU" sz="2400" b="1" i="1" dirty="0">
                <a:solidFill>
                  <a:schemeClr val="tx2"/>
                </a:solidFill>
              </a:rPr>
              <a:t>Therefore</a:t>
            </a:r>
            <a:r>
              <a:rPr lang="en-AU" sz="2400" i="1" dirty="0">
                <a:solidFill>
                  <a:schemeClr val="tx2"/>
                </a:solidFill>
              </a:rPr>
              <a:t>, for characters in </a:t>
            </a:r>
            <a:r>
              <a:rPr lang="en-AU" sz="2400" i="1" u="sng" dirty="0">
                <a:solidFill>
                  <a:schemeClr val="tx2"/>
                </a:solidFill>
              </a:rPr>
              <a:t>The Bone Sparrow</a:t>
            </a:r>
            <a:r>
              <a:rPr lang="en-AU" sz="2400" i="1" dirty="0">
                <a:solidFill>
                  <a:schemeClr val="tx2"/>
                </a:solidFill>
              </a:rPr>
              <a:t>, stories can be a way of connecting with the past, while imagination allows us to find hope for the future.</a:t>
            </a:r>
            <a:endParaRPr lang="en-AU" sz="2400" i="1" dirty="0">
              <a:solidFill>
                <a:schemeClr val="accent3">
                  <a:lumMod val="50000"/>
                </a:schemeClr>
              </a:solidFill>
            </a:endParaRPr>
          </a:p>
        </p:txBody>
      </p:sp>
      <p:sp>
        <p:nvSpPr>
          <p:cNvPr id="21" name="Content Placeholder 2">
            <a:extLst>
              <a:ext uri="{FF2B5EF4-FFF2-40B4-BE49-F238E27FC236}">
                <a16:creationId xmlns:a16="http://schemas.microsoft.com/office/drawing/2014/main" id="{CB5A065D-1361-04BA-C667-E31EC951E28B}"/>
              </a:ext>
            </a:extLst>
          </p:cNvPr>
          <p:cNvSpPr txBox="1">
            <a:spLocks/>
          </p:cNvSpPr>
          <p:nvPr/>
        </p:nvSpPr>
        <p:spPr>
          <a:xfrm>
            <a:off x="5634681" y="2965622"/>
            <a:ext cx="5527033" cy="3534032"/>
          </a:xfrm>
          <a:prstGeom prst="rect">
            <a:avLst/>
          </a:prstGeom>
        </p:spPr>
        <p:txBody>
          <a:bodyPr vert="horz" lIns="91440" tIns="45720" rIns="91440" bIns="45720" rtlCol="0" anchor="t">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spcAft>
                <a:spcPts val="1200"/>
              </a:spcAft>
              <a:buFont typeface="Arial"/>
              <a:buNone/>
            </a:pPr>
            <a:endParaRPr lang="en-AU" sz="2400" i="1" dirty="0"/>
          </a:p>
        </p:txBody>
      </p:sp>
      <p:sp>
        <p:nvSpPr>
          <p:cNvPr id="3" name="Rectangle: Rounded Corners 2">
            <a:extLst>
              <a:ext uri="{FF2B5EF4-FFF2-40B4-BE49-F238E27FC236}">
                <a16:creationId xmlns:a16="http://schemas.microsoft.com/office/drawing/2014/main" id="{51CB586E-A9C8-BD27-114F-54D146E59DE7}"/>
              </a:ext>
            </a:extLst>
          </p:cNvPr>
          <p:cNvSpPr/>
          <p:nvPr/>
        </p:nvSpPr>
        <p:spPr>
          <a:xfrm>
            <a:off x="8562682" y="2348112"/>
            <a:ext cx="3276597" cy="30521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900"/>
              </a:spcAft>
            </a:pPr>
            <a:r>
              <a:rPr lang="en-AU" dirty="0">
                <a:solidFill>
                  <a:schemeClr val="tx1"/>
                </a:solidFill>
              </a:rPr>
              <a:t>Remember what we’ve learnt about </a:t>
            </a:r>
            <a:r>
              <a:rPr lang="en-AU" b="1" dirty="0">
                <a:solidFill>
                  <a:schemeClr val="tx1"/>
                </a:solidFill>
              </a:rPr>
              <a:t>claims</a:t>
            </a:r>
            <a:r>
              <a:rPr lang="en-AU" dirty="0">
                <a:solidFill>
                  <a:schemeClr val="tx1"/>
                </a:solidFill>
              </a:rPr>
              <a:t>:</a:t>
            </a:r>
          </a:p>
          <a:p>
            <a:pPr>
              <a:spcAft>
                <a:spcPts val="900"/>
              </a:spcAft>
            </a:pPr>
            <a:r>
              <a:rPr lang="en-AU" i="1" dirty="0">
                <a:solidFill>
                  <a:schemeClr val="tx2"/>
                </a:solidFill>
              </a:rPr>
              <a:t>A </a:t>
            </a:r>
            <a:r>
              <a:rPr lang="en-AU" b="1" i="1" dirty="0">
                <a:solidFill>
                  <a:schemeClr val="tx2"/>
                </a:solidFill>
              </a:rPr>
              <a:t>claim</a:t>
            </a:r>
            <a:r>
              <a:rPr lang="en-AU" i="1" dirty="0">
                <a:solidFill>
                  <a:schemeClr val="tx2"/>
                </a:solidFill>
              </a:rPr>
              <a:t> is a statement that you will make that you can prove using evidence.</a:t>
            </a:r>
          </a:p>
          <a:p>
            <a:pPr>
              <a:spcAft>
                <a:spcPts val="900"/>
              </a:spcAft>
            </a:pPr>
            <a:r>
              <a:rPr lang="en-AU" i="1" dirty="0">
                <a:solidFill>
                  <a:schemeClr val="tx2"/>
                </a:solidFill>
              </a:rPr>
              <a:t>Your </a:t>
            </a:r>
            <a:r>
              <a:rPr lang="en-AU" b="1" i="1" dirty="0">
                <a:solidFill>
                  <a:schemeClr val="tx2"/>
                </a:solidFill>
              </a:rPr>
              <a:t>claims</a:t>
            </a:r>
            <a:r>
              <a:rPr lang="en-AU" i="1" dirty="0">
                <a:solidFill>
                  <a:schemeClr val="tx2"/>
                </a:solidFill>
              </a:rPr>
              <a:t> must help support your conclusion.</a:t>
            </a:r>
          </a:p>
        </p:txBody>
      </p:sp>
    </p:spTree>
    <p:extLst>
      <p:ext uri="{BB962C8B-B14F-4D97-AF65-F5344CB8AC3E}">
        <p14:creationId xmlns:p14="http://schemas.microsoft.com/office/powerpoint/2010/main" val="363823506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E2AFF0-0440-4F06-B1DF-78376F2D68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1AB6B45E-632E-4C37-A285-6FAD80F71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
            <a:ext cx="4125976" cy="6858002"/>
          </a:xfrm>
          <a:custGeom>
            <a:avLst/>
            <a:gdLst>
              <a:gd name="connsiteX0" fmla="*/ 4125976 w 4125976"/>
              <a:gd name="connsiteY0" fmla="*/ 0 h 6858002"/>
              <a:gd name="connsiteX1" fmla="*/ 1300393 w 4125976"/>
              <a:gd name="connsiteY1" fmla="*/ 0 h 6858002"/>
              <a:gd name="connsiteX2" fmla="*/ 1300393 w 4125976"/>
              <a:gd name="connsiteY2" fmla="*/ 2 h 6858002"/>
              <a:gd name="connsiteX3" fmla="*/ 1155520 w 4125976"/>
              <a:gd name="connsiteY3" fmla="*/ 2 h 6858002"/>
              <a:gd name="connsiteX4" fmla="*/ 1074856 w 4125976"/>
              <a:gd name="connsiteY4" fmla="*/ 88573 h 6858002"/>
              <a:gd name="connsiteX5" fmla="*/ 0 w 4125976"/>
              <a:gd name="connsiteY5" fmla="*/ 3396600 h 6858002"/>
              <a:gd name="connsiteX6" fmla="*/ 1222540 w 4125976"/>
              <a:gd name="connsiteY6" fmla="*/ 6858002 h 6858002"/>
              <a:gd name="connsiteX7" fmla="*/ 4125598 w 4125976"/>
              <a:gd name="connsiteY7" fmla="*/ 6858002 h 6858002"/>
              <a:gd name="connsiteX8" fmla="*/ 4125976 w 4125976"/>
              <a:gd name="connsiteY8" fmla="*/ 685760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5976" h="6858002">
                <a:moveTo>
                  <a:pt x="4125976" y="0"/>
                </a:moveTo>
                <a:lnTo>
                  <a:pt x="1300393" y="0"/>
                </a:lnTo>
                <a:lnTo>
                  <a:pt x="1300393" y="2"/>
                </a:lnTo>
                <a:lnTo>
                  <a:pt x="1155520" y="2"/>
                </a:lnTo>
                <a:lnTo>
                  <a:pt x="1074856" y="88573"/>
                </a:lnTo>
                <a:cubicBezTo>
                  <a:pt x="422987" y="841260"/>
                  <a:pt x="0" y="2042663"/>
                  <a:pt x="0" y="3396600"/>
                </a:cubicBezTo>
                <a:cubicBezTo>
                  <a:pt x="0" y="4846647"/>
                  <a:pt x="488259" y="6121285"/>
                  <a:pt x="1222540" y="6858002"/>
                </a:cubicBezTo>
                <a:cubicBezTo>
                  <a:pt x="4125598" y="6858002"/>
                  <a:pt x="4125598" y="6858002"/>
                  <a:pt x="4125598" y="6858002"/>
                </a:cubicBezTo>
                <a:lnTo>
                  <a:pt x="4125976" y="6857600"/>
                </a:lnTo>
                <a:close/>
              </a:path>
            </a:pathLst>
          </a:custGeom>
          <a:blipFill dpi="0" rotWithShape="1">
            <a:blip r:embed="rId2"/>
            <a:srcRect/>
            <a:tile tx="0" ty="0" sx="100000" sy="100000" flip="none" algn="tl"/>
          </a:blipFill>
          <a:ln>
            <a:noFill/>
          </a:ln>
        </p:spPr>
        <p:style>
          <a:lnRef idx="2">
            <a:schemeClr val="accent1">
              <a:shade val="50000"/>
            </a:schemeClr>
          </a:lnRef>
          <a:fillRef idx="1003">
            <a:schemeClr val="l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F8C4D8D-CFEC-C8FB-C175-49F5A66837B4}"/>
              </a:ext>
            </a:extLst>
          </p:cNvPr>
          <p:cNvSpPr>
            <a:spLocks noGrp="1"/>
          </p:cNvSpPr>
          <p:nvPr>
            <p:ph type="title"/>
          </p:nvPr>
        </p:nvSpPr>
        <p:spPr>
          <a:xfrm>
            <a:off x="685801" y="643466"/>
            <a:ext cx="2790567" cy="4995333"/>
          </a:xfrm>
        </p:spPr>
        <p:txBody>
          <a:bodyPr>
            <a:normAutofit/>
          </a:bodyPr>
          <a:lstStyle/>
          <a:p>
            <a:r>
              <a:rPr lang="en-AU" sz="4000" dirty="0">
                <a:solidFill>
                  <a:srgbClr val="FFFFFF"/>
                </a:solidFill>
              </a:rPr>
              <a:t>Continue planning</a:t>
            </a:r>
          </a:p>
        </p:txBody>
      </p:sp>
      <p:sp>
        <p:nvSpPr>
          <p:cNvPr id="6" name="Content Placeholder 5">
            <a:extLst>
              <a:ext uri="{FF2B5EF4-FFF2-40B4-BE49-F238E27FC236}">
                <a16:creationId xmlns:a16="http://schemas.microsoft.com/office/drawing/2014/main" id="{73FDA769-9F15-A282-33D3-F716019024E1}"/>
              </a:ext>
            </a:extLst>
          </p:cNvPr>
          <p:cNvSpPr>
            <a:spLocks noGrp="1"/>
          </p:cNvSpPr>
          <p:nvPr>
            <p:ph idx="1"/>
          </p:nvPr>
        </p:nvSpPr>
        <p:spPr>
          <a:xfrm>
            <a:off x="4572000" y="906391"/>
            <a:ext cx="6853881" cy="5222560"/>
          </a:xfrm>
        </p:spPr>
        <p:txBody>
          <a:bodyPr>
            <a:normAutofit/>
          </a:bodyPr>
          <a:lstStyle/>
          <a:p>
            <a:pPr marL="0" indent="0">
              <a:buNone/>
            </a:pPr>
            <a:r>
              <a:rPr lang="en-AU" sz="2000" dirty="0"/>
              <a:t>Now it is time to practise what we’ve learnt in this unit.</a:t>
            </a:r>
          </a:p>
          <a:p>
            <a:pPr marL="0" indent="0">
              <a:buNone/>
            </a:pPr>
            <a:endParaRPr lang="en-AU" sz="2000" dirty="0"/>
          </a:p>
          <a:p>
            <a:pPr marL="0" indent="0">
              <a:buNone/>
            </a:pPr>
            <a:r>
              <a:rPr lang="en-AU" sz="2000" dirty="0">
                <a:solidFill>
                  <a:schemeClr val="tx2"/>
                </a:solidFill>
              </a:rPr>
              <a:t>For </a:t>
            </a:r>
            <a:r>
              <a:rPr lang="en-AU" sz="2000" b="1" dirty="0">
                <a:solidFill>
                  <a:schemeClr val="tx2"/>
                </a:solidFill>
              </a:rPr>
              <a:t>each</a:t>
            </a:r>
            <a:r>
              <a:rPr lang="en-AU" sz="2000" dirty="0">
                <a:solidFill>
                  <a:schemeClr val="tx2"/>
                </a:solidFill>
              </a:rPr>
              <a:t> </a:t>
            </a:r>
            <a:r>
              <a:rPr lang="en-AU" sz="2000" b="1" dirty="0">
                <a:solidFill>
                  <a:schemeClr val="tx2"/>
                </a:solidFill>
              </a:rPr>
              <a:t>claim</a:t>
            </a:r>
            <a:r>
              <a:rPr lang="en-AU" sz="2000" dirty="0">
                <a:solidFill>
                  <a:schemeClr val="tx2"/>
                </a:solidFill>
              </a:rPr>
              <a:t>, you must:</a:t>
            </a:r>
          </a:p>
          <a:p>
            <a:pPr marL="534988" indent="-342900">
              <a:buAutoNum type="arabicPeriod"/>
            </a:pPr>
            <a:r>
              <a:rPr lang="en-AU" sz="2000" b="1" dirty="0">
                <a:solidFill>
                  <a:schemeClr val="tx2"/>
                </a:solidFill>
              </a:rPr>
              <a:t>Explain an idea </a:t>
            </a:r>
            <a:r>
              <a:rPr lang="en-AU" sz="2000" dirty="0">
                <a:solidFill>
                  <a:schemeClr val="tx2"/>
                </a:solidFill>
              </a:rPr>
              <a:t>from the book</a:t>
            </a:r>
          </a:p>
          <a:p>
            <a:pPr marL="534988" indent="-342900">
              <a:buAutoNum type="arabicPeriod"/>
            </a:pPr>
            <a:r>
              <a:rPr lang="en-AU" sz="2000" b="1" dirty="0">
                <a:solidFill>
                  <a:schemeClr val="tx2"/>
                </a:solidFill>
              </a:rPr>
              <a:t>Find evidence </a:t>
            </a:r>
            <a:r>
              <a:rPr lang="en-AU" sz="2000" dirty="0">
                <a:solidFill>
                  <a:schemeClr val="tx2"/>
                </a:solidFill>
              </a:rPr>
              <a:t>that demonstrates that idea</a:t>
            </a:r>
          </a:p>
          <a:p>
            <a:pPr marL="534988" indent="-342900">
              <a:buAutoNum type="arabicPeriod"/>
            </a:pPr>
            <a:r>
              <a:rPr lang="en-AU" sz="2000" b="1" dirty="0">
                <a:solidFill>
                  <a:schemeClr val="tx2"/>
                </a:solidFill>
              </a:rPr>
              <a:t>Practice embedding </a:t>
            </a:r>
            <a:r>
              <a:rPr lang="en-AU" sz="2000" dirty="0">
                <a:solidFill>
                  <a:schemeClr val="tx2"/>
                </a:solidFill>
              </a:rPr>
              <a:t>the evidence in your explanation using full sentences.</a:t>
            </a:r>
          </a:p>
          <a:p>
            <a:pPr marL="534988" indent="-342900">
              <a:buAutoNum type="arabicPeriod"/>
            </a:pPr>
            <a:r>
              <a:rPr lang="en-AU" sz="2000" dirty="0">
                <a:solidFill>
                  <a:schemeClr val="tx2"/>
                </a:solidFill>
              </a:rPr>
              <a:t>Explain the idea from a different perspective. Find and embed more evidence.</a:t>
            </a:r>
          </a:p>
          <a:p>
            <a:pPr marL="534988" indent="-342900">
              <a:buAutoNum type="arabicPeriod"/>
            </a:pPr>
            <a:r>
              <a:rPr lang="en-AU" sz="2000" b="1" dirty="0">
                <a:solidFill>
                  <a:schemeClr val="tx2"/>
                </a:solidFill>
              </a:rPr>
              <a:t>Summarise the ideas </a:t>
            </a:r>
            <a:r>
              <a:rPr lang="en-AU" sz="2000" dirty="0">
                <a:solidFill>
                  <a:schemeClr val="tx2"/>
                </a:solidFill>
              </a:rPr>
              <a:t>in a final sentence.</a:t>
            </a:r>
          </a:p>
          <a:p>
            <a:pPr marL="192088" indent="0">
              <a:buNone/>
            </a:pPr>
            <a:endParaRPr lang="en-AU" sz="2000" dirty="0">
              <a:solidFill>
                <a:schemeClr val="tx2"/>
              </a:solidFill>
            </a:endParaRPr>
          </a:p>
          <a:p>
            <a:pPr marL="0" indent="0">
              <a:buNone/>
            </a:pPr>
            <a:r>
              <a:rPr lang="en-AU" sz="2000" b="1" dirty="0"/>
              <a:t>Return now to your planning booklet to complete this step.</a:t>
            </a:r>
          </a:p>
        </p:txBody>
      </p:sp>
    </p:spTree>
    <p:extLst>
      <p:ext uri="{BB962C8B-B14F-4D97-AF65-F5344CB8AC3E}">
        <p14:creationId xmlns:p14="http://schemas.microsoft.com/office/powerpoint/2010/main" val="2573289180"/>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4E8DE-1101-E39D-C939-925AA9571F23}"/>
              </a:ext>
            </a:extLst>
          </p:cNvPr>
          <p:cNvSpPr>
            <a:spLocks noGrp="1"/>
          </p:cNvSpPr>
          <p:nvPr>
            <p:ph type="title"/>
          </p:nvPr>
        </p:nvSpPr>
        <p:spPr/>
        <p:txBody>
          <a:bodyPr/>
          <a:lstStyle/>
          <a:p>
            <a:pPr algn="ctr"/>
            <a:r>
              <a:rPr lang="en-AU" b="1" dirty="0"/>
              <a:t>Writing the essay!</a:t>
            </a:r>
          </a:p>
        </p:txBody>
      </p:sp>
      <p:sp>
        <p:nvSpPr>
          <p:cNvPr id="3" name="Content Placeholder 2">
            <a:extLst>
              <a:ext uri="{FF2B5EF4-FFF2-40B4-BE49-F238E27FC236}">
                <a16:creationId xmlns:a16="http://schemas.microsoft.com/office/drawing/2014/main" id="{A88AF2A4-2B08-DE7F-6551-1A0C4EE0ED2B}"/>
              </a:ext>
            </a:extLst>
          </p:cNvPr>
          <p:cNvSpPr>
            <a:spLocks noGrp="1"/>
          </p:cNvSpPr>
          <p:nvPr>
            <p:ph sz="half" idx="1"/>
          </p:nvPr>
        </p:nvSpPr>
        <p:spPr>
          <a:xfrm>
            <a:off x="685802" y="2142067"/>
            <a:ext cx="3564922" cy="3649134"/>
          </a:xfrm>
        </p:spPr>
        <p:txBody>
          <a:bodyPr>
            <a:normAutofit/>
          </a:bodyPr>
          <a:lstStyle/>
          <a:p>
            <a:pPr marL="0" indent="0">
              <a:buNone/>
            </a:pPr>
            <a:r>
              <a:rPr lang="en-AU" sz="2000" b="1" dirty="0"/>
              <a:t>You have now:</a:t>
            </a:r>
          </a:p>
          <a:p>
            <a:r>
              <a:rPr lang="en-AU" sz="2000" dirty="0">
                <a:solidFill>
                  <a:schemeClr val="accent1">
                    <a:lumMod val="40000"/>
                    <a:lumOff val="60000"/>
                  </a:schemeClr>
                </a:solidFill>
              </a:rPr>
              <a:t>Written your ideas to help explain each claim.</a:t>
            </a:r>
          </a:p>
          <a:p>
            <a:r>
              <a:rPr lang="en-AU" sz="2000" dirty="0">
                <a:solidFill>
                  <a:schemeClr val="accent1">
                    <a:lumMod val="40000"/>
                    <a:lumOff val="60000"/>
                  </a:schemeClr>
                </a:solidFill>
              </a:rPr>
              <a:t>Selected the evidence to use in your explanations</a:t>
            </a:r>
          </a:p>
          <a:p>
            <a:r>
              <a:rPr lang="en-AU" sz="2000" dirty="0">
                <a:solidFill>
                  <a:schemeClr val="accent1">
                    <a:lumMod val="40000"/>
                    <a:lumOff val="60000"/>
                  </a:schemeClr>
                </a:solidFill>
              </a:rPr>
              <a:t>Embedded the quotes into your sentences</a:t>
            </a:r>
          </a:p>
        </p:txBody>
      </p:sp>
      <p:sp>
        <p:nvSpPr>
          <p:cNvPr id="4" name="Content Placeholder 3">
            <a:extLst>
              <a:ext uri="{FF2B5EF4-FFF2-40B4-BE49-F238E27FC236}">
                <a16:creationId xmlns:a16="http://schemas.microsoft.com/office/drawing/2014/main" id="{CFAB985A-2ADC-8145-59A4-C17D93C03883}"/>
              </a:ext>
            </a:extLst>
          </p:cNvPr>
          <p:cNvSpPr>
            <a:spLocks noGrp="1"/>
          </p:cNvSpPr>
          <p:nvPr>
            <p:ph sz="half" idx="2"/>
          </p:nvPr>
        </p:nvSpPr>
        <p:spPr>
          <a:xfrm>
            <a:off x="4876800" y="2142067"/>
            <a:ext cx="6629398" cy="3649133"/>
          </a:xfrm>
        </p:spPr>
        <p:txBody>
          <a:bodyPr>
            <a:normAutofit/>
          </a:bodyPr>
          <a:lstStyle/>
          <a:p>
            <a:pPr marL="0" indent="0">
              <a:buNone/>
            </a:pPr>
            <a:r>
              <a:rPr lang="en-AU" sz="2800" b="1" dirty="0"/>
              <a:t>Your next steps are:</a:t>
            </a:r>
          </a:p>
          <a:p>
            <a:r>
              <a:rPr lang="en-AU" sz="2800" dirty="0">
                <a:solidFill>
                  <a:schemeClr val="accent4">
                    <a:lumMod val="40000"/>
                    <a:lumOff val="60000"/>
                  </a:schemeClr>
                </a:solidFill>
              </a:rPr>
              <a:t>Writing an introduction</a:t>
            </a:r>
          </a:p>
          <a:p>
            <a:r>
              <a:rPr lang="en-AU" sz="2800" dirty="0">
                <a:solidFill>
                  <a:schemeClr val="accent4">
                    <a:lumMod val="40000"/>
                    <a:lumOff val="60000"/>
                  </a:schemeClr>
                </a:solidFill>
              </a:rPr>
              <a:t>Writing out your claims and explanations as paragraphs</a:t>
            </a:r>
          </a:p>
          <a:p>
            <a:r>
              <a:rPr lang="en-AU" sz="2800" dirty="0">
                <a:solidFill>
                  <a:schemeClr val="accent4">
                    <a:lumMod val="40000"/>
                    <a:lumOff val="60000"/>
                  </a:schemeClr>
                </a:solidFill>
              </a:rPr>
              <a:t>Writing a conclusion</a:t>
            </a:r>
          </a:p>
        </p:txBody>
      </p:sp>
    </p:spTree>
    <p:extLst>
      <p:ext uri="{BB962C8B-B14F-4D97-AF65-F5344CB8AC3E}">
        <p14:creationId xmlns:p14="http://schemas.microsoft.com/office/powerpoint/2010/main" val="2985050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ADC87639-4D4F-372F-2D7E-98607616429D}"/>
            </a:ext>
          </a:extLst>
        </p:cNvPr>
        <p:cNvGrpSpPr/>
        <p:nvPr/>
      </p:nvGrpSpPr>
      <p:grpSpPr>
        <a:xfrm>
          <a:off x="0" y="0"/>
          <a:ext cx="0" cy="0"/>
          <a:chOff x="0" y="0"/>
          <a:chExt cx="0" cy="0"/>
        </a:xfrm>
      </p:grpSpPr>
      <p:sp>
        <p:nvSpPr>
          <p:cNvPr id="13" name="Freeform: Shape 12">
            <a:extLst>
              <a:ext uri="{FF2B5EF4-FFF2-40B4-BE49-F238E27FC236}">
                <a16:creationId xmlns:a16="http://schemas.microsoft.com/office/drawing/2014/main" id="{326F4F45-8D61-4010-5CAA-A08DDB993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845162" cy="6858000"/>
          </a:xfrm>
          <a:custGeom>
            <a:avLst/>
            <a:gdLst>
              <a:gd name="connsiteX0" fmla="*/ 0 w 8845162"/>
              <a:gd name="connsiteY0" fmla="*/ 0 h 6858000"/>
              <a:gd name="connsiteX1" fmla="*/ 6265248 w 8845162"/>
              <a:gd name="connsiteY1" fmla="*/ 0 h 6858000"/>
              <a:gd name="connsiteX2" fmla="*/ 7537703 w 8845162"/>
              <a:gd name="connsiteY2" fmla="*/ 0 h 6858000"/>
              <a:gd name="connsiteX3" fmla="*/ 8845162 w 8845162"/>
              <a:gd name="connsiteY3" fmla="*/ 0 h 6858000"/>
              <a:gd name="connsiteX4" fmla="*/ 8845162 w 8845162"/>
              <a:gd name="connsiteY4" fmla="*/ 6858000 h 6858000"/>
              <a:gd name="connsiteX5" fmla="*/ 7537703 w 8845162"/>
              <a:gd name="connsiteY5" fmla="*/ 6858000 h 6858000"/>
              <a:gd name="connsiteX6" fmla="*/ 6265248 w 8845162"/>
              <a:gd name="connsiteY6" fmla="*/ 6858000 h 6858000"/>
              <a:gd name="connsiteX7" fmla="*/ 20957 w 8845162"/>
              <a:gd name="connsiteY7" fmla="*/ 6858000 h 6858000"/>
              <a:gd name="connsiteX8" fmla="*/ 46002 w 8845162"/>
              <a:gd name="connsiteY8" fmla="*/ 6702325 h 6858000"/>
              <a:gd name="connsiteX9" fmla="*/ 69870 w 8845162"/>
              <a:gd name="connsiteY9" fmla="*/ 6547334 h 6858000"/>
              <a:gd name="connsiteX10" fmla="*/ 93234 w 8845162"/>
              <a:gd name="connsiteY10" fmla="*/ 6391658 h 6858000"/>
              <a:gd name="connsiteX11" fmla="*/ 113237 w 8845162"/>
              <a:gd name="connsiteY11" fmla="*/ 6235295 h 6858000"/>
              <a:gd name="connsiteX12" fmla="*/ 133409 w 8845162"/>
              <a:gd name="connsiteY12" fmla="*/ 6079619 h 6858000"/>
              <a:gd name="connsiteX13" fmla="*/ 152234 w 8845162"/>
              <a:gd name="connsiteY13" fmla="*/ 5923256 h 6858000"/>
              <a:gd name="connsiteX14" fmla="*/ 168370 w 8845162"/>
              <a:gd name="connsiteY14" fmla="*/ 5768951 h 6858000"/>
              <a:gd name="connsiteX15" fmla="*/ 183667 w 8845162"/>
              <a:gd name="connsiteY15" fmla="*/ 5612589 h 6858000"/>
              <a:gd name="connsiteX16" fmla="*/ 197619 w 8845162"/>
              <a:gd name="connsiteY16" fmla="*/ 5456912 h 6858000"/>
              <a:gd name="connsiteX17" fmla="*/ 209720 w 8845162"/>
              <a:gd name="connsiteY17" fmla="*/ 5303979 h 6858000"/>
              <a:gd name="connsiteX18" fmla="*/ 221823 w 8845162"/>
              <a:gd name="connsiteY18" fmla="*/ 5148988 h 6858000"/>
              <a:gd name="connsiteX19" fmla="*/ 231908 w 8845162"/>
              <a:gd name="connsiteY19" fmla="*/ 4996055 h 6858000"/>
              <a:gd name="connsiteX20" fmla="*/ 239808 w 8845162"/>
              <a:gd name="connsiteY20" fmla="*/ 4843121 h 6858000"/>
              <a:gd name="connsiteX21" fmla="*/ 248045 w 8845162"/>
              <a:gd name="connsiteY21" fmla="*/ 4690874 h 6858000"/>
              <a:gd name="connsiteX22" fmla="*/ 254936 w 8845162"/>
              <a:gd name="connsiteY22" fmla="*/ 4539998 h 6858000"/>
              <a:gd name="connsiteX23" fmla="*/ 259811 w 8845162"/>
              <a:gd name="connsiteY23" fmla="*/ 4390493 h 6858000"/>
              <a:gd name="connsiteX24" fmla="*/ 264014 w 8845162"/>
              <a:gd name="connsiteY24" fmla="*/ 4240989 h 6858000"/>
              <a:gd name="connsiteX25" fmla="*/ 268047 w 8845162"/>
              <a:gd name="connsiteY25" fmla="*/ 4092856 h 6858000"/>
              <a:gd name="connsiteX26" fmla="*/ 269897 w 8845162"/>
              <a:gd name="connsiteY26" fmla="*/ 3946781 h 6858000"/>
              <a:gd name="connsiteX27" fmla="*/ 271913 w 8845162"/>
              <a:gd name="connsiteY27" fmla="*/ 3800705 h 6858000"/>
              <a:gd name="connsiteX28" fmla="*/ 272922 w 8845162"/>
              <a:gd name="connsiteY28" fmla="*/ 3656687 h 6858000"/>
              <a:gd name="connsiteX29" fmla="*/ 271913 w 8845162"/>
              <a:gd name="connsiteY29" fmla="*/ 3514041 h 6858000"/>
              <a:gd name="connsiteX30" fmla="*/ 271913 w 8845162"/>
              <a:gd name="connsiteY30" fmla="*/ 3372766 h 6858000"/>
              <a:gd name="connsiteX31" fmla="*/ 269897 w 8845162"/>
              <a:gd name="connsiteY31" fmla="*/ 3232863 h 6858000"/>
              <a:gd name="connsiteX32" fmla="*/ 266871 w 8845162"/>
              <a:gd name="connsiteY32" fmla="*/ 3095703 h 6858000"/>
              <a:gd name="connsiteX33" fmla="*/ 264014 w 8845162"/>
              <a:gd name="connsiteY33" fmla="*/ 2959915 h 6858000"/>
              <a:gd name="connsiteX34" fmla="*/ 260820 w 8845162"/>
              <a:gd name="connsiteY34" fmla="*/ 2826869 h 6858000"/>
              <a:gd name="connsiteX35" fmla="*/ 255946 w 8845162"/>
              <a:gd name="connsiteY35" fmla="*/ 2694510 h 6858000"/>
              <a:gd name="connsiteX36" fmla="*/ 250734 w 8845162"/>
              <a:gd name="connsiteY36" fmla="*/ 2564209 h 6858000"/>
              <a:gd name="connsiteX37" fmla="*/ 246028 w 8845162"/>
              <a:gd name="connsiteY37" fmla="*/ 2436650 h 6858000"/>
              <a:gd name="connsiteX38" fmla="*/ 232749 w 8845162"/>
              <a:gd name="connsiteY38" fmla="*/ 2187704 h 6858000"/>
              <a:gd name="connsiteX39" fmla="*/ 218630 w 8845162"/>
              <a:gd name="connsiteY39" fmla="*/ 1949046 h 6858000"/>
              <a:gd name="connsiteX40" fmla="*/ 203837 w 8845162"/>
              <a:gd name="connsiteY40" fmla="*/ 1719989 h 6858000"/>
              <a:gd name="connsiteX41" fmla="*/ 187532 w 8845162"/>
              <a:gd name="connsiteY41" fmla="*/ 1503276 h 6858000"/>
              <a:gd name="connsiteX42" fmla="*/ 170555 w 8845162"/>
              <a:gd name="connsiteY42" fmla="*/ 1296164 h 6858000"/>
              <a:gd name="connsiteX43" fmla="*/ 152234 w 8845162"/>
              <a:gd name="connsiteY43" fmla="*/ 1104140 h 6858000"/>
              <a:gd name="connsiteX44" fmla="*/ 134248 w 8845162"/>
              <a:gd name="connsiteY44" fmla="*/ 923775 h 6858000"/>
              <a:gd name="connsiteX45" fmla="*/ 116263 w 8845162"/>
              <a:gd name="connsiteY45" fmla="*/ 757811 h 6858000"/>
              <a:gd name="connsiteX46" fmla="*/ 99286 w 8845162"/>
              <a:gd name="connsiteY46" fmla="*/ 605564 h 6858000"/>
              <a:gd name="connsiteX47" fmla="*/ 83149 w 8845162"/>
              <a:gd name="connsiteY47" fmla="*/ 470461 h 6858000"/>
              <a:gd name="connsiteX48" fmla="*/ 67853 w 8845162"/>
              <a:gd name="connsiteY48" fmla="*/ 348389 h 6858000"/>
              <a:gd name="connsiteX49" fmla="*/ 55078 w 8845162"/>
              <a:gd name="connsiteY49" fmla="*/ 245519 h 6858000"/>
              <a:gd name="connsiteX50" fmla="*/ 42976 w 8845162"/>
              <a:gd name="connsiteY50" fmla="*/ 159108 h 6858000"/>
              <a:gd name="connsiteX51" fmla="*/ 25662 w 8845162"/>
              <a:gd name="connsiteY51" fmla="*/ 40464 h 6858000"/>
              <a:gd name="connsiteX52" fmla="*/ 19779 w 8845162"/>
              <a:gd name="connsiteY52" fmla="*/ 2 h 6858000"/>
              <a:gd name="connsiteX53" fmla="*/ 26532 w 8845162"/>
              <a:gd name="connsiteY53" fmla="*/ 2 h 6858000"/>
              <a:gd name="connsiteX54" fmla="*/ 26532 w 8845162"/>
              <a:gd name="connsiteY54" fmla="*/ 1 h 6858000"/>
              <a:gd name="connsiteX55" fmla="*/ 0 w 8845162"/>
              <a:gd name="connsiteY5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8845162" h="6858000">
                <a:moveTo>
                  <a:pt x="0" y="0"/>
                </a:moveTo>
                <a:lnTo>
                  <a:pt x="6265248" y="0"/>
                </a:lnTo>
                <a:lnTo>
                  <a:pt x="7537703" y="0"/>
                </a:lnTo>
                <a:lnTo>
                  <a:pt x="8845162" y="0"/>
                </a:lnTo>
                <a:lnTo>
                  <a:pt x="8845162" y="6858000"/>
                </a:lnTo>
                <a:lnTo>
                  <a:pt x="7537703" y="6858000"/>
                </a:lnTo>
                <a:lnTo>
                  <a:pt x="6265248" y="6858000"/>
                </a:lnTo>
                <a:lnTo>
                  <a:pt x="20957" y="6858000"/>
                </a:lnTo>
                <a:lnTo>
                  <a:pt x="46002" y="6702325"/>
                </a:lnTo>
                <a:lnTo>
                  <a:pt x="69870" y="6547334"/>
                </a:lnTo>
                <a:lnTo>
                  <a:pt x="93234" y="6391658"/>
                </a:lnTo>
                <a:lnTo>
                  <a:pt x="113237" y="6235295"/>
                </a:lnTo>
                <a:lnTo>
                  <a:pt x="133409" y="6079619"/>
                </a:lnTo>
                <a:lnTo>
                  <a:pt x="152234" y="5923256"/>
                </a:lnTo>
                <a:lnTo>
                  <a:pt x="168370" y="5768951"/>
                </a:lnTo>
                <a:lnTo>
                  <a:pt x="183667" y="5612589"/>
                </a:lnTo>
                <a:lnTo>
                  <a:pt x="197619" y="5456912"/>
                </a:lnTo>
                <a:lnTo>
                  <a:pt x="209720" y="5303979"/>
                </a:lnTo>
                <a:lnTo>
                  <a:pt x="221823" y="5148988"/>
                </a:lnTo>
                <a:lnTo>
                  <a:pt x="231908" y="4996055"/>
                </a:lnTo>
                <a:lnTo>
                  <a:pt x="239808" y="4843121"/>
                </a:lnTo>
                <a:lnTo>
                  <a:pt x="248045" y="4690874"/>
                </a:lnTo>
                <a:lnTo>
                  <a:pt x="254936" y="4539998"/>
                </a:lnTo>
                <a:lnTo>
                  <a:pt x="259811" y="4390493"/>
                </a:lnTo>
                <a:lnTo>
                  <a:pt x="264014" y="4240989"/>
                </a:lnTo>
                <a:lnTo>
                  <a:pt x="268047" y="4092856"/>
                </a:lnTo>
                <a:lnTo>
                  <a:pt x="269897" y="3946781"/>
                </a:lnTo>
                <a:lnTo>
                  <a:pt x="271913" y="3800705"/>
                </a:lnTo>
                <a:lnTo>
                  <a:pt x="272922" y="3656687"/>
                </a:lnTo>
                <a:lnTo>
                  <a:pt x="271913" y="3514041"/>
                </a:lnTo>
                <a:lnTo>
                  <a:pt x="271913" y="3372766"/>
                </a:lnTo>
                <a:lnTo>
                  <a:pt x="269897" y="3232863"/>
                </a:lnTo>
                <a:lnTo>
                  <a:pt x="266871" y="3095703"/>
                </a:lnTo>
                <a:lnTo>
                  <a:pt x="264014" y="2959915"/>
                </a:lnTo>
                <a:lnTo>
                  <a:pt x="260820" y="2826869"/>
                </a:lnTo>
                <a:lnTo>
                  <a:pt x="255946" y="2694510"/>
                </a:lnTo>
                <a:lnTo>
                  <a:pt x="250734" y="2564209"/>
                </a:lnTo>
                <a:lnTo>
                  <a:pt x="246028" y="2436650"/>
                </a:lnTo>
                <a:lnTo>
                  <a:pt x="232749" y="2187704"/>
                </a:lnTo>
                <a:lnTo>
                  <a:pt x="218630" y="1949046"/>
                </a:lnTo>
                <a:lnTo>
                  <a:pt x="203837" y="1719989"/>
                </a:lnTo>
                <a:lnTo>
                  <a:pt x="187532" y="1503276"/>
                </a:lnTo>
                <a:lnTo>
                  <a:pt x="170555" y="1296164"/>
                </a:lnTo>
                <a:lnTo>
                  <a:pt x="152234" y="1104140"/>
                </a:lnTo>
                <a:lnTo>
                  <a:pt x="134248" y="923775"/>
                </a:lnTo>
                <a:lnTo>
                  <a:pt x="116263" y="757811"/>
                </a:lnTo>
                <a:lnTo>
                  <a:pt x="99286" y="605564"/>
                </a:lnTo>
                <a:lnTo>
                  <a:pt x="83149" y="470461"/>
                </a:lnTo>
                <a:lnTo>
                  <a:pt x="67853" y="348389"/>
                </a:lnTo>
                <a:lnTo>
                  <a:pt x="55078" y="245519"/>
                </a:lnTo>
                <a:lnTo>
                  <a:pt x="42976" y="159108"/>
                </a:lnTo>
                <a:lnTo>
                  <a:pt x="25662" y="40464"/>
                </a:lnTo>
                <a:lnTo>
                  <a:pt x="19779" y="2"/>
                </a:lnTo>
                <a:lnTo>
                  <a:pt x="26532" y="2"/>
                </a:lnTo>
                <a:lnTo>
                  <a:pt x="26532" y="1"/>
                </a:lnTo>
                <a:lnTo>
                  <a:pt x="0" y="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6E74D0-3A59-B4A3-E371-EBFA0473B2F4}"/>
              </a:ext>
            </a:extLst>
          </p:cNvPr>
          <p:cNvSpPr>
            <a:spLocks noGrp="1"/>
          </p:cNvSpPr>
          <p:nvPr>
            <p:ph type="title"/>
          </p:nvPr>
        </p:nvSpPr>
        <p:spPr>
          <a:xfrm>
            <a:off x="685801" y="500743"/>
            <a:ext cx="7402285" cy="1360714"/>
          </a:xfrm>
        </p:spPr>
        <p:txBody>
          <a:bodyPr>
            <a:normAutofit/>
          </a:bodyPr>
          <a:lstStyle/>
          <a:p>
            <a:r>
              <a:rPr lang="en-AU" dirty="0"/>
              <a:t>Writing an introduction</a:t>
            </a:r>
          </a:p>
        </p:txBody>
      </p:sp>
      <p:sp>
        <p:nvSpPr>
          <p:cNvPr id="3" name="Content Placeholder 2">
            <a:extLst>
              <a:ext uri="{FF2B5EF4-FFF2-40B4-BE49-F238E27FC236}">
                <a16:creationId xmlns:a16="http://schemas.microsoft.com/office/drawing/2014/main" id="{6CB995B7-8072-94D8-7EAD-AA3502647C13}"/>
              </a:ext>
            </a:extLst>
          </p:cNvPr>
          <p:cNvSpPr>
            <a:spLocks noGrp="1"/>
          </p:cNvSpPr>
          <p:nvPr>
            <p:ph idx="1"/>
          </p:nvPr>
        </p:nvSpPr>
        <p:spPr>
          <a:xfrm>
            <a:off x="685801" y="1861457"/>
            <a:ext cx="7889788" cy="2792921"/>
          </a:xfrm>
        </p:spPr>
        <p:txBody>
          <a:bodyPr>
            <a:normAutofit lnSpcReduction="10000"/>
          </a:bodyPr>
          <a:lstStyle/>
          <a:p>
            <a:pPr marL="0" indent="0">
              <a:buNone/>
            </a:pPr>
            <a:r>
              <a:rPr lang="en-AU" sz="2400" b="1" dirty="0"/>
              <a:t>The introduction</a:t>
            </a:r>
            <a:r>
              <a:rPr lang="en-AU" sz="2400" dirty="0"/>
              <a:t> is the first paragraph of your essay.</a:t>
            </a:r>
          </a:p>
          <a:p>
            <a:pPr marL="0" indent="0">
              <a:buNone/>
            </a:pPr>
            <a:r>
              <a:rPr lang="en-AU" sz="2400" dirty="0"/>
              <a:t>It needs to:</a:t>
            </a:r>
          </a:p>
          <a:p>
            <a:pPr marL="715963"/>
            <a:r>
              <a:rPr lang="en-AU" sz="2400" dirty="0"/>
              <a:t>Introduce the text and the big ideas that the text explores</a:t>
            </a:r>
          </a:p>
          <a:p>
            <a:pPr marL="715963"/>
            <a:r>
              <a:rPr lang="en-AU" sz="2400" dirty="0"/>
              <a:t>Introduce the contention</a:t>
            </a:r>
          </a:p>
          <a:p>
            <a:pPr marL="715963"/>
            <a:r>
              <a:rPr lang="en-AU" sz="2400" dirty="0"/>
              <a:t>Outline your claims</a:t>
            </a:r>
          </a:p>
        </p:txBody>
      </p:sp>
      <p:sp>
        <p:nvSpPr>
          <p:cNvPr id="4" name="Rectangle: Rounded Corners 3">
            <a:extLst>
              <a:ext uri="{FF2B5EF4-FFF2-40B4-BE49-F238E27FC236}">
                <a16:creationId xmlns:a16="http://schemas.microsoft.com/office/drawing/2014/main" id="{317642B3-2B80-9890-72CE-75FC6A8AA121}"/>
              </a:ext>
            </a:extLst>
          </p:cNvPr>
          <p:cNvSpPr/>
          <p:nvPr/>
        </p:nvSpPr>
        <p:spPr>
          <a:xfrm>
            <a:off x="925963" y="4863265"/>
            <a:ext cx="4692241" cy="1652570"/>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AU" sz="2000" b="1" dirty="0">
                <a:solidFill>
                  <a:schemeClr val="tx1"/>
                </a:solidFill>
              </a:rPr>
              <a:t>The text</a:t>
            </a:r>
            <a:r>
              <a:rPr lang="en-AU" sz="2000" dirty="0">
                <a:solidFill>
                  <a:schemeClr val="tx1"/>
                </a:solidFill>
              </a:rPr>
              <a:t>: </a:t>
            </a:r>
          </a:p>
          <a:p>
            <a:pPr>
              <a:spcAft>
                <a:spcPts val="600"/>
              </a:spcAft>
            </a:pPr>
            <a:r>
              <a:rPr lang="en-AU" sz="2000" b="1" dirty="0">
                <a:solidFill>
                  <a:schemeClr val="tx1"/>
                </a:solidFill>
              </a:rPr>
              <a:t>Title</a:t>
            </a:r>
            <a:r>
              <a:rPr lang="en-AU" sz="2000" dirty="0">
                <a:solidFill>
                  <a:schemeClr val="tx1"/>
                </a:solidFill>
              </a:rPr>
              <a:t>: </a:t>
            </a:r>
            <a:r>
              <a:rPr lang="en-AU" sz="2000" i="1" dirty="0">
                <a:solidFill>
                  <a:schemeClr val="tx1"/>
                </a:solidFill>
              </a:rPr>
              <a:t>The Bone Sparrow</a:t>
            </a:r>
            <a:endParaRPr lang="en-AU" sz="2000" dirty="0">
              <a:solidFill>
                <a:schemeClr val="tx1"/>
              </a:solidFill>
            </a:endParaRPr>
          </a:p>
          <a:p>
            <a:pPr>
              <a:spcAft>
                <a:spcPts val="600"/>
              </a:spcAft>
            </a:pPr>
            <a:r>
              <a:rPr lang="en-AU" sz="2000" b="1" dirty="0">
                <a:solidFill>
                  <a:schemeClr val="tx1"/>
                </a:solidFill>
              </a:rPr>
              <a:t>Author</a:t>
            </a:r>
            <a:r>
              <a:rPr lang="en-AU" sz="2000" dirty="0">
                <a:solidFill>
                  <a:schemeClr val="tx1"/>
                </a:solidFill>
              </a:rPr>
              <a:t>: Zana </a:t>
            </a:r>
            <a:r>
              <a:rPr lang="en-AU" sz="2000" dirty="0" err="1">
                <a:solidFill>
                  <a:schemeClr val="tx1"/>
                </a:solidFill>
              </a:rPr>
              <a:t>Fraillon</a:t>
            </a:r>
            <a:endParaRPr lang="en-AU" sz="2000" dirty="0">
              <a:solidFill>
                <a:schemeClr val="tx1"/>
              </a:solidFill>
            </a:endParaRPr>
          </a:p>
          <a:p>
            <a:pPr>
              <a:spcAft>
                <a:spcPts val="600"/>
              </a:spcAft>
            </a:pPr>
            <a:r>
              <a:rPr lang="en-AU" sz="2000" b="1" dirty="0">
                <a:solidFill>
                  <a:schemeClr val="tx1"/>
                </a:solidFill>
              </a:rPr>
              <a:t>Year published</a:t>
            </a:r>
            <a:r>
              <a:rPr lang="en-AU" sz="2000" dirty="0">
                <a:solidFill>
                  <a:schemeClr val="tx1"/>
                </a:solidFill>
              </a:rPr>
              <a:t>: 2016</a:t>
            </a:r>
          </a:p>
        </p:txBody>
      </p:sp>
      <p:sp>
        <p:nvSpPr>
          <p:cNvPr id="5" name="Rectangle: Rounded Corners 4">
            <a:extLst>
              <a:ext uri="{FF2B5EF4-FFF2-40B4-BE49-F238E27FC236}">
                <a16:creationId xmlns:a16="http://schemas.microsoft.com/office/drawing/2014/main" id="{19B9EBAC-B3D4-478E-3219-F42966E2559B}"/>
              </a:ext>
            </a:extLst>
          </p:cNvPr>
          <p:cNvSpPr/>
          <p:nvPr/>
        </p:nvSpPr>
        <p:spPr>
          <a:xfrm>
            <a:off x="6159309" y="4863266"/>
            <a:ext cx="4692241" cy="1652570"/>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44500" indent="-444500">
              <a:spcAft>
                <a:spcPts val="600"/>
              </a:spcAft>
            </a:pPr>
            <a:r>
              <a:rPr lang="en-AU" sz="2000" b="1" dirty="0">
                <a:solidFill>
                  <a:schemeClr val="tx1"/>
                </a:solidFill>
              </a:rPr>
              <a:t>Big ideas: </a:t>
            </a:r>
            <a:r>
              <a:rPr lang="en-AU" sz="2000" dirty="0">
                <a:solidFill>
                  <a:schemeClr val="tx1"/>
                </a:solidFill>
              </a:rPr>
              <a:t>Asylum seekers, freedom and imprisonment, human rights, imagination and stories, friendship and loss, hope</a:t>
            </a:r>
            <a:endParaRPr lang="en-AU" sz="2000" dirty="0">
              <a:solidFill>
                <a:srgbClr val="008000"/>
              </a:solidFill>
            </a:endParaRPr>
          </a:p>
        </p:txBody>
      </p:sp>
    </p:spTree>
    <p:extLst>
      <p:ext uri="{BB962C8B-B14F-4D97-AF65-F5344CB8AC3E}">
        <p14:creationId xmlns:p14="http://schemas.microsoft.com/office/powerpoint/2010/main" val="3429734543"/>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083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solidFill>
            <a:schemeClr val="tx2"/>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12" name="Picture 11">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25900" b="63148"/>
          <a:stretch/>
        </p:blipFill>
        <p:spPr>
          <a:xfrm>
            <a:off x="4071257" y="1"/>
            <a:ext cx="8117568" cy="227083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2" name="Title 1">
            <a:extLst>
              <a:ext uri="{FF2B5EF4-FFF2-40B4-BE49-F238E27FC236}">
                <a16:creationId xmlns:a16="http://schemas.microsoft.com/office/drawing/2014/main" id="{E6E6C0DC-C1F3-3BBF-C692-2A61E36BADB0}"/>
              </a:ext>
            </a:extLst>
          </p:cNvPr>
          <p:cNvSpPr>
            <a:spLocks noGrp="1"/>
          </p:cNvSpPr>
          <p:nvPr>
            <p:ph type="title"/>
          </p:nvPr>
        </p:nvSpPr>
        <p:spPr>
          <a:xfrm>
            <a:off x="1030288" y="609600"/>
            <a:ext cx="10131425" cy="1110343"/>
          </a:xfrm>
        </p:spPr>
        <p:txBody>
          <a:bodyPr>
            <a:normAutofit/>
          </a:bodyPr>
          <a:lstStyle/>
          <a:p>
            <a:pPr algn="ctr"/>
            <a:r>
              <a:rPr lang="en-AU" dirty="0">
                <a:solidFill>
                  <a:schemeClr val="bg1"/>
                </a:solidFill>
              </a:rPr>
              <a:t>Writing an introduction</a:t>
            </a:r>
          </a:p>
        </p:txBody>
      </p:sp>
      <p:sp>
        <p:nvSpPr>
          <p:cNvPr id="3" name="Content Placeholder 2">
            <a:extLst>
              <a:ext uri="{FF2B5EF4-FFF2-40B4-BE49-F238E27FC236}">
                <a16:creationId xmlns:a16="http://schemas.microsoft.com/office/drawing/2014/main" id="{BF19B075-7477-9F32-AE5C-1FDA58437FBB}"/>
              </a:ext>
            </a:extLst>
          </p:cNvPr>
          <p:cNvSpPr>
            <a:spLocks noGrp="1"/>
          </p:cNvSpPr>
          <p:nvPr>
            <p:ph idx="1"/>
          </p:nvPr>
        </p:nvSpPr>
        <p:spPr>
          <a:xfrm>
            <a:off x="685801" y="2270839"/>
            <a:ext cx="10820400" cy="4172491"/>
          </a:xfrm>
        </p:spPr>
        <p:txBody>
          <a:bodyPr>
            <a:normAutofit/>
          </a:bodyPr>
          <a:lstStyle/>
          <a:p>
            <a:pPr marL="0" indent="0">
              <a:buNone/>
            </a:pPr>
            <a:r>
              <a:rPr lang="en-AU" sz="2200" b="1" dirty="0"/>
              <a:t>Start with a "big idea" sentence</a:t>
            </a:r>
            <a:endParaRPr lang="en-AU" sz="2200" dirty="0"/>
          </a:p>
          <a:p>
            <a:pPr marL="0" indent="0">
              <a:buNone/>
            </a:pPr>
            <a:r>
              <a:rPr lang="en-AU" sz="2200" dirty="0"/>
              <a:t>The very first sentence of the essay needs to discuss the big ideas in the text, as well as naming the title and author. We won’t write about any events or characters yet – just the big ideas that the text focuses on.</a:t>
            </a:r>
          </a:p>
          <a:p>
            <a:pPr marL="0" indent="0">
              <a:buNone/>
            </a:pPr>
            <a:r>
              <a:rPr lang="en-AU" sz="2200" dirty="0"/>
              <a:t>Look at these two different examples about the film Edward Scissorhands:</a:t>
            </a:r>
          </a:p>
          <a:p>
            <a:pPr marL="1162050" indent="0">
              <a:buNone/>
            </a:pPr>
            <a:r>
              <a:rPr lang="en-AU" sz="2200" i="1" dirty="0">
                <a:solidFill>
                  <a:schemeClr val="tx2"/>
                </a:solidFill>
              </a:rPr>
              <a:t>Throughout the film </a:t>
            </a:r>
            <a:r>
              <a:rPr lang="en-AU" sz="2200" i="1" u="sng" dirty="0">
                <a:solidFill>
                  <a:schemeClr val="tx2"/>
                </a:solidFill>
              </a:rPr>
              <a:t>Edward Scissorhands</a:t>
            </a:r>
            <a:r>
              <a:rPr lang="en-AU" sz="2200" i="1" dirty="0">
                <a:solidFill>
                  <a:schemeClr val="tx2"/>
                </a:solidFill>
              </a:rPr>
              <a:t>, </a:t>
            </a:r>
            <a:r>
              <a:rPr lang="en-AU" sz="2200" i="1" dirty="0">
                <a:solidFill>
                  <a:srgbClr val="C00000"/>
                </a:solidFill>
              </a:rPr>
              <a:t>director Tim Burton </a:t>
            </a:r>
            <a:r>
              <a:rPr lang="en-AU" sz="2200" i="1" dirty="0">
                <a:solidFill>
                  <a:srgbClr val="008000"/>
                </a:solidFill>
              </a:rPr>
              <a:t>shows</a:t>
            </a:r>
            <a:r>
              <a:rPr lang="en-AU" sz="2200" i="1" dirty="0"/>
              <a:t> a </a:t>
            </a:r>
            <a:br>
              <a:rPr lang="en-AU" sz="2200" i="1" dirty="0"/>
            </a:br>
            <a:r>
              <a:rPr lang="en-AU" sz="2200" i="1" dirty="0"/>
              <a:t>society that fears the things it doesn't understand.</a:t>
            </a:r>
          </a:p>
          <a:p>
            <a:pPr marL="1162050" indent="0">
              <a:buNone/>
            </a:pPr>
            <a:r>
              <a:rPr lang="en-AU" sz="2200" i="1" dirty="0">
                <a:solidFill>
                  <a:schemeClr val="tx2"/>
                </a:solidFill>
              </a:rPr>
              <a:t>In </a:t>
            </a:r>
            <a:r>
              <a:rPr lang="en-AU" sz="2200" i="1" u="sng" dirty="0">
                <a:solidFill>
                  <a:schemeClr val="tx2"/>
                </a:solidFill>
              </a:rPr>
              <a:t>Edward Scissorhands</a:t>
            </a:r>
            <a:r>
              <a:rPr lang="en-AU" sz="2200" i="1" dirty="0">
                <a:solidFill>
                  <a:schemeClr val="tx2"/>
                </a:solidFill>
              </a:rPr>
              <a:t>, </a:t>
            </a:r>
            <a:r>
              <a:rPr lang="en-AU" sz="2200" i="1" dirty="0">
                <a:solidFill>
                  <a:srgbClr val="C00000"/>
                </a:solidFill>
              </a:rPr>
              <a:t>Tim Burton </a:t>
            </a:r>
            <a:r>
              <a:rPr lang="en-AU" sz="2200" i="1" dirty="0">
                <a:solidFill>
                  <a:srgbClr val="008000"/>
                </a:solidFill>
              </a:rPr>
              <a:t>explores</a:t>
            </a:r>
            <a:r>
              <a:rPr lang="en-AU" sz="2200" i="1" dirty="0"/>
              <a:t> the courage it requires to look past first impressions to see the beauty within.</a:t>
            </a:r>
          </a:p>
        </p:txBody>
      </p:sp>
    </p:spTree>
    <p:extLst>
      <p:ext uri="{BB962C8B-B14F-4D97-AF65-F5344CB8AC3E}">
        <p14:creationId xmlns:p14="http://schemas.microsoft.com/office/powerpoint/2010/main" val="82913230"/>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ECBB3F4A-976A-D933-0EBE-1553186BD5BF}"/>
            </a:ext>
          </a:extLst>
        </p:cNvPr>
        <p:cNvGrpSpPr/>
        <p:nvPr/>
      </p:nvGrpSpPr>
      <p:grpSpPr>
        <a:xfrm>
          <a:off x="0" y="0"/>
          <a:ext cx="0" cy="0"/>
          <a:chOff x="0" y="0"/>
          <a:chExt cx="0" cy="0"/>
        </a:xfrm>
      </p:grpSpPr>
      <p:sp>
        <p:nvSpPr>
          <p:cNvPr id="17" name="Freeform: Shape 16">
            <a:extLst>
              <a:ext uri="{FF2B5EF4-FFF2-40B4-BE49-F238E27FC236}">
                <a16:creationId xmlns:a16="http://schemas.microsoft.com/office/drawing/2014/main" id="{54309F57-B331-41A7-9154-15EC2AF45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845162" cy="6858000"/>
          </a:xfrm>
          <a:custGeom>
            <a:avLst/>
            <a:gdLst>
              <a:gd name="connsiteX0" fmla="*/ 0 w 8845162"/>
              <a:gd name="connsiteY0" fmla="*/ 0 h 6858000"/>
              <a:gd name="connsiteX1" fmla="*/ 6265248 w 8845162"/>
              <a:gd name="connsiteY1" fmla="*/ 0 h 6858000"/>
              <a:gd name="connsiteX2" fmla="*/ 7537703 w 8845162"/>
              <a:gd name="connsiteY2" fmla="*/ 0 h 6858000"/>
              <a:gd name="connsiteX3" fmla="*/ 8845162 w 8845162"/>
              <a:gd name="connsiteY3" fmla="*/ 0 h 6858000"/>
              <a:gd name="connsiteX4" fmla="*/ 8845162 w 8845162"/>
              <a:gd name="connsiteY4" fmla="*/ 6858000 h 6858000"/>
              <a:gd name="connsiteX5" fmla="*/ 7537703 w 8845162"/>
              <a:gd name="connsiteY5" fmla="*/ 6858000 h 6858000"/>
              <a:gd name="connsiteX6" fmla="*/ 6265248 w 8845162"/>
              <a:gd name="connsiteY6" fmla="*/ 6858000 h 6858000"/>
              <a:gd name="connsiteX7" fmla="*/ 20957 w 8845162"/>
              <a:gd name="connsiteY7" fmla="*/ 6858000 h 6858000"/>
              <a:gd name="connsiteX8" fmla="*/ 46002 w 8845162"/>
              <a:gd name="connsiteY8" fmla="*/ 6702325 h 6858000"/>
              <a:gd name="connsiteX9" fmla="*/ 69870 w 8845162"/>
              <a:gd name="connsiteY9" fmla="*/ 6547334 h 6858000"/>
              <a:gd name="connsiteX10" fmla="*/ 93234 w 8845162"/>
              <a:gd name="connsiteY10" fmla="*/ 6391658 h 6858000"/>
              <a:gd name="connsiteX11" fmla="*/ 113237 w 8845162"/>
              <a:gd name="connsiteY11" fmla="*/ 6235295 h 6858000"/>
              <a:gd name="connsiteX12" fmla="*/ 133409 w 8845162"/>
              <a:gd name="connsiteY12" fmla="*/ 6079619 h 6858000"/>
              <a:gd name="connsiteX13" fmla="*/ 152234 w 8845162"/>
              <a:gd name="connsiteY13" fmla="*/ 5923256 h 6858000"/>
              <a:gd name="connsiteX14" fmla="*/ 168370 w 8845162"/>
              <a:gd name="connsiteY14" fmla="*/ 5768951 h 6858000"/>
              <a:gd name="connsiteX15" fmla="*/ 183667 w 8845162"/>
              <a:gd name="connsiteY15" fmla="*/ 5612589 h 6858000"/>
              <a:gd name="connsiteX16" fmla="*/ 197619 w 8845162"/>
              <a:gd name="connsiteY16" fmla="*/ 5456912 h 6858000"/>
              <a:gd name="connsiteX17" fmla="*/ 209720 w 8845162"/>
              <a:gd name="connsiteY17" fmla="*/ 5303979 h 6858000"/>
              <a:gd name="connsiteX18" fmla="*/ 221823 w 8845162"/>
              <a:gd name="connsiteY18" fmla="*/ 5148988 h 6858000"/>
              <a:gd name="connsiteX19" fmla="*/ 231908 w 8845162"/>
              <a:gd name="connsiteY19" fmla="*/ 4996055 h 6858000"/>
              <a:gd name="connsiteX20" fmla="*/ 239808 w 8845162"/>
              <a:gd name="connsiteY20" fmla="*/ 4843121 h 6858000"/>
              <a:gd name="connsiteX21" fmla="*/ 248045 w 8845162"/>
              <a:gd name="connsiteY21" fmla="*/ 4690874 h 6858000"/>
              <a:gd name="connsiteX22" fmla="*/ 254936 w 8845162"/>
              <a:gd name="connsiteY22" fmla="*/ 4539998 h 6858000"/>
              <a:gd name="connsiteX23" fmla="*/ 259811 w 8845162"/>
              <a:gd name="connsiteY23" fmla="*/ 4390493 h 6858000"/>
              <a:gd name="connsiteX24" fmla="*/ 264014 w 8845162"/>
              <a:gd name="connsiteY24" fmla="*/ 4240989 h 6858000"/>
              <a:gd name="connsiteX25" fmla="*/ 268047 w 8845162"/>
              <a:gd name="connsiteY25" fmla="*/ 4092856 h 6858000"/>
              <a:gd name="connsiteX26" fmla="*/ 269897 w 8845162"/>
              <a:gd name="connsiteY26" fmla="*/ 3946781 h 6858000"/>
              <a:gd name="connsiteX27" fmla="*/ 271913 w 8845162"/>
              <a:gd name="connsiteY27" fmla="*/ 3800705 h 6858000"/>
              <a:gd name="connsiteX28" fmla="*/ 272922 w 8845162"/>
              <a:gd name="connsiteY28" fmla="*/ 3656687 h 6858000"/>
              <a:gd name="connsiteX29" fmla="*/ 271913 w 8845162"/>
              <a:gd name="connsiteY29" fmla="*/ 3514041 h 6858000"/>
              <a:gd name="connsiteX30" fmla="*/ 271913 w 8845162"/>
              <a:gd name="connsiteY30" fmla="*/ 3372766 h 6858000"/>
              <a:gd name="connsiteX31" fmla="*/ 269897 w 8845162"/>
              <a:gd name="connsiteY31" fmla="*/ 3232863 h 6858000"/>
              <a:gd name="connsiteX32" fmla="*/ 266871 w 8845162"/>
              <a:gd name="connsiteY32" fmla="*/ 3095703 h 6858000"/>
              <a:gd name="connsiteX33" fmla="*/ 264014 w 8845162"/>
              <a:gd name="connsiteY33" fmla="*/ 2959915 h 6858000"/>
              <a:gd name="connsiteX34" fmla="*/ 260820 w 8845162"/>
              <a:gd name="connsiteY34" fmla="*/ 2826869 h 6858000"/>
              <a:gd name="connsiteX35" fmla="*/ 255946 w 8845162"/>
              <a:gd name="connsiteY35" fmla="*/ 2694510 h 6858000"/>
              <a:gd name="connsiteX36" fmla="*/ 250734 w 8845162"/>
              <a:gd name="connsiteY36" fmla="*/ 2564209 h 6858000"/>
              <a:gd name="connsiteX37" fmla="*/ 246028 w 8845162"/>
              <a:gd name="connsiteY37" fmla="*/ 2436650 h 6858000"/>
              <a:gd name="connsiteX38" fmla="*/ 232749 w 8845162"/>
              <a:gd name="connsiteY38" fmla="*/ 2187704 h 6858000"/>
              <a:gd name="connsiteX39" fmla="*/ 218630 w 8845162"/>
              <a:gd name="connsiteY39" fmla="*/ 1949046 h 6858000"/>
              <a:gd name="connsiteX40" fmla="*/ 203837 w 8845162"/>
              <a:gd name="connsiteY40" fmla="*/ 1719989 h 6858000"/>
              <a:gd name="connsiteX41" fmla="*/ 187532 w 8845162"/>
              <a:gd name="connsiteY41" fmla="*/ 1503276 h 6858000"/>
              <a:gd name="connsiteX42" fmla="*/ 170555 w 8845162"/>
              <a:gd name="connsiteY42" fmla="*/ 1296164 h 6858000"/>
              <a:gd name="connsiteX43" fmla="*/ 152234 w 8845162"/>
              <a:gd name="connsiteY43" fmla="*/ 1104140 h 6858000"/>
              <a:gd name="connsiteX44" fmla="*/ 134248 w 8845162"/>
              <a:gd name="connsiteY44" fmla="*/ 923775 h 6858000"/>
              <a:gd name="connsiteX45" fmla="*/ 116263 w 8845162"/>
              <a:gd name="connsiteY45" fmla="*/ 757811 h 6858000"/>
              <a:gd name="connsiteX46" fmla="*/ 99286 w 8845162"/>
              <a:gd name="connsiteY46" fmla="*/ 605564 h 6858000"/>
              <a:gd name="connsiteX47" fmla="*/ 83149 w 8845162"/>
              <a:gd name="connsiteY47" fmla="*/ 470461 h 6858000"/>
              <a:gd name="connsiteX48" fmla="*/ 67853 w 8845162"/>
              <a:gd name="connsiteY48" fmla="*/ 348389 h 6858000"/>
              <a:gd name="connsiteX49" fmla="*/ 55078 w 8845162"/>
              <a:gd name="connsiteY49" fmla="*/ 245519 h 6858000"/>
              <a:gd name="connsiteX50" fmla="*/ 42976 w 8845162"/>
              <a:gd name="connsiteY50" fmla="*/ 159108 h 6858000"/>
              <a:gd name="connsiteX51" fmla="*/ 25662 w 8845162"/>
              <a:gd name="connsiteY51" fmla="*/ 40464 h 6858000"/>
              <a:gd name="connsiteX52" fmla="*/ 19779 w 8845162"/>
              <a:gd name="connsiteY52" fmla="*/ 2 h 6858000"/>
              <a:gd name="connsiteX53" fmla="*/ 26532 w 8845162"/>
              <a:gd name="connsiteY53" fmla="*/ 2 h 6858000"/>
              <a:gd name="connsiteX54" fmla="*/ 26532 w 8845162"/>
              <a:gd name="connsiteY54" fmla="*/ 1 h 6858000"/>
              <a:gd name="connsiteX55" fmla="*/ 0 w 8845162"/>
              <a:gd name="connsiteY5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8845162" h="6858000">
                <a:moveTo>
                  <a:pt x="0" y="0"/>
                </a:moveTo>
                <a:lnTo>
                  <a:pt x="6265248" y="0"/>
                </a:lnTo>
                <a:lnTo>
                  <a:pt x="7537703" y="0"/>
                </a:lnTo>
                <a:lnTo>
                  <a:pt x="8845162" y="0"/>
                </a:lnTo>
                <a:lnTo>
                  <a:pt x="8845162" y="6858000"/>
                </a:lnTo>
                <a:lnTo>
                  <a:pt x="7537703" y="6858000"/>
                </a:lnTo>
                <a:lnTo>
                  <a:pt x="6265248" y="6858000"/>
                </a:lnTo>
                <a:lnTo>
                  <a:pt x="20957" y="6858000"/>
                </a:lnTo>
                <a:lnTo>
                  <a:pt x="46002" y="6702325"/>
                </a:lnTo>
                <a:lnTo>
                  <a:pt x="69870" y="6547334"/>
                </a:lnTo>
                <a:lnTo>
                  <a:pt x="93234" y="6391658"/>
                </a:lnTo>
                <a:lnTo>
                  <a:pt x="113237" y="6235295"/>
                </a:lnTo>
                <a:lnTo>
                  <a:pt x="133409" y="6079619"/>
                </a:lnTo>
                <a:lnTo>
                  <a:pt x="152234" y="5923256"/>
                </a:lnTo>
                <a:lnTo>
                  <a:pt x="168370" y="5768951"/>
                </a:lnTo>
                <a:lnTo>
                  <a:pt x="183667" y="5612589"/>
                </a:lnTo>
                <a:lnTo>
                  <a:pt x="197619" y="5456912"/>
                </a:lnTo>
                <a:lnTo>
                  <a:pt x="209720" y="5303979"/>
                </a:lnTo>
                <a:lnTo>
                  <a:pt x="221823" y="5148988"/>
                </a:lnTo>
                <a:lnTo>
                  <a:pt x="231908" y="4996055"/>
                </a:lnTo>
                <a:lnTo>
                  <a:pt x="239808" y="4843121"/>
                </a:lnTo>
                <a:lnTo>
                  <a:pt x="248045" y="4690874"/>
                </a:lnTo>
                <a:lnTo>
                  <a:pt x="254936" y="4539998"/>
                </a:lnTo>
                <a:lnTo>
                  <a:pt x="259811" y="4390493"/>
                </a:lnTo>
                <a:lnTo>
                  <a:pt x="264014" y="4240989"/>
                </a:lnTo>
                <a:lnTo>
                  <a:pt x="268047" y="4092856"/>
                </a:lnTo>
                <a:lnTo>
                  <a:pt x="269897" y="3946781"/>
                </a:lnTo>
                <a:lnTo>
                  <a:pt x="271913" y="3800705"/>
                </a:lnTo>
                <a:lnTo>
                  <a:pt x="272922" y="3656687"/>
                </a:lnTo>
                <a:lnTo>
                  <a:pt x="271913" y="3514041"/>
                </a:lnTo>
                <a:lnTo>
                  <a:pt x="271913" y="3372766"/>
                </a:lnTo>
                <a:lnTo>
                  <a:pt x="269897" y="3232863"/>
                </a:lnTo>
                <a:lnTo>
                  <a:pt x="266871" y="3095703"/>
                </a:lnTo>
                <a:lnTo>
                  <a:pt x="264014" y="2959915"/>
                </a:lnTo>
                <a:lnTo>
                  <a:pt x="260820" y="2826869"/>
                </a:lnTo>
                <a:lnTo>
                  <a:pt x="255946" y="2694510"/>
                </a:lnTo>
                <a:lnTo>
                  <a:pt x="250734" y="2564209"/>
                </a:lnTo>
                <a:lnTo>
                  <a:pt x="246028" y="2436650"/>
                </a:lnTo>
                <a:lnTo>
                  <a:pt x="232749" y="2187704"/>
                </a:lnTo>
                <a:lnTo>
                  <a:pt x="218630" y="1949046"/>
                </a:lnTo>
                <a:lnTo>
                  <a:pt x="203837" y="1719989"/>
                </a:lnTo>
                <a:lnTo>
                  <a:pt x="187532" y="1503276"/>
                </a:lnTo>
                <a:lnTo>
                  <a:pt x="170555" y="1296164"/>
                </a:lnTo>
                <a:lnTo>
                  <a:pt x="152234" y="1104140"/>
                </a:lnTo>
                <a:lnTo>
                  <a:pt x="134248" y="923775"/>
                </a:lnTo>
                <a:lnTo>
                  <a:pt x="116263" y="757811"/>
                </a:lnTo>
                <a:lnTo>
                  <a:pt x="99286" y="605564"/>
                </a:lnTo>
                <a:lnTo>
                  <a:pt x="83149" y="470461"/>
                </a:lnTo>
                <a:lnTo>
                  <a:pt x="67853" y="348389"/>
                </a:lnTo>
                <a:lnTo>
                  <a:pt x="55078" y="245519"/>
                </a:lnTo>
                <a:lnTo>
                  <a:pt x="42976" y="159108"/>
                </a:lnTo>
                <a:lnTo>
                  <a:pt x="25662" y="40464"/>
                </a:lnTo>
                <a:lnTo>
                  <a:pt x="19779" y="2"/>
                </a:lnTo>
                <a:lnTo>
                  <a:pt x="26532" y="2"/>
                </a:lnTo>
                <a:lnTo>
                  <a:pt x="26532" y="1"/>
                </a:lnTo>
                <a:lnTo>
                  <a:pt x="0" y="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9190B2-AF3D-891A-9368-EA6A0AE3D352}"/>
              </a:ext>
            </a:extLst>
          </p:cNvPr>
          <p:cNvSpPr>
            <a:spLocks noGrp="1"/>
          </p:cNvSpPr>
          <p:nvPr>
            <p:ph type="title"/>
          </p:nvPr>
        </p:nvSpPr>
        <p:spPr>
          <a:xfrm>
            <a:off x="685801" y="500743"/>
            <a:ext cx="7402285" cy="1360714"/>
          </a:xfrm>
        </p:spPr>
        <p:txBody>
          <a:bodyPr>
            <a:normAutofit/>
          </a:bodyPr>
          <a:lstStyle/>
          <a:p>
            <a:r>
              <a:rPr lang="en-AU" dirty="0"/>
              <a:t>writing an introduction</a:t>
            </a:r>
          </a:p>
        </p:txBody>
      </p:sp>
      <p:sp>
        <p:nvSpPr>
          <p:cNvPr id="3" name="Content Placeholder 2">
            <a:extLst>
              <a:ext uri="{FF2B5EF4-FFF2-40B4-BE49-F238E27FC236}">
                <a16:creationId xmlns:a16="http://schemas.microsoft.com/office/drawing/2014/main" id="{D4377F94-69DF-4D92-212B-3541E97CC57B}"/>
              </a:ext>
            </a:extLst>
          </p:cNvPr>
          <p:cNvSpPr>
            <a:spLocks noGrp="1"/>
          </p:cNvSpPr>
          <p:nvPr>
            <p:ph idx="1"/>
          </p:nvPr>
        </p:nvSpPr>
        <p:spPr>
          <a:xfrm>
            <a:off x="576649" y="1746423"/>
            <a:ext cx="5519351" cy="2537253"/>
          </a:xfrm>
        </p:spPr>
        <p:txBody>
          <a:bodyPr>
            <a:normAutofit/>
          </a:bodyPr>
          <a:lstStyle/>
          <a:p>
            <a:pPr marL="0" indent="0">
              <a:lnSpc>
                <a:spcPct val="90000"/>
              </a:lnSpc>
              <a:buNone/>
            </a:pPr>
            <a:r>
              <a:rPr lang="en-AU" sz="2000" dirty="0"/>
              <a:t>Can you identify the following in these examples:</a:t>
            </a:r>
          </a:p>
          <a:p>
            <a:pPr marL="534988" indent="-354013">
              <a:lnSpc>
                <a:spcPct val="90000"/>
              </a:lnSpc>
            </a:pPr>
            <a:r>
              <a:rPr lang="en-AU" sz="2000" dirty="0">
                <a:solidFill>
                  <a:schemeClr val="tx2"/>
                </a:solidFill>
              </a:rPr>
              <a:t>Title – what do you notice about it?</a:t>
            </a:r>
          </a:p>
          <a:p>
            <a:pPr marL="534988" indent="-354013">
              <a:lnSpc>
                <a:spcPct val="90000"/>
              </a:lnSpc>
            </a:pPr>
            <a:r>
              <a:rPr lang="en-AU" sz="2000" dirty="0">
                <a:solidFill>
                  <a:schemeClr val="tx2"/>
                </a:solidFill>
              </a:rPr>
              <a:t>Author</a:t>
            </a:r>
          </a:p>
          <a:p>
            <a:pPr marL="534988" indent="-354013">
              <a:lnSpc>
                <a:spcPct val="90000"/>
              </a:lnSpc>
            </a:pPr>
            <a:r>
              <a:rPr lang="en-AU" sz="2000" dirty="0">
                <a:solidFill>
                  <a:schemeClr val="tx2"/>
                </a:solidFill>
              </a:rPr>
              <a:t>Verb – what type of verb is it?</a:t>
            </a:r>
          </a:p>
          <a:p>
            <a:pPr marL="534988" indent="-354013">
              <a:lnSpc>
                <a:spcPct val="90000"/>
              </a:lnSpc>
            </a:pPr>
            <a:r>
              <a:rPr lang="en-AU" sz="2000" dirty="0">
                <a:solidFill>
                  <a:schemeClr val="tx2"/>
                </a:solidFill>
              </a:rPr>
              <a:t>Big ideas (themes)</a:t>
            </a:r>
          </a:p>
          <a:p>
            <a:pPr marL="534988" indent="-354013">
              <a:lnSpc>
                <a:spcPct val="90000"/>
              </a:lnSpc>
            </a:pPr>
            <a:r>
              <a:rPr lang="en-AU" sz="2000" dirty="0">
                <a:solidFill>
                  <a:schemeClr val="tx2"/>
                </a:solidFill>
              </a:rPr>
              <a:t>Prepositional phrases</a:t>
            </a:r>
          </a:p>
        </p:txBody>
      </p:sp>
      <p:sp>
        <p:nvSpPr>
          <p:cNvPr id="4" name="Rectangle: Rounded Corners 3">
            <a:extLst>
              <a:ext uri="{FF2B5EF4-FFF2-40B4-BE49-F238E27FC236}">
                <a16:creationId xmlns:a16="http://schemas.microsoft.com/office/drawing/2014/main" id="{6DCE145C-F835-417F-8607-DB614FF95603}"/>
              </a:ext>
            </a:extLst>
          </p:cNvPr>
          <p:cNvSpPr/>
          <p:nvPr/>
        </p:nvSpPr>
        <p:spPr>
          <a:xfrm>
            <a:off x="6291798" y="1181100"/>
            <a:ext cx="5106728" cy="178858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a:buNone/>
            </a:pPr>
            <a:r>
              <a:rPr lang="en-AU" sz="2000" i="1" dirty="0">
                <a:solidFill>
                  <a:schemeClr val="tx2"/>
                </a:solidFill>
              </a:rPr>
              <a:t>Throughout the film </a:t>
            </a:r>
            <a:r>
              <a:rPr lang="en-AU" sz="2000" i="1" u="sng" dirty="0">
                <a:solidFill>
                  <a:schemeClr val="tx2"/>
                </a:solidFill>
              </a:rPr>
              <a:t>Edward Scissorhands</a:t>
            </a:r>
            <a:r>
              <a:rPr lang="en-AU" sz="2000" i="1" dirty="0">
                <a:solidFill>
                  <a:schemeClr val="tx2"/>
                </a:solidFill>
              </a:rPr>
              <a:t>, </a:t>
            </a:r>
            <a:r>
              <a:rPr lang="en-AU" sz="2000" i="1" dirty="0">
                <a:solidFill>
                  <a:srgbClr val="C00000"/>
                </a:solidFill>
              </a:rPr>
              <a:t>director Tim Burton </a:t>
            </a:r>
            <a:r>
              <a:rPr lang="en-AU" sz="2000" i="1" dirty="0">
                <a:solidFill>
                  <a:srgbClr val="008000"/>
                </a:solidFill>
              </a:rPr>
              <a:t>shows</a:t>
            </a:r>
            <a:r>
              <a:rPr lang="en-AU" sz="2000" i="1" dirty="0"/>
              <a:t> </a:t>
            </a:r>
            <a:r>
              <a:rPr lang="en-AU" sz="2000" i="1" dirty="0">
                <a:solidFill>
                  <a:schemeClr val="tx1"/>
                </a:solidFill>
              </a:rPr>
              <a:t>a </a:t>
            </a:r>
            <a:br>
              <a:rPr lang="en-AU" sz="2000" i="1" dirty="0">
                <a:solidFill>
                  <a:schemeClr val="tx1"/>
                </a:solidFill>
              </a:rPr>
            </a:br>
            <a:r>
              <a:rPr lang="en-AU" sz="2000" i="1" dirty="0">
                <a:solidFill>
                  <a:schemeClr val="tx1"/>
                </a:solidFill>
              </a:rPr>
              <a:t>society that fears the things it doesn't understand.</a:t>
            </a:r>
          </a:p>
        </p:txBody>
      </p:sp>
      <p:sp>
        <p:nvSpPr>
          <p:cNvPr id="5" name="Rectangle: Rounded Corners 4">
            <a:extLst>
              <a:ext uri="{FF2B5EF4-FFF2-40B4-BE49-F238E27FC236}">
                <a16:creationId xmlns:a16="http://schemas.microsoft.com/office/drawing/2014/main" id="{68FE787E-2454-4E83-DE9D-6C0521649384}"/>
              </a:ext>
            </a:extLst>
          </p:cNvPr>
          <p:cNvSpPr/>
          <p:nvPr/>
        </p:nvSpPr>
        <p:spPr>
          <a:xfrm>
            <a:off x="6291798" y="3324499"/>
            <a:ext cx="5106728" cy="1652570"/>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0488">
              <a:buNone/>
            </a:pPr>
            <a:r>
              <a:rPr lang="en-AU" sz="2000" i="1" dirty="0">
                <a:solidFill>
                  <a:schemeClr val="tx2"/>
                </a:solidFill>
              </a:rPr>
              <a:t>In </a:t>
            </a:r>
            <a:r>
              <a:rPr lang="en-AU" sz="2000" i="1" u="sng" dirty="0">
                <a:solidFill>
                  <a:schemeClr val="tx2"/>
                </a:solidFill>
              </a:rPr>
              <a:t>Edward Scissorhands</a:t>
            </a:r>
            <a:r>
              <a:rPr lang="en-AU" sz="2000" i="1" dirty="0">
                <a:solidFill>
                  <a:schemeClr val="tx2"/>
                </a:solidFill>
              </a:rPr>
              <a:t>, </a:t>
            </a:r>
            <a:r>
              <a:rPr lang="en-AU" sz="2000" i="1" dirty="0">
                <a:solidFill>
                  <a:srgbClr val="C00000"/>
                </a:solidFill>
              </a:rPr>
              <a:t>Tim Burton </a:t>
            </a:r>
            <a:r>
              <a:rPr lang="en-AU" sz="2000" i="1" dirty="0">
                <a:solidFill>
                  <a:srgbClr val="008000"/>
                </a:solidFill>
              </a:rPr>
              <a:t>explores</a:t>
            </a:r>
            <a:r>
              <a:rPr lang="en-AU" sz="2000" i="1" dirty="0"/>
              <a:t> </a:t>
            </a:r>
            <a:r>
              <a:rPr lang="en-AU" sz="2000" i="1" dirty="0">
                <a:solidFill>
                  <a:schemeClr val="tx1"/>
                </a:solidFill>
              </a:rPr>
              <a:t>the courage it requires to look past first impressions to see the beauty within.</a:t>
            </a:r>
          </a:p>
        </p:txBody>
      </p:sp>
      <p:sp>
        <p:nvSpPr>
          <p:cNvPr id="6" name="Content Placeholder 2">
            <a:extLst>
              <a:ext uri="{FF2B5EF4-FFF2-40B4-BE49-F238E27FC236}">
                <a16:creationId xmlns:a16="http://schemas.microsoft.com/office/drawing/2014/main" id="{E1861373-32E5-A26C-1ADA-6BAD9A8A734F}"/>
              </a:ext>
            </a:extLst>
          </p:cNvPr>
          <p:cNvSpPr txBox="1">
            <a:spLocks/>
          </p:cNvSpPr>
          <p:nvPr/>
        </p:nvSpPr>
        <p:spPr>
          <a:xfrm>
            <a:off x="576649" y="4489622"/>
            <a:ext cx="8015417" cy="2131596"/>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nSpc>
                <a:spcPct val="90000"/>
              </a:lnSpc>
              <a:buNone/>
            </a:pPr>
            <a:r>
              <a:rPr lang="en-AU" sz="2000" b="1" dirty="0"/>
              <a:t>Now you try.</a:t>
            </a:r>
          </a:p>
          <a:p>
            <a:pPr marL="0" indent="0">
              <a:lnSpc>
                <a:spcPct val="90000"/>
              </a:lnSpc>
              <a:buNone/>
            </a:pPr>
            <a:r>
              <a:rPr lang="en-AU" sz="2000" dirty="0"/>
              <a:t>Turn to your planning sheet.</a:t>
            </a:r>
          </a:p>
          <a:p>
            <a:pPr marL="0" indent="0">
              <a:lnSpc>
                <a:spcPct val="90000"/>
              </a:lnSpc>
              <a:buNone/>
            </a:pPr>
            <a:r>
              <a:rPr lang="en-AU" sz="2000" dirty="0"/>
              <a:t>Write a sentence just like these that introduces </a:t>
            </a:r>
            <a:r>
              <a:rPr lang="en-AU" sz="2000" b="1" i="1" dirty="0"/>
              <a:t>the</a:t>
            </a:r>
            <a:r>
              <a:rPr lang="en-AU" sz="2000" i="1" dirty="0"/>
              <a:t> </a:t>
            </a:r>
            <a:r>
              <a:rPr lang="en-AU" sz="2000" b="1" i="1" dirty="0"/>
              <a:t>novel</a:t>
            </a:r>
            <a:r>
              <a:rPr lang="en-AU" sz="2000" dirty="0"/>
              <a:t>, the </a:t>
            </a:r>
            <a:r>
              <a:rPr lang="en-AU" sz="2000" b="1" dirty="0"/>
              <a:t>author</a:t>
            </a:r>
            <a:r>
              <a:rPr lang="en-AU" sz="2000" dirty="0"/>
              <a:t> and the </a:t>
            </a:r>
            <a:r>
              <a:rPr lang="en-AU" sz="2000" b="1" dirty="0"/>
              <a:t>big ideas</a:t>
            </a:r>
            <a:r>
              <a:rPr lang="en-AU" sz="2000" dirty="0"/>
              <a:t>.</a:t>
            </a:r>
          </a:p>
        </p:txBody>
      </p:sp>
    </p:spTree>
    <p:extLst>
      <p:ext uri="{BB962C8B-B14F-4D97-AF65-F5344CB8AC3E}">
        <p14:creationId xmlns:p14="http://schemas.microsoft.com/office/powerpoint/2010/main" val="2742037169"/>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04C7E"/>
      </a:dk2>
      <a:lt2>
        <a:srgbClr val="EBEBEB"/>
      </a:lt2>
      <a:accent1>
        <a:srgbClr val="94CE67"/>
      </a:accent1>
      <a:accent2>
        <a:srgbClr val="49D1CD"/>
      </a:accent2>
      <a:accent3>
        <a:srgbClr val="61A5D6"/>
      </a:accent3>
      <a:accent4>
        <a:srgbClr val="9D8CD3"/>
      </a:accent4>
      <a:accent5>
        <a:srgbClr val="E45C8A"/>
      </a:accent5>
      <a:accent6>
        <a:srgbClr val="F98C61"/>
      </a:accent6>
      <a:hlink>
        <a:srgbClr val="AAF172"/>
      </a:hlink>
      <a:folHlink>
        <a:srgbClr val="E7F19A"/>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E44E6A2F-09CD-4BE0-B42D-107FF03CEED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A3D4F247C9741BCA78F26B98D0AB7" ma:contentTypeVersion="17" ma:contentTypeDescription="Create a new document." ma:contentTypeScope="" ma:versionID="539b02d923bb555703caf23504a7cb02">
  <xsd:schema xmlns:xsd="http://www.w3.org/2001/XMLSchema" xmlns:xs="http://www.w3.org/2001/XMLSchema" xmlns:p="http://schemas.microsoft.com/office/2006/metadata/properties" xmlns:ns2="46846ff6-a39a-4f56-aca6-b2ea1af70d2e" xmlns:ns3="a8299878-b215-4b71-83d0-6b3d83d7e5d9" targetNamespace="http://schemas.microsoft.com/office/2006/metadata/properties" ma:root="true" ma:fieldsID="e414e06b879c708180ee4e9731c4d399" ns2:_="" ns3:_="">
    <xsd:import namespace="46846ff6-a39a-4f56-aca6-b2ea1af70d2e"/>
    <xsd:import namespace="a8299878-b215-4b71-83d0-6b3d83d7e5d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846ff6-a39a-4f56-aca6-b2ea1af70d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4073e9b-c14b-4f43-8554-77a15894e20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299878-b215-4b71-83d0-6b3d83d7e5d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9187b04-ede7-4ab0-a3a9-aa9f31dff0a7}" ma:internalName="TaxCatchAll" ma:showField="CatchAllData" ma:web="a8299878-b215-4b71-83d0-6b3d83d7e5d9">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6846ff6-a39a-4f56-aca6-b2ea1af70d2e">
      <Terms xmlns="http://schemas.microsoft.com/office/infopath/2007/PartnerControls"/>
    </lcf76f155ced4ddcb4097134ff3c332f>
    <TaxCatchAll xmlns="a8299878-b215-4b71-83d0-6b3d83d7e5d9" xsi:nil="true"/>
  </documentManagement>
</p:properties>
</file>

<file path=customXml/itemProps1.xml><?xml version="1.0" encoding="utf-8"?>
<ds:datastoreItem xmlns:ds="http://schemas.openxmlformats.org/officeDocument/2006/customXml" ds:itemID="{B5EBF556-C778-4B07-B9FB-7A3B365A4E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846ff6-a39a-4f56-aca6-b2ea1af70d2e"/>
    <ds:schemaRef ds:uri="a8299878-b215-4b71-83d0-6b3d83d7e5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EA5673B-7779-438E-B94E-F9FDE2D487C7}">
  <ds:schemaRefs>
    <ds:schemaRef ds:uri="http://schemas.microsoft.com/sharepoint/v3/contenttype/forms"/>
  </ds:schemaRefs>
</ds:datastoreItem>
</file>

<file path=customXml/itemProps3.xml><?xml version="1.0" encoding="utf-8"?>
<ds:datastoreItem xmlns:ds="http://schemas.openxmlformats.org/officeDocument/2006/customXml" ds:itemID="{83DA53CA-1394-4EF5-A698-E37DE5001603}">
  <ds:schemaRefs>
    <ds:schemaRef ds:uri="46846ff6-a39a-4f56-aca6-b2ea1af70d2e"/>
    <ds:schemaRef ds:uri="http://purl.org/dc/dcmitype/"/>
    <ds:schemaRef ds:uri="http://purl.org/dc/terms/"/>
    <ds:schemaRef ds:uri="http://schemas.microsoft.com/office/2006/documentManagement/types"/>
    <ds:schemaRef ds:uri="http://www.w3.org/XML/1998/namespace"/>
    <ds:schemaRef ds:uri="http://schemas.microsoft.com/office/2006/metadata/properties"/>
    <ds:schemaRef ds:uri="http://purl.org/dc/elements/1.1/"/>
    <ds:schemaRef ds:uri="http://schemas.microsoft.com/office/infopath/2007/PartnerControls"/>
    <ds:schemaRef ds:uri="http://schemas.openxmlformats.org/package/2006/metadata/core-properties"/>
    <ds:schemaRef ds:uri="a8299878-b215-4b71-83d0-6b3d83d7e5d9"/>
  </ds:schemaRefs>
</ds:datastoreItem>
</file>

<file path=docMetadata/LabelInfo.xml><?xml version="1.0" encoding="utf-8"?>
<clbl:labelList xmlns:clbl="http://schemas.microsoft.com/office/2020/mipLabelMetadata">
  <clbl:label id="{47e48a0f-ad51-4a5d-96e6-4351ca5a2caf}" enabled="0" method="" siteId="{47e48a0f-ad51-4a5d-96e6-4351ca5a2caf}" removed="1"/>
</clbl:labelList>
</file>

<file path=docProps/app.xml><?xml version="1.0" encoding="utf-8"?>
<Properties xmlns="http://schemas.openxmlformats.org/officeDocument/2006/extended-properties" xmlns:vt="http://schemas.openxmlformats.org/officeDocument/2006/docPropsVTypes">
  <Template>TM03457452[[fn=Celestial]]</Template>
  <TotalTime>1395</TotalTime>
  <Words>1117</Words>
  <Application>Microsoft Office PowerPoint</Application>
  <PresentationFormat>Widescreen</PresentationFormat>
  <Paragraphs>144</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Wingdings</vt:lpstr>
      <vt:lpstr>Celestial</vt:lpstr>
      <vt:lpstr>The Bone Sparrow</vt:lpstr>
      <vt:lpstr>The purpose of this task</vt:lpstr>
      <vt:lpstr>Option 1 - Mild</vt:lpstr>
      <vt:lpstr>Unpack the prompt</vt:lpstr>
      <vt:lpstr>Step 1 – key words</vt:lpstr>
      <vt:lpstr>Stop. Think.</vt:lpstr>
      <vt:lpstr>Develop a contention</vt:lpstr>
      <vt:lpstr>Develop an argument</vt:lpstr>
      <vt:lpstr>Develop an argument</vt:lpstr>
      <vt:lpstr>Develop an argument</vt:lpstr>
      <vt:lpstr>Continue planning</vt:lpstr>
      <vt:lpstr>Writing the essay!</vt:lpstr>
      <vt:lpstr>Writing an introduction</vt:lpstr>
      <vt:lpstr>Writing an introduction</vt:lpstr>
      <vt:lpstr>writing an introduction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cp:revision>
  <dcterms:created xsi:type="dcterms:W3CDTF">2025-09-02T04:38:16Z</dcterms:created>
  <dcterms:modified xsi:type="dcterms:W3CDTF">2025-09-05T03:20:08Z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0x010100AC5A3D4F247C9741BCA78F26B98D0AB7</vt:lpwstr>
  </property>
  <property fmtid="{D5CDD505-2E9C-101B-9397-08002B2CF9AE}" pid="3" name="MediaServiceImageTags">
    <vt:lpwstr/>
  </property>
</Properties>
</file>