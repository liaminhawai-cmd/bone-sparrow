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70" r:id="rId6"/>
    <p:sldId id="271" r:id="rId7"/>
    <p:sldId id="257" r:id="rId8"/>
    <p:sldId id="266" r:id="rId9"/>
    <p:sldId id="258" r:id="rId10"/>
    <p:sldId id="267" r:id="rId11"/>
    <p:sldId id="259" r:id="rId12"/>
    <p:sldId id="260" r:id="rId13"/>
    <p:sldId id="261" r:id="rId14"/>
    <p:sldId id="262" r:id="rId15"/>
    <p:sldId id="268" r:id="rId16"/>
    <p:sldId id="269" r:id="rId17"/>
    <p:sldId id="26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16A8DC-E870-4114-97DD-5C2C11EF8683}" v="4" dt="2025-08-27T23:30:26.1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51" d="100"/>
          <a:sy n="51" d="100"/>
        </p:scale>
        <p:origin x="1720"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BA8B20-203E-4BCC-A821-9B70846C9F75}"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6470E157-67C9-457B-8C1C-8739F26D9E78}">
      <dgm:prSet/>
      <dgm:spPr/>
      <dgm:t>
        <a:bodyPr/>
        <a:lstStyle/>
        <a:p>
          <a:r>
            <a:rPr lang="en-AU" b="0" noProof="0" dirty="0"/>
            <a:t>Think of a claim as your answer to: ‘What’s really happening here—and what does it mean?’</a:t>
          </a:r>
          <a:endParaRPr lang="en-AU" noProof="0" dirty="0"/>
        </a:p>
      </dgm:t>
    </dgm:pt>
    <dgm:pt modelId="{51A5CE5D-F27C-40F1-B7DF-F8ACD436321B}" type="parTrans" cxnId="{C46F9148-C04C-4EFF-BDF7-323E6368636E}">
      <dgm:prSet/>
      <dgm:spPr/>
      <dgm:t>
        <a:bodyPr/>
        <a:lstStyle/>
        <a:p>
          <a:endParaRPr lang="en-US"/>
        </a:p>
      </dgm:t>
    </dgm:pt>
    <dgm:pt modelId="{7F384F3F-F391-483B-A00F-75FBF4DE6FD8}" type="sibTrans" cxnId="{C46F9148-C04C-4EFF-BDF7-323E6368636E}">
      <dgm:prSet/>
      <dgm:spPr/>
      <dgm:t>
        <a:bodyPr/>
        <a:lstStyle/>
        <a:p>
          <a:endParaRPr lang="en-AU" noProof="0" dirty="0"/>
        </a:p>
      </dgm:t>
    </dgm:pt>
    <dgm:pt modelId="{17CC43B6-D0BE-4782-AF08-AFEFC1A301D9}">
      <dgm:prSet/>
      <dgm:spPr/>
      <dgm:t>
        <a:bodyPr/>
        <a:lstStyle/>
        <a:p>
          <a:r>
            <a:rPr lang="en-AU" noProof="0" dirty="0"/>
            <a:t>A claim is an arguable statement about what is going on in the text.</a:t>
          </a:r>
        </a:p>
      </dgm:t>
    </dgm:pt>
    <dgm:pt modelId="{0E4BE821-D7EB-40EA-A658-FDB8D8271CE4}" type="parTrans" cxnId="{ADA8FC05-F7DD-4FE6-8DEA-D7CA6BA7A412}">
      <dgm:prSet/>
      <dgm:spPr/>
      <dgm:t>
        <a:bodyPr/>
        <a:lstStyle/>
        <a:p>
          <a:endParaRPr lang="en-US"/>
        </a:p>
      </dgm:t>
    </dgm:pt>
    <dgm:pt modelId="{BD1AF71C-74B2-43EE-9C46-D2AD0C06D90C}" type="sibTrans" cxnId="{ADA8FC05-F7DD-4FE6-8DEA-D7CA6BA7A412}">
      <dgm:prSet/>
      <dgm:spPr/>
      <dgm:t>
        <a:bodyPr/>
        <a:lstStyle/>
        <a:p>
          <a:endParaRPr lang="en-AU" noProof="0" dirty="0"/>
        </a:p>
      </dgm:t>
    </dgm:pt>
    <dgm:pt modelId="{E9F3B9BC-3181-4CC3-AF13-922AF0AC6C82}">
      <dgm:prSet/>
      <dgm:spPr/>
      <dgm:t>
        <a:bodyPr/>
        <a:lstStyle/>
        <a:p>
          <a:r>
            <a:rPr lang="en-AU" noProof="0" dirty="0"/>
            <a:t>It can be an interpretation, generalisation, or theory (not a plot summary).</a:t>
          </a:r>
          <a:br>
            <a:rPr lang="en-AU" noProof="0" dirty="0"/>
          </a:br>
          <a:br>
            <a:rPr lang="en-AU" noProof="0" dirty="0"/>
          </a:br>
          <a:br>
            <a:rPr lang="en-AU" noProof="0" dirty="0"/>
          </a:br>
          <a:r>
            <a:rPr lang="en-AU" b="1" noProof="0" dirty="0"/>
            <a:t>Claim:</a:t>
          </a:r>
          <a:r>
            <a:rPr lang="en-AU" noProof="0" dirty="0"/>
            <a:t> The bone sparrow symbolises memory and hope.</a:t>
          </a:r>
          <a:br>
            <a:rPr lang="en-AU" noProof="0" dirty="0"/>
          </a:br>
          <a:br>
            <a:rPr lang="en-AU" noProof="0" dirty="0"/>
          </a:br>
          <a:r>
            <a:rPr lang="en-AU" b="1" noProof="0" dirty="0"/>
            <a:t>Claim:</a:t>
          </a:r>
          <a:r>
            <a:rPr lang="en-AU" noProof="0" dirty="0"/>
            <a:t> Small acts of adult kindness have big effects.</a:t>
          </a:r>
        </a:p>
      </dgm:t>
    </dgm:pt>
    <dgm:pt modelId="{0357DE6B-8DE1-4472-9EC8-E258D7836FD3}" type="parTrans" cxnId="{CE1CEC7A-4AE4-4C5C-8F9B-8C966FACB23E}">
      <dgm:prSet/>
      <dgm:spPr/>
      <dgm:t>
        <a:bodyPr/>
        <a:lstStyle/>
        <a:p>
          <a:endParaRPr lang="en-US"/>
        </a:p>
      </dgm:t>
    </dgm:pt>
    <dgm:pt modelId="{91E87684-E056-4A06-B65E-98266EC57F18}" type="sibTrans" cxnId="{CE1CEC7A-4AE4-4C5C-8F9B-8C966FACB23E}">
      <dgm:prSet/>
      <dgm:spPr/>
      <dgm:t>
        <a:bodyPr/>
        <a:lstStyle/>
        <a:p>
          <a:endParaRPr lang="en-US"/>
        </a:p>
      </dgm:t>
    </dgm:pt>
    <dgm:pt modelId="{A56C0D47-F434-4CE1-8A8F-E8CB7975D4C7}" type="pres">
      <dgm:prSet presAssocID="{6CBA8B20-203E-4BCC-A821-9B70846C9F75}" presName="outerComposite" presStyleCnt="0">
        <dgm:presLayoutVars>
          <dgm:chMax val="5"/>
          <dgm:dir/>
          <dgm:resizeHandles val="exact"/>
        </dgm:presLayoutVars>
      </dgm:prSet>
      <dgm:spPr/>
    </dgm:pt>
    <dgm:pt modelId="{AC7549E4-9E0F-47DC-9F2D-D9DD41807676}" type="pres">
      <dgm:prSet presAssocID="{6CBA8B20-203E-4BCC-A821-9B70846C9F75}" presName="dummyMaxCanvas" presStyleCnt="0">
        <dgm:presLayoutVars/>
      </dgm:prSet>
      <dgm:spPr/>
    </dgm:pt>
    <dgm:pt modelId="{02626D56-C9EE-4E8C-88E1-9F477CB52249}" type="pres">
      <dgm:prSet presAssocID="{6CBA8B20-203E-4BCC-A821-9B70846C9F75}" presName="ThreeNodes_1" presStyleLbl="node1" presStyleIdx="0" presStyleCnt="3">
        <dgm:presLayoutVars>
          <dgm:bulletEnabled val="1"/>
        </dgm:presLayoutVars>
      </dgm:prSet>
      <dgm:spPr/>
    </dgm:pt>
    <dgm:pt modelId="{36EC6C56-C4E9-4A98-AD1A-C05F4A1DDB31}" type="pres">
      <dgm:prSet presAssocID="{6CBA8B20-203E-4BCC-A821-9B70846C9F75}" presName="ThreeNodes_2" presStyleLbl="node1" presStyleIdx="1" presStyleCnt="3">
        <dgm:presLayoutVars>
          <dgm:bulletEnabled val="1"/>
        </dgm:presLayoutVars>
      </dgm:prSet>
      <dgm:spPr/>
    </dgm:pt>
    <dgm:pt modelId="{C5C1210B-07FA-42A9-B98D-BA0342BDA944}" type="pres">
      <dgm:prSet presAssocID="{6CBA8B20-203E-4BCC-A821-9B70846C9F75}" presName="ThreeNodes_3" presStyleLbl="node1" presStyleIdx="2" presStyleCnt="3">
        <dgm:presLayoutVars>
          <dgm:bulletEnabled val="1"/>
        </dgm:presLayoutVars>
      </dgm:prSet>
      <dgm:spPr/>
    </dgm:pt>
    <dgm:pt modelId="{68DD51AC-20BA-4A35-B54D-929B1E59CDA1}" type="pres">
      <dgm:prSet presAssocID="{6CBA8B20-203E-4BCC-A821-9B70846C9F75}" presName="ThreeConn_1-2" presStyleLbl="fgAccFollowNode1" presStyleIdx="0" presStyleCnt="2">
        <dgm:presLayoutVars>
          <dgm:bulletEnabled val="1"/>
        </dgm:presLayoutVars>
      </dgm:prSet>
      <dgm:spPr/>
    </dgm:pt>
    <dgm:pt modelId="{1764A058-4B21-4467-B96B-89165D6014AF}" type="pres">
      <dgm:prSet presAssocID="{6CBA8B20-203E-4BCC-A821-9B70846C9F75}" presName="ThreeConn_2-3" presStyleLbl="fgAccFollowNode1" presStyleIdx="1" presStyleCnt="2">
        <dgm:presLayoutVars>
          <dgm:bulletEnabled val="1"/>
        </dgm:presLayoutVars>
      </dgm:prSet>
      <dgm:spPr/>
    </dgm:pt>
    <dgm:pt modelId="{A081372A-D66D-4315-B601-9E0DA36A4658}" type="pres">
      <dgm:prSet presAssocID="{6CBA8B20-203E-4BCC-A821-9B70846C9F75}" presName="ThreeNodes_1_text" presStyleLbl="node1" presStyleIdx="2" presStyleCnt="3">
        <dgm:presLayoutVars>
          <dgm:bulletEnabled val="1"/>
        </dgm:presLayoutVars>
      </dgm:prSet>
      <dgm:spPr/>
    </dgm:pt>
    <dgm:pt modelId="{E33E7E67-4AF7-49B8-B858-BDD00C028682}" type="pres">
      <dgm:prSet presAssocID="{6CBA8B20-203E-4BCC-A821-9B70846C9F75}" presName="ThreeNodes_2_text" presStyleLbl="node1" presStyleIdx="2" presStyleCnt="3">
        <dgm:presLayoutVars>
          <dgm:bulletEnabled val="1"/>
        </dgm:presLayoutVars>
      </dgm:prSet>
      <dgm:spPr/>
    </dgm:pt>
    <dgm:pt modelId="{C71F6283-016D-44DB-BAF3-8F5B9944D628}" type="pres">
      <dgm:prSet presAssocID="{6CBA8B20-203E-4BCC-A821-9B70846C9F75}" presName="ThreeNodes_3_text" presStyleLbl="node1" presStyleIdx="2" presStyleCnt="3">
        <dgm:presLayoutVars>
          <dgm:bulletEnabled val="1"/>
        </dgm:presLayoutVars>
      </dgm:prSet>
      <dgm:spPr/>
    </dgm:pt>
  </dgm:ptLst>
  <dgm:cxnLst>
    <dgm:cxn modelId="{ADA8FC05-F7DD-4FE6-8DEA-D7CA6BA7A412}" srcId="{6CBA8B20-203E-4BCC-A821-9B70846C9F75}" destId="{17CC43B6-D0BE-4782-AF08-AFEFC1A301D9}" srcOrd="1" destOrd="0" parTransId="{0E4BE821-D7EB-40EA-A658-FDB8D8271CE4}" sibTransId="{BD1AF71C-74B2-43EE-9C46-D2AD0C06D90C}"/>
    <dgm:cxn modelId="{A9E44D0C-CAC9-47DE-BF80-587C1695E75C}" type="presOf" srcId="{17CC43B6-D0BE-4782-AF08-AFEFC1A301D9}" destId="{E33E7E67-4AF7-49B8-B858-BDD00C028682}" srcOrd="1" destOrd="0" presId="urn:microsoft.com/office/officeart/2005/8/layout/vProcess5"/>
    <dgm:cxn modelId="{7CEBE966-C5A5-4644-827A-743663021B9A}" type="presOf" srcId="{E9F3B9BC-3181-4CC3-AF13-922AF0AC6C82}" destId="{C5C1210B-07FA-42A9-B98D-BA0342BDA944}" srcOrd="0" destOrd="0" presId="urn:microsoft.com/office/officeart/2005/8/layout/vProcess5"/>
    <dgm:cxn modelId="{C46F9148-C04C-4EFF-BDF7-323E6368636E}" srcId="{6CBA8B20-203E-4BCC-A821-9B70846C9F75}" destId="{6470E157-67C9-457B-8C1C-8739F26D9E78}" srcOrd="0" destOrd="0" parTransId="{51A5CE5D-F27C-40F1-B7DF-F8ACD436321B}" sibTransId="{7F384F3F-F391-483B-A00F-75FBF4DE6FD8}"/>
    <dgm:cxn modelId="{3453E251-9878-496E-86D7-BA8E9343E29E}" type="presOf" srcId="{6470E157-67C9-457B-8C1C-8739F26D9E78}" destId="{A081372A-D66D-4315-B601-9E0DA36A4658}" srcOrd="1" destOrd="0" presId="urn:microsoft.com/office/officeart/2005/8/layout/vProcess5"/>
    <dgm:cxn modelId="{B8DD6B75-9190-4B3C-97BB-8820BC004F21}" type="presOf" srcId="{E9F3B9BC-3181-4CC3-AF13-922AF0AC6C82}" destId="{C71F6283-016D-44DB-BAF3-8F5B9944D628}" srcOrd="1" destOrd="0" presId="urn:microsoft.com/office/officeart/2005/8/layout/vProcess5"/>
    <dgm:cxn modelId="{CE1CEC7A-4AE4-4C5C-8F9B-8C966FACB23E}" srcId="{6CBA8B20-203E-4BCC-A821-9B70846C9F75}" destId="{E9F3B9BC-3181-4CC3-AF13-922AF0AC6C82}" srcOrd="2" destOrd="0" parTransId="{0357DE6B-8DE1-4472-9EC8-E258D7836FD3}" sibTransId="{91E87684-E056-4A06-B65E-98266EC57F18}"/>
    <dgm:cxn modelId="{0ADCAB96-232C-487C-B4EE-A2E32AE4D149}" type="presOf" srcId="{17CC43B6-D0BE-4782-AF08-AFEFC1A301D9}" destId="{36EC6C56-C4E9-4A98-AD1A-C05F4A1DDB31}" srcOrd="0" destOrd="0" presId="urn:microsoft.com/office/officeart/2005/8/layout/vProcess5"/>
    <dgm:cxn modelId="{674BBDA3-E3A3-44ED-A2F4-464CE3E11E58}" type="presOf" srcId="{BD1AF71C-74B2-43EE-9C46-D2AD0C06D90C}" destId="{1764A058-4B21-4467-B96B-89165D6014AF}" srcOrd="0" destOrd="0" presId="urn:microsoft.com/office/officeart/2005/8/layout/vProcess5"/>
    <dgm:cxn modelId="{C75603C1-A9A4-45D3-952E-B9099A060738}" type="presOf" srcId="{6CBA8B20-203E-4BCC-A821-9B70846C9F75}" destId="{A56C0D47-F434-4CE1-8A8F-E8CB7975D4C7}" srcOrd="0" destOrd="0" presId="urn:microsoft.com/office/officeart/2005/8/layout/vProcess5"/>
    <dgm:cxn modelId="{F16B52C7-FA66-4B4E-9E16-3302F9B30062}" type="presOf" srcId="{7F384F3F-F391-483B-A00F-75FBF4DE6FD8}" destId="{68DD51AC-20BA-4A35-B54D-929B1E59CDA1}" srcOrd="0" destOrd="0" presId="urn:microsoft.com/office/officeart/2005/8/layout/vProcess5"/>
    <dgm:cxn modelId="{15A5D2E2-C10C-4EA4-9932-1BD1F6180D5B}" type="presOf" srcId="{6470E157-67C9-457B-8C1C-8739F26D9E78}" destId="{02626D56-C9EE-4E8C-88E1-9F477CB52249}" srcOrd="0" destOrd="0" presId="urn:microsoft.com/office/officeart/2005/8/layout/vProcess5"/>
    <dgm:cxn modelId="{04359D68-ED49-48AB-AD69-E25E6D1A5E00}" type="presParOf" srcId="{A56C0D47-F434-4CE1-8A8F-E8CB7975D4C7}" destId="{AC7549E4-9E0F-47DC-9F2D-D9DD41807676}" srcOrd="0" destOrd="0" presId="urn:microsoft.com/office/officeart/2005/8/layout/vProcess5"/>
    <dgm:cxn modelId="{229DBB2D-8D4C-4E5A-AA9E-8968E95059B6}" type="presParOf" srcId="{A56C0D47-F434-4CE1-8A8F-E8CB7975D4C7}" destId="{02626D56-C9EE-4E8C-88E1-9F477CB52249}" srcOrd="1" destOrd="0" presId="urn:microsoft.com/office/officeart/2005/8/layout/vProcess5"/>
    <dgm:cxn modelId="{E6577589-E766-4386-919C-14DAB2EA7D44}" type="presParOf" srcId="{A56C0D47-F434-4CE1-8A8F-E8CB7975D4C7}" destId="{36EC6C56-C4E9-4A98-AD1A-C05F4A1DDB31}" srcOrd="2" destOrd="0" presId="urn:microsoft.com/office/officeart/2005/8/layout/vProcess5"/>
    <dgm:cxn modelId="{44F5FD10-73FD-40BA-B0FF-999EBED58770}" type="presParOf" srcId="{A56C0D47-F434-4CE1-8A8F-E8CB7975D4C7}" destId="{C5C1210B-07FA-42A9-B98D-BA0342BDA944}" srcOrd="3" destOrd="0" presId="urn:microsoft.com/office/officeart/2005/8/layout/vProcess5"/>
    <dgm:cxn modelId="{49134C69-5EC5-4828-9192-79049EF71465}" type="presParOf" srcId="{A56C0D47-F434-4CE1-8A8F-E8CB7975D4C7}" destId="{68DD51AC-20BA-4A35-B54D-929B1E59CDA1}" srcOrd="4" destOrd="0" presId="urn:microsoft.com/office/officeart/2005/8/layout/vProcess5"/>
    <dgm:cxn modelId="{20426797-42B8-405D-A729-F233AF2B0EFA}" type="presParOf" srcId="{A56C0D47-F434-4CE1-8A8F-E8CB7975D4C7}" destId="{1764A058-4B21-4467-B96B-89165D6014AF}" srcOrd="5" destOrd="0" presId="urn:microsoft.com/office/officeart/2005/8/layout/vProcess5"/>
    <dgm:cxn modelId="{DFD8D673-4F12-4C40-BFD2-F2AD52E0DDDE}" type="presParOf" srcId="{A56C0D47-F434-4CE1-8A8F-E8CB7975D4C7}" destId="{A081372A-D66D-4315-B601-9E0DA36A4658}" srcOrd="6" destOrd="0" presId="urn:microsoft.com/office/officeart/2005/8/layout/vProcess5"/>
    <dgm:cxn modelId="{4C5BAD34-8445-462F-A9E8-4E99B99844AA}" type="presParOf" srcId="{A56C0D47-F434-4CE1-8A8F-E8CB7975D4C7}" destId="{E33E7E67-4AF7-49B8-B858-BDD00C028682}" srcOrd="7" destOrd="0" presId="urn:microsoft.com/office/officeart/2005/8/layout/vProcess5"/>
    <dgm:cxn modelId="{F3D7067B-FC19-43A0-B02B-0C0BED5E3E6C}" type="presParOf" srcId="{A56C0D47-F434-4CE1-8A8F-E8CB7975D4C7}" destId="{C71F6283-016D-44DB-BAF3-8F5B9944D628}"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375053-2AD7-426E-9254-57FE6863A475}"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9CA9A463-28C8-4FB8-879F-D6D725FB6710}">
      <dgm:prSet/>
      <dgm:spPr/>
      <dgm:t>
        <a:bodyPr/>
        <a:lstStyle/>
        <a:p>
          <a:r>
            <a:rPr lang="en-AU" b="0" noProof="0" dirty="0"/>
            <a:t>Support answers: ‘How do you know?’</a:t>
          </a:r>
          <a:br>
            <a:rPr lang="en-AU" b="0" noProof="0" dirty="0"/>
          </a:br>
          <a:endParaRPr lang="en-AU" noProof="0" dirty="0"/>
        </a:p>
      </dgm:t>
    </dgm:pt>
    <dgm:pt modelId="{C494B2DA-C9B5-4954-B229-78758D9A826B}" type="parTrans" cxnId="{CB7B4071-828B-4936-B810-2093CD3EF3F3}">
      <dgm:prSet/>
      <dgm:spPr/>
      <dgm:t>
        <a:bodyPr/>
        <a:lstStyle/>
        <a:p>
          <a:endParaRPr lang="en-US"/>
        </a:p>
      </dgm:t>
    </dgm:pt>
    <dgm:pt modelId="{CB9AD435-EDCB-45DA-9115-E82ED460FBE2}" type="sibTrans" cxnId="{CB7B4071-828B-4936-B810-2093CD3EF3F3}">
      <dgm:prSet/>
      <dgm:spPr/>
      <dgm:t>
        <a:bodyPr/>
        <a:lstStyle/>
        <a:p>
          <a:endParaRPr lang="en-AU" noProof="0" dirty="0"/>
        </a:p>
      </dgm:t>
    </dgm:pt>
    <dgm:pt modelId="{14E38BAC-A0A6-4DDD-AA0F-28A953DD3CA9}">
      <dgm:prSet/>
      <dgm:spPr/>
      <dgm:t>
        <a:bodyPr/>
        <a:lstStyle/>
        <a:p>
          <a:r>
            <a:rPr lang="en-AU" noProof="0" dirty="0"/>
            <a:t>Support is the checkable evidence that backs your claim.</a:t>
          </a:r>
          <a:br>
            <a:rPr lang="en-AU" noProof="0" dirty="0"/>
          </a:br>
          <a:endParaRPr lang="en-AU" noProof="0" dirty="0"/>
        </a:p>
      </dgm:t>
    </dgm:pt>
    <dgm:pt modelId="{5D1B5ABF-5566-4A50-9E6B-9B9AB9A904D6}" type="parTrans" cxnId="{C8DC448D-1497-4E43-A65C-0349EF9C28E5}">
      <dgm:prSet/>
      <dgm:spPr/>
      <dgm:t>
        <a:bodyPr/>
        <a:lstStyle/>
        <a:p>
          <a:endParaRPr lang="en-US"/>
        </a:p>
      </dgm:t>
    </dgm:pt>
    <dgm:pt modelId="{9F9CFE2C-BC08-4685-BDF9-2E8D327B397E}" type="sibTrans" cxnId="{C8DC448D-1497-4E43-A65C-0349EF9C28E5}">
      <dgm:prSet/>
      <dgm:spPr/>
      <dgm:t>
        <a:bodyPr/>
        <a:lstStyle/>
        <a:p>
          <a:endParaRPr lang="en-AU" noProof="0" dirty="0"/>
        </a:p>
      </dgm:t>
    </dgm:pt>
    <dgm:pt modelId="{C456074A-B2B0-40E7-A13E-87676AAF7519}">
      <dgm:prSet/>
      <dgm:spPr/>
      <dgm:t>
        <a:bodyPr/>
        <a:lstStyle/>
        <a:p>
          <a:r>
            <a:rPr lang="en-AU" noProof="0" dirty="0"/>
            <a:t>Types: brief quotation, scene detail, recurring symbol/motif, pattern across chapters, consequence of a choice, contrast between characters.</a:t>
          </a:r>
        </a:p>
      </dgm:t>
    </dgm:pt>
    <dgm:pt modelId="{077D4033-6623-4BFA-AF6D-1239AE690FFC}" type="parTrans" cxnId="{6A467572-F59E-46A3-93EF-D576B2660C4B}">
      <dgm:prSet/>
      <dgm:spPr/>
      <dgm:t>
        <a:bodyPr/>
        <a:lstStyle/>
        <a:p>
          <a:endParaRPr lang="en-US"/>
        </a:p>
      </dgm:t>
    </dgm:pt>
    <dgm:pt modelId="{DBDE48F6-9DF0-4DF3-BE6E-0416AAFC3C91}" type="sibTrans" cxnId="{6A467572-F59E-46A3-93EF-D576B2660C4B}">
      <dgm:prSet/>
      <dgm:spPr/>
      <dgm:t>
        <a:bodyPr/>
        <a:lstStyle/>
        <a:p>
          <a:endParaRPr lang="en-AU" noProof="0" dirty="0"/>
        </a:p>
      </dgm:t>
    </dgm:pt>
    <dgm:pt modelId="{1F78C3B9-0910-4A25-9CD6-54767E55E274}">
      <dgm:prSet/>
      <dgm:spPr/>
      <dgm:t>
        <a:bodyPr/>
        <a:lstStyle/>
        <a:p>
          <a:r>
            <a:rPr lang="en-AU" noProof="0" dirty="0"/>
            <a:t>Ask: Which exact words or moments carry the meaning? Is it a one‑off or a pattern?</a:t>
          </a:r>
        </a:p>
      </dgm:t>
    </dgm:pt>
    <dgm:pt modelId="{FB57F5FB-CA8D-4BA2-AA7C-5EACEB10B25A}" type="parTrans" cxnId="{62D57153-8A7B-458C-BCFF-0AF66DC017F5}">
      <dgm:prSet/>
      <dgm:spPr/>
      <dgm:t>
        <a:bodyPr/>
        <a:lstStyle/>
        <a:p>
          <a:endParaRPr lang="en-US"/>
        </a:p>
      </dgm:t>
    </dgm:pt>
    <dgm:pt modelId="{AAEDB037-BD46-451C-8CEC-1EDC461868AB}" type="sibTrans" cxnId="{62D57153-8A7B-458C-BCFF-0AF66DC017F5}">
      <dgm:prSet/>
      <dgm:spPr/>
      <dgm:t>
        <a:bodyPr/>
        <a:lstStyle/>
        <a:p>
          <a:endParaRPr lang="en-AU" noProof="0" dirty="0"/>
        </a:p>
      </dgm:t>
    </dgm:pt>
    <dgm:pt modelId="{5AFFA6A7-CD4B-4EBB-B78B-3EB53EFD8ACE}">
      <dgm:prSet/>
      <dgm:spPr/>
      <dgm:t>
        <a:bodyPr/>
        <a:lstStyle/>
        <a:p>
          <a:r>
            <a:rPr lang="en-AU" noProof="0" dirty="0"/>
            <a:t>Evidence must be relevant and precise; avoid very long quotes.</a:t>
          </a:r>
        </a:p>
      </dgm:t>
    </dgm:pt>
    <dgm:pt modelId="{51AD8DCE-89C1-4872-84CD-F10D1452F417}" type="parTrans" cxnId="{840AE88F-075C-4058-92E8-8DF1C34C5043}">
      <dgm:prSet/>
      <dgm:spPr/>
      <dgm:t>
        <a:bodyPr/>
        <a:lstStyle/>
        <a:p>
          <a:endParaRPr lang="en-US"/>
        </a:p>
      </dgm:t>
    </dgm:pt>
    <dgm:pt modelId="{56301706-EA3C-4342-A016-A4246DC510D6}" type="sibTrans" cxnId="{840AE88F-075C-4058-92E8-8DF1C34C5043}">
      <dgm:prSet/>
      <dgm:spPr/>
      <dgm:t>
        <a:bodyPr/>
        <a:lstStyle/>
        <a:p>
          <a:endParaRPr lang="en-US"/>
        </a:p>
      </dgm:t>
    </dgm:pt>
    <dgm:pt modelId="{BBFBA62D-86AD-4AFC-92DA-D21C33D2D478}" type="pres">
      <dgm:prSet presAssocID="{96375053-2AD7-426E-9254-57FE6863A475}" presName="outerComposite" presStyleCnt="0">
        <dgm:presLayoutVars>
          <dgm:chMax val="5"/>
          <dgm:dir/>
          <dgm:resizeHandles val="exact"/>
        </dgm:presLayoutVars>
      </dgm:prSet>
      <dgm:spPr/>
    </dgm:pt>
    <dgm:pt modelId="{4C212D06-9D42-4030-B029-B248835A542C}" type="pres">
      <dgm:prSet presAssocID="{96375053-2AD7-426E-9254-57FE6863A475}" presName="dummyMaxCanvas" presStyleCnt="0">
        <dgm:presLayoutVars/>
      </dgm:prSet>
      <dgm:spPr/>
    </dgm:pt>
    <dgm:pt modelId="{2DBC1556-D71A-4902-B6F4-2277CD4599AB}" type="pres">
      <dgm:prSet presAssocID="{96375053-2AD7-426E-9254-57FE6863A475}" presName="FiveNodes_1" presStyleLbl="node1" presStyleIdx="0" presStyleCnt="5">
        <dgm:presLayoutVars>
          <dgm:bulletEnabled val="1"/>
        </dgm:presLayoutVars>
      </dgm:prSet>
      <dgm:spPr/>
    </dgm:pt>
    <dgm:pt modelId="{88F1C140-5A70-4ACD-8F15-59944C136AFA}" type="pres">
      <dgm:prSet presAssocID="{96375053-2AD7-426E-9254-57FE6863A475}" presName="FiveNodes_2" presStyleLbl="node1" presStyleIdx="1" presStyleCnt="5">
        <dgm:presLayoutVars>
          <dgm:bulletEnabled val="1"/>
        </dgm:presLayoutVars>
      </dgm:prSet>
      <dgm:spPr/>
    </dgm:pt>
    <dgm:pt modelId="{6A0B4CB3-A6BE-4624-B4A5-F7EB2B79F6C7}" type="pres">
      <dgm:prSet presAssocID="{96375053-2AD7-426E-9254-57FE6863A475}" presName="FiveNodes_3" presStyleLbl="node1" presStyleIdx="2" presStyleCnt="5">
        <dgm:presLayoutVars>
          <dgm:bulletEnabled val="1"/>
        </dgm:presLayoutVars>
      </dgm:prSet>
      <dgm:spPr/>
    </dgm:pt>
    <dgm:pt modelId="{143AB737-CD0B-4853-B0F1-E53BCF827F8C}" type="pres">
      <dgm:prSet presAssocID="{96375053-2AD7-426E-9254-57FE6863A475}" presName="FiveNodes_4" presStyleLbl="node1" presStyleIdx="3" presStyleCnt="5">
        <dgm:presLayoutVars>
          <dgm:bulletEnabled val="1"/>
        </dgm:presLayoutVars>
      </dgm:prSet>
      <dgm:spPr/>
    </dgm:pt>
    <dgm:pt modelId="{81A2DA3E-B2BB-454A-9864-2826BFB221BD}" type="pres">
      <dgm:prSet presAssocID="{96375053-2AD7-426E-9254-57FE6863A475}" presName="FiveNodes_5" presStyleLbl="node1" presStyleIdx="4" presStyleCnt="5">
        <dgm:presLayoutVars>
          <dgm:bulletEnabled val="1"/>
        </dgm:presLayoutVars>
      </dgm:prSet>
      <dgm:spPr/>
    </dgm:pt>
    <dgm:pt modelId="{5806773A-3BB9-456B-8E26-137275DF1444}" type="pres">
      <dgm:prSet presAssocID="{96375053-2AD7-426E-9254-57FE6863A475}" presName="FiveConn_1-2" presStyleLbl="fgAccFollowNode1" presStyleIdx="0" presStyleCnt="4">
        <dgm:presLayoutVars>
          <dgm:bulletEnabled val="1"/>
        </dgm:presLayoutVars>
      </dgm:prSet>
      <dgm:spPr/>
    </dgm:pt>
    <dgm:pt modelId="{E925941F-2869-43A5-900B-8E506C23665D}" type="pres">
      <dgm:prSet presAssocID="{96375053-2AD7-426E-9254-57FE6863A475}" presName="FiveConn_2-3" presStyleLbl="fgAccFollowNode1" presStyleIdx="1" presStyleCnt="4">
        <dgm:presLayoutVars>
          <dgm:bulletEnabled val="1"/>
        </dgm:presLayoutVars>
      </dgm:prSet>
      <dgm:spPr/>
    </dgm:pt>
    <dgm:pt modelId="{B43DA713-EE29-4593-AE8E-6C44DAFF1DAC}" type="pres">
      <dgm:prSet presAssocID="{96375053-2AD7-426E-9254-57FE6863A475}" presName="FiveConn_3-4" presStyleLbl="fgAccFollowNode1" presStyleIdx="2" presStyleCnt="4">
        <dgm:presLayoutVars>
          <dgm:bulletEnabled val="1"/>
        </dgm:presLayoutVars>
      </dgm:prSet>
      <dgm:spPr/>
    </dgm:pt>
    <dgm:pt modelId="{926B122E-DC97-462C-AD23-47B3BF73D67B}" type="pres">
      <dgm:prSet presAssocID="{96375053-2AD7-426E-9254-57FE6863A475}" presName="FiveConn_4-5" presStyleLbl="fgAccFollowNode1" presStyleIdx="3" presStyleCnt="4">
        <dgm:presLayoutVars>
          <dgm:bulletEnabled val="1"/>
        </dgm:presLayoutVars>
      </dgm:prSet>
      <dgm:spPr/>
    </dgm:pt>
    <dgm:pt modelId="{69B0DAE9-EEF5-42E2-8458-BADD55492CDD}" type="pres">
      <dgm:prSet presAssocID="{96375053-2AD7-426E-9254-57FE6863A475}" presName="FiveNodes_1_text" presStyleLbl="node1" presStyleIdx="4" presStyleCnt="5">
        <dgm:presLayoutVars>
          <dgm:bulletEnabled val="1"/>
        </dgm:presLayoutVars>
      </dgm:prSet>
      <dgm:spPr/>
    </dgm:pt>
    <dgm:pt modelId="{F45A01F1-D0C5-4E84-A2E6-6397E8399F24}" type="pres">
      <dgm:prSet presAssocID="{96375053-2AD7-426E-9254-57FE6863A475}" presName="FiveNodes_2_text" presStyleLbl="node1" presStyleIdx="4" presStyleCnt="5">
        <dgm:presLayoutVars>
          <dgm:bulletEnabled val="1"/>
        </dgm:presLayoutVars>
      </dgm:prSet>
      <dgm:spPr/>
    </dgm:pt>
    <dgm:pt modelId="{15B58E6D-E2BD-41AB-9B63-2CD4B9F69068}" type="pres">
      <dgm:prSet presAssocID="{96375053-2AD7-426E-9254-57FE6863A475}" presName="FiveNodes_3_text" presStyleLbl="node1" presStyleIdx="4" presStyleCnt="5">
        <dgm:presLayoutVars>
          <dgm:bulletEnabled val="1"/>
        </dgm:presLayoutVars>
      </dgm:prSet>
      <dgm:spPr/>
    </dgm:pt>
    <dgm:pt modelId="{735C5BDC-9CCD-48D6-BBA3-D4567C4DD830}" type="pres">
      <dgm:prSet presAssocID="{96375053-2AD7-426E-9254-57FE6863A475}" presName="FiveNodes_4_text" presStyleLbl="node1" presStyleIdx="4" presStyleCnt="5">
        <dgm:presLayoutVars>
          <dgm:bulletEnabled val="1"/>
        </dgm:presLayoutVars>
      </dgm:prSet>
      <dgm:spPr/>
    </dgm:pt>
    <dgm:pt modelId="{8FAF3452-790D-4377-B8CC-8906C28FF910}" type="pres">
      <dgm:prSet presAssocID="{96375053-2AD7-426E-9254-57FE6863A475}" presName="FiveNodes_5_text" presStyleLbl="node1" presStyleIdx="4" presStyleCnt="5">
        <dgm:presLayoutVars>
          <dgm:bulletEnabled val="1"/>
        </dgm:presLayoutVars>
      </dgm:prSet>
      <dgm:spPr/>
    </dgm:pt>
  </dgm:ptLst>
  <dgm:cxnLst>
    <dgm:cxn modelId="{DB39B200-FD13-4C74-AFA2-17CF9A8ACE2E}" type="presOf" srcId="{9CA9A463-28C8-4FB8-879F-D6D725FB6710}" destId="{69B0DAE9-EEF5-42E2-8458-BADD55492CDD}" srcOrd="1" destOrd="0" presId="urn:microsoft.com/office/officeart/2005/8/layout/vProcess5"/>
    <dgm:cxn modelId="{18D9EB07-BD62-492E-8DF2-387CD41C6F48}" type="presOf" srcId="{14E38BAC-A0A6-4DDD-AA0F-28A953DD3CA9}" destId="{F45A01F1-D0C5-4E84-A2E6-6397E8399F24}" srcOrd="1" destOrd="0" presId="urn:microsoft.com/office/officeart/2005/8/layout/vProcess5"/>
    <dgm:cxn modelId="{D07CAA08-DE98-4E6D-AA7C-A92E2C48209A}" type="presOf" srcId="{1F78C3B9-0910-4A25-9CD6-54767E55E274}" destId="{143AB737-CD0B-4853-B0F1-E53BCF827F8C}" srcOrd="0" destOrd="0" presId="urn:microsoft.com/office/officeart/2005/8/layout/vProcess5"/>
    <dgm:cxn modelId="{8CA2000D-5783-422F-B6E9-24B4B1366EBD}" type="presOf" srcId="{5AFFA6A7-CD4B-4EBB-B78B-3EB53EFD8ACE}" destId="{81A2DA3E-B2BB-454A-9864-2826BFB221BD}" srcOrd="0" destOrd="0" presId="urn:microsoft.com/office/officeart/2005/8/layout/vProcess5"/>
    <dgm:cxn modelId="{62D29A13-7699-4D9D-B299-5F30A87E4880}" type="presOf" srcId="{DBDE48F6-9DF0-4DF3-BE6E-0416AAFC3C91}" destId="{B43DA713-EE29-4593-AE8E-6C44DAFF1DAC}" srcOrd="0" destOrd="0" presId="urn:microsoft.com/office/officeart/2005/8/layout/vProcess5"/>
    <dgm:cxn modelId="{3D271644-C08A-4B87-A32A-361434C6773F}" type="presOf" srcId="{96375053-2AD7-426E-9254-57FE6863A475}" destId="{BBFBA62D-86AD-4AFC-92DA-D21C33D2D478}" srcOrd="0" destOrd="0" presId="urn:microsoft.com/office/officeart/2005/8/layout/vProcess5"/>
    <dgm:cxn modelId="{9F7E8E4F-6A49-4C37-9FE5-85054FA7C932}" type="presOf" srcId="{CB9AD435-EDCB-45DA-9115-E82ED460FBE2}" destId="{5806773A-3BB9-456B-8E26-137275DF1444}" srcOrd="0" destOrd="0" presId="urn:microsoft.com/office/officeart/2005/8/layout/vProcess5"/>
    <dgm:cxn modelId="{CB7B4071-828B-4936-B810-2093CD3EF3F3}" srcId="{96375053-2AD7-426E-9254-57FE6863A475}" destId="{9CA9A463-28C8-4FB8-879F-D6D725FB6710}" srcOrd="0" destOrd="0" parTransId="{C494B2DA-C9B5-4954-B229-78758D9A826B}" sibTransId="{CB9AD435-EDCB-45DA-9115-E82ED460FBE2}"/>
    <dgm:cxn modelId="{6A467572-F59E-46A3-93EF-D576B2660C4B}" srcId="{96375053-2AD7-426E-9254-57FE6863A475}" destId="{C456074A-B2B0-40E7-A13E-87676AAF7519}" srcOrd="2" destOrd="0" parTransId="{077D4033-6623-4BFA-AF6D-1239AE690FFC}" sibTransId="{DBDE48F6-9DF0-4DF3-BE6E-0416AAFC3C91}"/>
    <dgm:cxn modelId="{62D57153-8A7B-458C-BCFF-0AF66DC017F5}" srcId="{96375053-2AD7-426E-9254-57FE6863A475}" destId="{1F78C3B9-0910-4A25-9CD6-54767E55E274}" srcOrd="3" destOrd="0" parTransId="{FB57F5FB-CA8D-4BA2-AA7C-5EACEB10B25A}" sibTransId="{AAEDB037-BD46-451C-8CEC-1EDC461868AB}"/>
    <dgm:cxn modelId="{76B5A47C-3E9C-4C58-B84A-F989560A951F}" type="presOf" srcId="{C456074A-B2B0-40E7-A13E-87676AAF7519}" destId="{6A0B4CB3-A6BE-4624-B4A5-F7EB2B79F6C7}" srcOrd="0" destOrd="0" presId="urn:microsoft.com/office/officeart/2005/8/layout/vProcess5"/>
    <dgm:cxn modelId="{E27DE88A-A303-4BA6-AFBB-6D3ABEA46F11}" type="presOf" srcId="{5AFFA6A7-CD4B-4EBB-B78B-3EB53EFD8ACE}" destId="{8FAF3452-790D-4377-B8CC-8906C28FF910}" srcOrd="1" destOrd="0" presId="urn:microsoft.com/office/officeart/2005/8/layout/vProcess5"/>
    <dgm:cxn modelId="{7BCD9A8B-F14D-4CE8-8D77-AD539875BC35}" type="presOf" srcId="{14E38BAC-A0A6-4DDD-AA0F-28A953DD3CA9}" destId="{88F1C140-5A70-4ACD-8F15-59944C136AFA}" srcOrd="0" destOrd="0" presId="urn:microsoft.com/office/officeart/2005/8/layout/vProcess5"/>
    <dgm:cxn modelId="{C8DC448D-1497-4E43-A65C-0349EF9C28E5}" srcId="{96375053-2AD7-426E-9254-57FE6863A475}" destId="{14E38BAC-A0A6-4DDD-AA0F-28A953DD3CA9}" srcOrd="1" destOrd="0" parTransId="{5D1B5ABF-5566-4A50-9E6B-9B9AB9A904D6}" sibTransId="{9F9CFE2C-BC08-4685-BDF9-2E8D327B397E}"/>
    <dgm:cxn modelId="{840AE88F-075C-4058-92E8-8DF1C34C5043}" srcId="{96375053-2AD7-426E-9254-57FE6863A475}" destId="{5AFFA6A7-CD4B-4EBB-B78B-3EB53EFD8ACE}" srcOrd="4" destOrd="0" parTransId="{51AD8DCE-89C1-4872-84CD-F10D1452F417}" sibTransId="{56301706-EA3C-4342-A016-A4246DC510D6}"/>
    <dgm:cxn modelId="{8D0A30A9-E443-417A-A077-119474B61456}" type="presOf" srcId="{9F9CFE2C-BC08-4685-BDF9-2E8D327B397E}" destId="{E925941F-2869-43A5-900B-8E506C23665D}" srcOrd="0" destOrd="0" presId="urn:microsoft.com/office/officeart/2005/8/layout/vProcess5"/>
    <dgm:cxn modelId="{9EA0DCAE-3530-42D3-B4D9-2C0BC7A6D9FD}" type="presOf" srcId="{C456074A-B2B0-40E7-A13E-87676AAF7519}" destId="{15B58E6D-E2BD-41AB-9B63-2CD4B9F69068}" srcOrd="1" destOrd="0" presId="urn:microsoft.com/office/officeart/2005/8/layout/vProcess5"/>
    <dgm:cxn modelId="{BB2982CC-E7CC-470D-BEA7-3E9E983332D0}" type="presOf" srcId="{9CA9A463-28C8-4FB8-879F-D6D725FB6710}" destId="{2DBC1556-D71A-4902-B6F4-2277CD4599AB}" srcOrd="0" destOrd="0" presId="urn:microsoft.com/office/officeart/2005/8/layout/vProcess5"/>
    <dgm:cxn modelId="{2FF15CE7-9570-4230-82F7-520F6ACE9812}" type="presOf" srcId="{AAEDB037-BD46-451C-8CEC-1EDC461868AB}" destId="{926B122E-DC97-462C-AD23-47B3BF73D67B}" srcOrd="0" destOrd="0" presId="urn:microsoft.com/office/officeart/2005/8/layout/vProcess5"/>
    <dgm:cxn modelId="{64BD7FF4-EBC0-4721-A75E-BE29033C260D}" type="presOf" srcId="{1F78C3B9-0910-4A25-9CD6-54767E55E274}" destId="{735C5BDC-9CCD-48D6-BBA3-D4567C4DD830}" srcOrd="1" destOrd="0" presId="urn:microsoft.com/office/officeart/2005/8/layout/vProcess5"/>
    <dgm:cxn modelId="{A04CCDB8-F2FA-405C-8A32-086E0263B273}" type="presParOf" srcId="{BBFBA62D-86AD-4AFC-92DA-D21C33D2D478}" destId="{4C212D06-9D42-4030-B029-B248835A542C}" srcOrd="0" destOrd="0" presId="urn:microsoft.com/office/officeart/2005/8/layout/vProcess5"/>
    <dgm:cxn modelId="{FB589AAE-BF75-4CEB-99E7-CABD203AE8DE}" type="presParOf" srcId="{BBFBA62D-86AD-4AFC-92DA-D21C33D2D478}" destId="{2DBC1556-D71A-4902-B6F4-2277CD4599AB}" srcOrd="1" destOrd="0" presId="urn:microsoft.com/office/officeart/2005/8/layout/vProcess5"/>
    <dgm:cxn modelId="{3C18BB66-88E3-4429-B784-8085762892DD}" type="presParOf" srcId="{BBFBA62D-86AD-4AFC-92DA-D21C33D2D478}" destId="{88F1C140-5A70-4ACD-8F15-59944C136AFA}" srcOrd="2" destOrd="0" presId="urn:microsoft.com/office/officeart/2005/8/layout/vProcess5"/>
    <dgm:cxn modelId="{C236D898-01D7-4E67-AFF0-C16EDADECD33}" type="presParOf" srcId="{BBFBA62D-86AD-4AFC-92DA-D21C33D2D478}" destId="{6A0B4CB3-A6BE-4624-B4A5-F7EB2B79F6C7}" srcOrd="3" destOrd="0" presId="urn:microsoft.com/office/officeart/2005/8/layout/vProcess5"/>
    <dgm:cxn modelId="{8BB2C92F-14C7-495E-9091-8E849D087889}" type="presParOf" srcId="{BBFBA62D-86AD-4AFC-92DA-D21C33D2D478}" destId="{143AB737-CD0B-4853-B0F1-E53BCF827F8C}" srcOrd="4" destOrd="0" presId="urn:microsoft.com/office/officeart/2005/8/layout/vProcess5"/>
    <dgm:cxn modelId="{9527C83E-1975-47D7-AFC7-BBEA5A1675EB}" type="presParOf" srcId="{BBFBA62D-86AD-4AFC-92DA-D21C33D2D478}" destId="{81A2DA3E-B2BB-454A-9864-2826BFB221BD}" srcOrd="5" destOrd="0" presId="urn:microsoft.com/office/officeart/2005/8/layout/vProcess5"/>
    <dgm:cxn modelId="{CFF3AE67-1FCC-419D-B591-D5635E6C4953}" type="presParOf" srcId="{BBFBA62D-86AD-4AFC-92DA-D21C33D2D478}" destId="{5806773A-3BB9-456B-8E26-137275DF1444}" srcOrd="6" destOrd="0" presId="urn:microsoft.com/office/officeart/2005/8/layout/vProcess5"/>
    <dgm:cxn modelId="{9600CFE1-B5A7-4B95-87A3-C99E2CE082CE}" type="presParOf" srcId="{BBFBA62D-86AD-4AFC-92DA-D21C33D2D478}" destId="{E925941F-2869-43A5-900B-8E506C23665D}" srcOrd="7" destOrd="0" presId="urn:microsoft.com/office/officeart/2005/8/layout/vProcess5"/>
    <dgm:cxn modelId="{816E83BA-19B6-45F6-A732-E0739721E5B9}" type="presParOf" srcId="{BBFBA62D-86AD-4AFC-92DA-D21C33D2D478}" destId="{B43DA713-EE29-4593-AE8E-6C44DAFF1DAC}" srcOrd="8" destOrd="0" presId="urn:microsoft.com/office/officeart/2005/8/layout/vProcess5"/>
    <dgm:cxn modelId="{26A69185-1800-4972-8BCC-738D5BAFC1E8}" type="presParOf" srcId="{BBFBA62D-86AD-4AFC-92DA-D21C33D2D478}" destId="{926B122E-DC97-462C-AD23-47B3BF73D67B}" srcOrd="9" destOrd="0" presId="urn:microsoft.com/office/officeart/2005/8/layout/vProcess5"/>
    <dgm:cxn modelId="{0838C929-C9AF-4F58-8EA2-0AC48BEB52D7}" type="presParOf" srcId="{BBFBA62D-86AD-4AFC-92DA-D21C33D2D478}" destId="{69B0DAE9-EEF5-42E2-8458-BADD55492CDD}" srcOrd="10" destOrd="0" presId="urn:microsoft.com/office/officeart/2005/8/layout/vProcess5"/>
    <dgm:cxn modelId="{5B13E3F8-A3C1-40DD-804D-0185DAC9C0BC}" type="presParOf" srcId="{BBFBA62D-86AD-4AFC-92DA-D21C33D2D478}" destId="{F45A01F1-D0C5-4E84-A2E6-6397E8399F24}" srcOrd="11" destOrd="0" presId="urn:microsoft.com/office/officeart/2005/8/layout/vProcess5"/>
    <dgm:cxn modelId="{7B7F7A29-C03A-408D-A7B6-731EB842EAD5}" type="presParOf" srcId="{BBFBA62D-86AD-4AFC-92DA-D21C33D2D478}" destId="{15B58E6D-E2BD-41AB-9B63-2CD4B9F69068}" srcOrd="12" destOrd="0" presId="urn:microsoft.com/office/officeart/2005/8/layout/vProcess5"/>
    <dgm:cxn modelId="{A28DFA1D-BEC0-4B2C-AC41-E551914D9402}" type="presParOf" srcId="{BBFBA62D-86AD-4AFC-92DA-D21C33D2D478}" destId="{735C5BDC-9CCD-48D6-BBA3-D4567C4DD830}" srcOrd="13" destOrd="0" presId="urn:microsoft.com/office/officeart/2005/8/layout/vProcess5"/>
    <dgm:cxn modelId="{FF19841E-AF13-4F05-8909-B59FF85445E5}" type="presParOf" srcId="{BBFBA62D-86AD-4AFC-92DA-D21C33D2D478}" destId="{8FAF3452-790D-4377-B8CC-8906C28FF910}"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941714-8FC4-4567-8F54-613B4163F3FD}"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ABB5524E-DFEB-4B4D-B67E-70E07FF6D7EA}">
      <dgm:prSet/>
      <dgm:spPr/>
      <dgm:t>
        <a:bodyPr/>
        <a:lstStyle/>
        <a:p>
          <a:r>
            <a:rPr lang="en-AU" noProof="0" dirty="0"/>
            <a:t>Ask: Which exact words or moments carry the meaning? Is it a one‑off or a pattern?</a:t>
          </a:r>
        </a:p>
      </dgm:t>
    </dgm:pt>
    <dgm:pt modelId="{90DB2713-02C5-4CAE-8115-B75483E30807}" type="parTrans" cxnId="{6826EB7A-03C4-498F-AE89-51FA144BD4CE}">
      <dgm:prSet/>
      <dgm:spPr/>
      <dgm:t>
        <a:bodyPr/>
        <a:lstStyle/>
        <a:p>
          <a:endParaRPr lang="en-US"/>
        </a:p>
      </dgm:t>
    </dgm:pt>
    <dgm:pt modelId="{C2D02B01-16DC-4A8C-85EF-FB201C816D80}" type="sibTrans" cxnId="{6826EB7A-03C4-498F-AE89-51FA144BD4CE}">
      <dgm:prSet/>
      <dgm:spPr/>
      <dgm:t>
        <a:bodyPr/>
        <a:lstStyle/>
        <a:p>
          <a:endParaRPr lang="en-US"/>
        </a:p>
      </dgm:t>
    </dgm:pt>
    <dgm:pt modelId="{16194BB4-2543-4A71-B4F5-59219EAE59A9}">
      <dgm:prSet/>
      <dgm:spPr/>
      <dgm:t>
        <a:bodyPr/>
        <a:lstStyle/>
        <a:p>
          <a:r>
            <a:rPr lang="en-AU" noProof="0" dirty="0"/>
            <a:t>Evidence must be relevant and precise; avoid very long quotes.</a:t>
          </a:r>
        </a:p>
      </dgm:t>
    </dgm:pt>
    <dgm:pt modelId="{EAD41BEA-44D2-46FC-9D67-06A7ECD4B3B8}" type="parTrans" cxnId="{309D1CF6-ED5A-4D06-9FF1-948A9210F0F7}">
      <dgm:prSet/>
      <dgm:spPr/>
      <dgm:t>
        <a:bodyPr/>
        <a:lstStyle/>
        <a:p>
          <a:endParaRPr lang="en-US"/>
        </a:p>
      </dgm:t>
    </dgm:pt>
    <dgm:pt modelId="{7EC19C04-89A9-4FBA-93FD-8535EF72064C}" type="sibTrans" cxnId="{309D1CF6-ED5A-4D06-9FF1-948A9210F0F7}">
      <dgm:prSet/>
      <dgm:spPr/>
      <dgm:t>
        <a:bodyPr/>
        <a:lstStyle/>
        <a:p>
          <a:endParaRPr lang="en-US"/>
        </a:p>
      </dgm:t>
    </dgm:pt>
    <dgm:pt modelId="{0F68303F-79EF-4F2F-ACD3-40569F11AED0}" type="pres">
      <dgm:prSet presAssocID="{75941714-8FC4-4567-8F54-613B4163F3FD}" presName="vert0" presStyleCnt="0">
        <dgm:presLayoutVars>
          <dgm:dir/>
          <dgm:animOne val="branch"/>
          <dgm:animLvl val="lvl"/>
        </dgm:presLayoutVars>
      </dgm:prSet>
      <dgm:spPr/>
    </dgm:pt>
    <dgm:pt modelId="{2A8BE034-7A91-424F-BB5F-B8A3D579CE91}" type="pres">
      <dgm:prSet presAssocID="{ABB5524E-DFEB-4B4D-B67E-70E07FF6D7EA}" presName="thickLine" presStyleLbl="alignNode1" presStyleIdx="0" presStyleCnt="2"/>
      <dgm:spPr/>
    </dgm:pt>
    <dgm:pt modelId="{D71E7753-A827-4173-9C40-857F13F17846}" type="pres">
      <dgm:prSet presAssocID="{ABB5524E-DFEB-4B4D-B67E-70E07FF6D7EA}" presName="horz1" presStyleCnt="0"/>
      <dgm:spPr/>
    </dgm:pt>
    <dgm:pt modelId="{12E89C5F-295B-4313-9F86-0B2D36CCCC1A}" type="pres">
      <dgm:prSet presAssocID="{ABB5524E-DFEB-4B4D-B67E-70E07FF6D7EA}" presName="tx1" presStyleLbl="revTx" presStyleIdx="0" presStyleCnt="2"/>
      <dgm:spPr/>
    </dgm:pt>
    <dgm:pt modelId="{F18EB605-A1EB-43B2-A713-48B85D3FCDFB}" type="pres">
      <dgm:prSet presAssocID="{ABB5524E-DFEB-4B4D-B67E-70E07FF6D7EA}" presName="vert1" presStyleCnt="0"/>
      <dgm:spPr/>
    </dgm:pt>
    <dgm:pt modelId="{920EF124-8154-4C33-B35C-5D837594369E}" type="pres">
      <dgm:prSet presAssocID="{16194BB4-2543-4A71-B4F5-59219EAE59A9}" presName="thickLine" presStyleLbl="alignNode1" presStyleIdx="1" presStyleCnt="2"/>
      <dgm:spPr/>
    </dgm:pt>
    <dgm:pt modelId="{BC347F79-6110-4FFF-824C-75AF6C9CC60E}" type="pres">
      <dgm:prSet presAssocID="{16194BB4-2543-4A71-B4F5-59219EAE59A9}" presName="horz1" presStyleCnt="0"/>
      <dgm:spPr/>
    </dgm:pt>
    <dgm:pt modelId="{FCF7C301-1A45-4634-836C-6579964F7D52}" type="pres">
      <dgm:prSet presAssocID="{16194BB4-2543-4A71-B4F5-59219EAE59A9}" presName="tx1" presStyleLbl="revTx" presStyleIdx="1" presStyleCnt="2"/>
      <dgm:spPr/>
    </dgm:pt>
    <dgm:pt modelId="{D24470F0-5DA6-4CE8-AB97-5DB17449F3D5}" type="pres">
      <dgm:prSet presAssocID="{16194BB4-2543-4A71-B4F5-59219EAE59A9}" presName="vert1" presStyleCnt="0"/>
      <dgm:spPr/>
    </dgm:pt>
  </dgm:ptLst>
  <dgm:cxnLst>
    <dgm:cxn modelId="{6826EB7A-03C4-498F-AE89-51FA144BD4CE}" srcId="{75941714-8FC4-4567-8F54-613B4163F3FD}" destId="{ABB5524E-DFEB-4B4D-B67E-70E07FF6D7EA}" srcOrd="0" destOrd="0" parTransId="{90DB2713-02C5-4CAE-8115-B75483E30807}" sibTransId="{C2D02B01-16DC-4A8C-85EF-FB201C816D80}"/>
    <dgm:cxn modelId="{44182CB0-1C38-4225-B62C-344B545A3E1A}" type="presOf" srcId="{16194BB4-2543-4A71-B4F5-59219EAE59A9}" destId="{FCF7C301-1A45-4634-836C-6579964F7D52}" srcOrd="0" destOrd="0" presId="urn:microsoft.com/office/officeart/2008/layout/LinedList"/>
    <dgm:cxn modelId="{C03862BB-82B1-4642-9FDC-0874190D2B03}" type="presOf" srcId="{75941714-8FC4-4567-8F54-613B4163F3FD}" destId="{0F68303F-79EF-4F2F-ACD3-40569F11AED0}" srcOrd="0" destOrd="0" presId="urn:microsoft.com/office/officeart/2008/layout/LinedList"/>
    <dgm:cxn modelId="{7AF2E8ED-9F9E-4883-8E11-20EABBA6E6B4}" type="presOf" srcId="{ABB5524E-DFEB-4B4D-B67E-70E07FF6D7EA}" destId="{12E89C5F-295B-4313-9F86-0B2D36CCCC1A}" srcOrd="0" destOrd="0" presId="urn:microsoft.com/office/officeart/2008/layout/LinedList"/>
    <dgm:cxn modelId="{309D1CF6-ED5A-4D06-9FF1-948A9210F0F7}" srcId="{75941714-8FC4-4567-8F54-613B4163F3FD}" destId="{16194BB4-2543-4A71-B4F5-59219EAE59A9}" srcOrd="1" destOrd="0" parTransId="{EAD41BEA-44D2-46FC-9D67-06A7ECD4B3B8}" sibTransId="{7EC19C04-89A9-4FBA-93FD-8535EF72064C}"/>
    <dgm:cxn modelId="{383E6A85-4B43-4C93-A9A7-03A548281149}" type="presParOf" srcId="{0F68303F-79EF-4F2F-ACD3-40569F11AED0}" destId="{2A8BE034-7A91-424F-BB5F-B8A3D579CE91}" srcOrd="0" destOrd="0" presId="urn:microsoft.com/office/officeart/2008/layout/LinedList"/>
    <dgm:cxn modelId="{BA9E1BEB-9BBA-4FA9-8926-6B7ACB4376AE}" type="presParOf" srcId="{0F68303F-79EF-4F2F-ACD3-40569F11AED0}" destId="{D71E7753-A827-4173-9C40-857F13F17846}" srcOrd="1" destOrd="0" presId="urn:microsoft.com/office/officeart/2008/layout/LinedList"/>
    <dgm:cxn modelId="{DE646592-05A7-4772-910D-4873AF083966}" type="presParOf" srcId="{D71E7753-A827-4173-9C40-857F13F17846}" destId="{12E89C5F-295B-4313-9F86-0B2D36CCCC1A}" srcOrd="0" destOrd="0" presId="urn:microsoft.com/office/officeart/2008/layout/LinedList"/>
    <dgm:cxn modelId="{23773F51-FF63-4C84-BB56-14FFADDD4AD9}" type="presParOf" srcId="{D71E7753-A827-4173-9C40-857F13F17846}" destId="{F18EB605-A1EB-43B2-A713-48B85D3FCDFB}" srcOrd="1" destOrd="0" presId="urn:microsoft.com/office/officeart/2008/layout/LinedList"/>
    <dgm:cxn modelId="{7B45FD7D-63D0-4046-9101-20BB32AB5DC9}" type="presParOf" srcId="{0F68303F-79EF-4F2F-ACD3-40569F11AED0}" destId="{920EF124-8154-4C33-B35C-5D837594369E}" srcOrd="2" destOrd="0" presId="urn:microsoft.com/office/officeart/2008/layout/LinedList"/>
    <dgm:cxn modelId="{104D4C5C-0E52-457C-A1FD-BF1C9C3EEE69}" type="presParOf" srcId="{0F68303F-79EF-4F2F-ACD3-40569F11AED0}" destId="{BC347F79-6110-4FFF-824C-75AF6C9CC60E}" srcOrd="3" destOrd="0" presId="urn:microsoft.com/office/officeart/2008/layout/LinedList"/>
    <dgm:cxn modelId="{5289160B-B3DB-4B24-9DBC-7BB88BC037F0}" type="presParOf" srcId="{BC347F79-6110-4FFF-824C-75AF6C9CC60E}" destId="{FCF7C301-1A45-4634-836C-6579964F7D52}" srcOrd="0" destOrd="0" presId="urn:microsoft.com/office/officeart/2008/layout/LinedList"/>
    <dgm:cxn modelId="{B06A95A9-C13B-4814-90B4-671571788006}" type="presParOf" srcId="{BC347F79-6110-4FFF-824C-75AF6C9CC60E}" destId="{D24470F0-5DA6-4CE8-AB97-5DB17449F3D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A40FCB8-C889-48A5-953D-B63ECF32E462}" type="doc">
      <dgm:prSet loTypeId="urn:microsoft.com/office/officeart/2005/8/layout/vList5" loCatId="list" qsTypeId="urn:microsoft.com/office/officeart/2005/8/quickstyle/simple4" qsCatId="simple" csTypeId="urn:microsoft.com/office/officeart/2005/8/colors/accent2_2" csCatId="accent2"/>
      <dgm:spPr/>
      <dgm:t>
        <a:bodyPr/>
        <a:lstStyle/>
        <a:p>
          <a:endParaRPr lang="en-US"/>
        </a:p>
      </dgm:t>
    </dgm:pt>
    <dgm:pt modelId="{7A54444C-78A7-45F7-B58C-6B09AEAE7528}">
      <dgm:prSet/>
      <dgm:spPr/>
      <dgm:t>
        <a:bodyPr/>
        <a:lstStyle/>
        <a:p>
          <a:r>
            <a:rPr lang="en-AU" b="0" noProof="0" dirty="0"/>
            <a:t>Questions turn thinking into inquiry—not just answers.</a:t>
          </a:r>
          <a:endParaRPr lang="en-AU" noProof="0" dirty="0"/>
        </a:p>
      </dgm:t>
    </dgm:pt>
    <dgm:pt modelId="{99C05F2C-B3CF-460A-8BDF-30B817122DAC}" type="parTrans" cxnId="{93938DEB-8257-4527-B2C5-E81632D7F13F}">
      <dgm:prSet/>
      <dgm:spPr/>
      <dgm:t>
        <a:bodyPr/>
        <a:lstStyle/>
        <a:p>
          <a:endParaRPr lang="en-US"/>
        </a:p>
      </dgm:t>
    </dgm:pt>
    <dgm:pt modelId="{F16072F5-7901-4790-9DB4-918BD0D2275E}" type="sibTrans" cxnId="{93938DEB-8257-4527-B2C5-E81632D7F13F}">
      <dgm:prSet/>
      <dgm:spPr/>
      <dgm:t>
        <a:bodyPr/>
        <a:lstStyle/>
        <a:p>
          <a:endParaRPr lang="en-US"/>
        </a:p>
      </dgm:t>
    </dgm:pt>
    <dgm:pt modelId="{E99E29C3-DB08-463E-A794-E72D847F5477}">
      <dgm:prSet/>
      <dgm:spPr/>
      <dgm:t>
        <a:bodyPr/>
        <a:lstStyle/>
        <a:p>
          <a:r>
            <a:rPr lang="en-AU" noProof="0" dirty="0"/>
            <a:t>Questions test the strength of a claim and open the next investigation.</a:t>
          </a:r>
        </a:p>
      </dgm:t>
    </dgm:pt>
    <dgm:pt modelId="{3888ADE7-1F9B-4D4D-8D32-B426DDF62B64}" type="parTrans" cxnId="{5DDBEA2A-66E0-4294-A8D6-8978861CB64D}">
      <dgm:prSet/>
      <dgm:spPr/>
      <dgm:t>
        <a:bodyPr/>
        <a:lstStyle/>
        <a:p>
          <a:endParaRPr lang="en-US"/>
        </a:p>
      </dgm:t>
    </dgm:pt>
    <dgm:pt modelId="{F753EBC8-FAC9-4F7D-BC3F-1BA373A95703}" type="sibTrans" cxnId="{5DDBEA2A-66E0-4294-A8D6-8978861CB64D}">
      <dgm:prSet/>
      <dgm:spPr/>
      <dgm:t>
        <a:bodyPr/>
        <a:lstStyle/>
        <a:p>
          <a:endParaRPr lang="en-US"/>
        </a:p>
      </dgm:t>
    </dgm:pt>
    <dgm:pt modelId="{10DD4D99-1386-476B-94B9-9DA8D1F6372E}">
      <dgm:prSet/>
      <dgm:spPr/>
      <dgm:t>
        <a:bodyPr/>
        <a:lstStyle/>
        <a:p>
          <a:r>
            <a:rPr lang="en-AU" noProof="0" dirty="0"/>
            <a:t>Credibility: ‘Where might the text complicate this idea?’</a:t>
          </a:r>
        </a:p>
      </dgm:t>
    </dgm:pt>
    <dgm:pt modelId="{76B2ED90-0D63-449F-90E3-23C5CC1F8F91}" type="parTrans" cxnId="{971105D0-9465-407D-B3E9-BD3FEA6F17CB}">
      <dgm:prSet/>
      <dgm:spPr/>
      <dgm:t>
        <a:bodyPr/>
        <a:lstStyle/>
        <a:p>
          <a:endParaRPr lang="en-US"/>
        </a:p>
      </dgm:t>
    </dgm:pt>
    <dgm:pt modelId="{B9062A08-7454-4B57-A4C9-38325432B759}" type="sibTrans" cxnId="{971105D0-9465-407D-B3E9-BD3FEA6F17CB}">
      <dgm:prSet/>
      <dgm:spPr/>
      <dgm:t>
        <a:bodyPr/>
        <a:lstStyle/>
        <a:p>
          <a:endParaRPr lang="en-US"/>
        </a:p>
      </dgm:t>
    </dgm:pt>
    <dgm:pt modelId="{687F9B41-4C0B-4E85-A4CA-7AFE779DFF8A}">
      <dgm:prSet/>
      <dgm:spPr/>
      <dgm:t>
        <a:bodyPr/>
        <a:lstStyle/>
        <a:p>
          <a:r>
            <a:rPr lang="en-AU" noProof="0" dirty="0"/>
            <a:t>Perspective: ‘Whose voice is missing? How would a different character view this?’</a:t>
          </a:r>
        </a:p>
      </dgm:t>
    </dgm:pt>
    <dgm:pt modelId="{27C18DC5-AFE3-4137-AC6B-32548E474D86}" type="parTrans" cxnId="{A16752E8-E94D-4AFB-A608-3A79EF8AC144}">
      <dgm:prSet/>
      <dgm:spPr/>
      <dgm:t>
        <a:bodyPr/>
        <a:lstStyle/>
        <a:p>
          <a:endParaRPr lang="en-US"/>
        </a:p>
      </dgm:t>
    </dgm:pt>
    <dgm:pt modelId="{57992C83-78C2-4E9B-9CC0-5044BB3A6025}" type="sibTrans" cxnId="{A16752E8-E94D-4AFB-A608-3A79EF8AC144}">
      <dgm:prSet/>
      <dgm:spPr/>
      <dgm:t>
        <a:bodyPr/>
        <a:lstStyle/>
        <a:p>
          <a:endParaRPr lang="en-US"/>
        </a:p>
      </dgm:t>
    </dgm:pt>
    <dgm:pt modelId="{A6749584-6DC7-4C5C-B7A9-C3A91C848B1C}">
      <dgm:prSet/>
      <dgm:spPr/>
      <dgm:t>
        <a:bodyPr/>
        <a:lstStyle/>
        <a:p>
          <a:r>
            <a:rPr lang="en-AU" noProof="0" dirty="0"/>
            <a:t>Criteria: ‘What evidence would convince a sceptical reader?’</a:t>
          </a:r>
        </a:p>
      </dgm:t>
    </dgm:pt>
    <dgm:pt modelId="{BBF02575-8B61-4D8D-8D9C-C0D1DFD9F0E1}" type="parTrans" cxnId="{DDF3CA03-0342-42D6-A5A7-6076415F6E6A}">
      <dgm:prSet/>
      <dgm:spPr/>
      <dgm:t>
        <a:bodyPr/>
        <a:lstStyle/>
        <a:p>
          <a:endParaRPr lang="en-US"/>
        </a:p>
      </dgm:t>
    </dgm:pt>
    <dgm:pt modelId="{F90DC2CD-B4D2-4B85-9054-5A519C8F99A6}" type="sibTrans" cxnId="{DDF3CA03-0342-42D6-A5A7-6076415F6E6A}">
      <dgm:prSet/>
      <dgm:spPr/>
      <dgm:t>
        <a:bodyPr/>
        <a:lstStyle/>
        <a:p>
          <a:endParaRPr lang="en-US"/>
        </a:p>
      </dgm:t>
    </dgm:pt>
    <dgm:pt modelId="{D85E0ED2-C18D-4E67-95D4-3181097E1B28}" type="pres">
      <dgm:prSet presAssocID="{CA40FCB8-C889-48A5-953D-B63ECF32E462}" presName="Name0" presStyleCnt="0">
        <dgm:presLayoutVars>
          <dgm:dir/>
          <dgm:animLvl val="lvl"/>
          <dgm:resizeHandles val="exact"/>
        </dgm:presLayoutVars>
      </dgm:prSet>
      <dgm:spPr/>
    </dgm:pt>
    <dgm:pt modelId="{F4B03A5E-F6B6-4157-91E7-B67CBFADD9AF}" type="pres">
      <dgm:prSet presAssocID="{7A54444C-78A7-45F7-B58C-6B09AEAE7528}" presName="linNode" presStyleCnt="0"/>
      <dgm:spPr/>
    </dgm:pt>
    <dgm:pt modelId="{9B6715FA-A8C1-4ACE-B77C-8E0E9006BA7F}" type="pres">
      <dgm:prSet presAssocID="{7A54444C-78A7-45F7-B58C-6B09AEAE7528}" presName="parentText" presStyleLbl="node1" presStyleIdx="0" presStyleCnt="5">
        <dgm:presLayoutVars>
          <dgm:chMax val="1"/>
          <dgm:bulletEnabled val="1"/>
        </dgm:presLayoutVars>
      </dgm:prSet>
      <dgm:spPr/>
    </dgm:pt>
    <dgm:pt modelId="{E9F821E3-0B8F-469B-A787-7632E44BECBB}" type="pres">
      <dgm:prSet presAssocID="{F16072F5-7901-4790-9DB4-918BD0D2275E}" presName="sp" presStyleCnt="0"/>
      <dgm:spPr/>
    </dgm:pt>
    <dgm:pt modelId="{B60910D6-1A9A-4523-98C6-80EB096F9BF0}" type="pres">
      <dgm:prSet presAssocID="{E99E29C3-DB08-463E-A794-E72D847F5477}" presName="linNode" presStyleCnt="0"/>
      <dgm:spPr/>
    </dgm:pt>
    <dgm:pt modelId="{436E58EC-1937-4E29-BE55-4554DE017DA0}" type="pres">
      <dgm:prSet presAssocID="{E99E29C3-DB08-463E-A794-E72D847F5477}" presName="parentText" presStyleLbl="node1" presStyleIdx="1" presStyleCnt="5">
        <dgm:presLayoutVars>
          <dgm:chMax val="1"/>
          <dgm:bulletEnabled val="1"/>
        </dgm:presLayoutVars>
      </dgm:prSet>
      <dgm:spPr/>
    </dgm:pt>
    <dgm:pt modelId="{E8542510-32D5-4BFC-BF7F-0E8C1A478B10}" type="pres">
      <dgm:prSet presAssocID="{F753EBC8-FAC9-4F7D-BC3F-1BA373A95703}" presName="sp" presStyleCnt="0"/>
      <dgm:spPr/>
    </dgm:pt>
    <dgm:pt modelId="{A9612ED0-7979-457A-BEC8-5D612AA73ECB}" type="pres">
      <dgm:prSet presAssocID="{10DD4D99-1386-476B-94B9-9DA8D1F6372E}" presName="linNode" presStyleCnt="0"/>
      <dgm:spPr/>
    </dgm:pt>
    <dgm:pt modelId="{4B802E57-59E4-4882-9403-AE7E93BC3811}" type="pres">
      <dgm:prSet presAssocID="{10DD4D99-1386-476B-94B9-9DA8D1F6372E}" presName="parentText" presStyleLbl="node1" presStyleIdx="2" presStyleCnt="5">
        <dgm:presLayoutVars>
          <dgm:chMax val="1"/>
          <dgm:bulletEnabled val="1"/>
        </dgm:presLayoutVars>
      </dgm:prSet>
      <dgm:spPr/>
    </dgm:pt>
    <dgm:pt modelId="{48F96D1E-FC56-4CD5-B0EF-1EA883255045}" type="pres">
      <dgm:prSet presAssocID="{B9062A08-7454-4B57-A4C9-38325432B759}" presName="sp" presStyleCnt="0"/>
      <dgm:spPr/>
    </dgm:pt>
    <dgm:pt modelId="{87E2BE42-E0A1-4C78-B343-B41F77279C39}" type="pres">
      <dgm:prSet presAssocID="{687F9B41-4C0B-4E85-A4CA-7AFE779DFF8A}" presName="linNode" presStyleCnt="0"/>
      <dgm:spPr/>
    </dgm:pt>
    <dgm:pt modelId="{5C76ADDF-18A3-461C-A90A-BA728773C662}" type="pres">
      <dgm:prSet presAssocID="{687F9B41-4C0B-4E85-A4CA-7AFE779DFF8A}" presName="parentText" presStyleLbl="node1" presStyleIdx="3" presStyleCnt="5">
        <dgm:presLayoutVars>
          <dgm:chMax val="1"/>
          <dgm:bulletEnabled val="1"/>
        </dgm:presLayoutVars>
      </dgm:prSet>
      <dgm:spPr/>
    </dgm:pt>
    <dgm:pt modelId="{CDD96226-C411-481D-9517-13939E61B4D8}" type="pres">
      <dgm:prSet presAssocID="{57992C83-78C2-4E9B-9CC0-5044BB3A6025}" presName="sp" presStyleCnt="0"/>
      <dgm:spPr/>
    </dgm:pt>
    <dgm:pt modelId="{17120B4D-821E-4628-BD03-EF5EED99AEC8}" type="pres">
      <dgm:prSet presAssocID="{A6749584-6DC7-4C5C-B7A9-C3A91C848B1C}" presName="linNode" presStyleCnt="0"/>
      <dgm:spPr/>
    </dgm:pt>
    <dgm:pt modelId="{4F75FD47-DCA1-4385-89BB-6B6BE811CE29}" type="pres">
      <dgm:prSet presAssocID="{A6749584-6DC7-4C5C-B7A9-C3A91C848B1C}" presName="parentText" presStyleLbl="node1" presStyleIdx="4" presStyleCnt="5">
        <dgm:presLayoutVars>
          <dgm:chMax val="1"/>
          <dgm:bulletEnabled val="1"/>
        </dgm:presLayoutVars>
      </dgm:prSet>
      <dgm:spPr/>
    </dgm:pt>
  </dgm:ptLst>
  <dgm:cxnLst>
    <dgm:cxn modelId="{DDF3CA03-0342-42D6-A5A7-6076415F6E6A}" srcId="{CA40FCB8-C889-48A5-953D-B63ECF32E462}" destId="{A6749584-6DC7-4C5C-B7A9-C3A91C848B1C}" srcOrd="4" destOrd="0" parTransId="{BBF02575-8B61-4D8D-8D9C-C0D1DFD9F0E1}" sibTransId="{F90DC2CD-B4D2-4B85-9054-5A519C8F99A6}"/>
    <dgm:cxn modelId="{5DDBEA2A-66E0-4294-A8D6-8978861CB64D}" srcId="{CA40FCB8-C889-48A5-953D-B63ECF32E462}" destId="{E99E29C3-DB08-463E-A794-E72D847F5477}" srcOrd="1" destOrd="0" parTransId="{3888ADE7-1F9B-4D4D-8D32-B426DDF62B64}" sibTransId="{F753EBC8-FAC9-4F7D-BC3F-1BA373A95703}"/>
    <dgm:cxn modelId="{BC7FC038-C11C-4C36-A9C9-25BDC9C3DBEF}" type="presOf" srcId="{A6749584-6DC7-4C5C-B7A9-C3A91C848B1C}" destId="{4F75FD47-DCA1-4385-89BB-6B6BE811CE29}" srcOrd="0" destOrd="0" presId="urn:microsoft.com/office/officeart/2005/8/layout/vList5"/>
    <dgm:cxn modelId="{063C5160-08AB-49C1-BA17-F3C458E5319D}" type="presOf" srcId="{10DD4D99-1386-476B-94B9-9DA8D1F6372E}" destId="{4B802E57-59E4-4882-9403-AE7E93BC3811}" srcOrd="0" destOrd="0" presId="urn:microsoft.com/office/officeart/2005/8/layout/vList5"/>
    <dgm:cxn modelId="{585E6E7C-88DC-490A-A2A7-BBF2AAB67A73}" type="presOf" srcId="{CA40FCB8-C889-48A5-953D-B63ECF32E462}" destId="{D85E0ED2-C18D-4E67-95D4-3181097E1B28}" srcOrd="0" destOrd="0" presId="urn:microsoft.com/office/officeart/2005/8/layout/vList5"/>
    <dgm:cxn modelId="{24377A8E-E513-4ABE-915E-A167EED28536}" type="presOf" srcId="{7A54444C-78A7-45F7-B58C-6B09AEAE7528}" destId="{9B6715FA-A8C1-4ACE-B77C-8E0E9006BA7F}" srcOrd="0" destOrd="0" presId="urn:microsoft.com/office/officeart/2005/8/layout/vList5"/>
    <dgm:cxn modelId="{45ECF49E-A035-4538-B40A-FB0E3250C866}" type="presOf" srcId="{687F9B41-4C0B-4E85-A4CA-7AFE779DFF8A}" destId="{5C76ADDF-18A3-461C-A90A-BA728773C662}" srcOrd="0" destOrd="0" presId="urn:microsoft.com/office/officeart/2005/8/layout/vList5"/>
    <dgm:cxn modelId="{971105D0-9465-407D-B3E9-BD3FEA6F17CB}" srcId="{CA40FCB8-C889-48A5-953D-B63ECF32E462}" destId="{10DD4D99-1386-476B-94B9-9DA8D1F6372E}" srcOrd="2" destOrd="0" parTransId="{76B2ED90-0D63-449F-90E3-23C5CC1F8F91}" sibTransId="{B9062A08-7454-4B57-A4C9-38325432B759}"/>
    <dgm:cxn modelId="{A16752E8-E94D-4AFB-A608-3A79EF8AC144}" srcId="{CA40FCB8-C889-48A5-953D-B63ECF32E462}" destId="{687F9B41-4C0B-4E85-A4CA-7AFE779DFF8A}" srcOrd="3" destOrd="0" parTransId="{27C18DC5-AFE3-4137-AC6B-32548E474D86}" sibTransId="{57992C83-78C2-4E9B-9CC0-5044BB3A6025}"/>
    <dgm:cxn modelId="{93938DEB-8257-4527-B2C5-E81632D7F13F}" srcId="{CA40FCB8-C889-48A5-953D-B63ECF32E462}" destId="{7A54444C-78A7-45F7-B58C-6B09AEAE7528}" srcOrd="0" destOrd="0" parTransId="{99C05F2C-B3CF-460A-8BDF-30B817122DAC}" sibTransId="{F16072F5-7901-4790-9DB4-918BD0D2275E}"/>
    <dgm:cxn modelId="{E6DFE2FB-CFB1-44E3-ABCC-14A957B5FBAE}" type="presOf" srcId="{E99E29C3-DB08-463E-A794-E72D847F5477}" destId="{436E58EC-1937-4E29-BE55-4554DE017DA0}" srcOrd="0" destOrd="0" presId="urn:microsoft.com/office/officeart/2005/8/layout/vList5"/>
    <dgm:cxn modelId="{DD22FB1A-80BB-43AE-892F-0A2E2AEC24D4}" type="presParOf" srcId="{D85E0ED2-C18D-4E67-95D4-3181097E1B28}" destId="{F4B03A5E-F6B6-4157-91E7-B67CBFADD9AF}" srcOrd="0" destOrd="0" presId="urn:microsoft.com/office/officeart/2005/8/layout/vList5"/>
    <dgm:cxn modelId="{2E9EE95D-ADE9-4988-B0A9-048E2C25F749}" type="presParOf" srcId="{F4B03A5E-F6B6-4157-91E7-B67CBFADD9AF}" destId="{9B6715FA-A8C1-4ACE-B77C-8E0E9006BA7F}" srcOrd="0" destOrd="0" presId="urn:microsoft.com/office/officeart/2005/8/layout/vList5"/>
    <dgm:cxn modelId="{7114870B-B0E0-421E-86A1-7FA3014BF93A}" type="presParOf" srcId="{D85E0ED2-C18D-4E67-95D4-3181097E1B28}" destId="{E9F821E3-0B8F-469B-A787-7632E44BECBB}" srcOrd="1" destOrd="0" presId="urn:microsoft.com/office/officeart/2005/8/layout/vList5"/>
    <dgm:cxn modelId="{D6B645E2-D7ED-46D8-B5FD-71A501B800D8}" type="presParOf" srcId="{D85E0ED2-C18D-4E67-95D4-3181097E1B28}" destId="{B60910D6-1A9A-4523-98C6-80EB096F9BF0}" srcOrd="2" destOrd="0" presId="urn:microsoft.com/office/officeart/2005/8/layout/vList5"/>
    <dgm:cxn modelId="{53B11ED7-F7D0-4570-B80E-B9AB8669926D}" type="presParOf" srcId="{B60910D6-1A9A-4523-98C6-80EB096F9BF0}" destId="{436E58EC-1937-4E29-BE55-4554DE017DA0}" srcOrd="0" destOrd="0" presId="urn:microsoft.com/office/officeart/2005/8/layout/vList5"/>
    <dgm:cxn modelId="{111A39DD-CC40-4D11-B460-BBD61083EB7A}" type="presParOf" srcId="{D85E0ED2-C18D-4E67-95D4-3181097E1B28}" destId="{E8542510-32D5-4BFC-BF7F-0E8C1A478B10}" srcOrd="3" destOrd="0" presId="urn:microsoft.com/office/officeart/2005/8/layout/vList5"/>
    <dgm:cxn modelId="{6FA1687C-5C0A-40B2-AFCB-A06802DB6394}" type="presParOf" srcId="{D85E0ED2-C18D-4E67-95D4-3181097E1B28}" destId="{A9612ED0-7979-457A-BEC8-5D612AA73ECB}" srcOrd="4" destOrd="0" presId="urn:microsoft.com/office/officeart/2005/8/layout/vList5"/>
    <dgm:cxn modelId="{4CE080FA-4300-454E-B1DF-235E263A17ED}" type="presParOf" srcId="{A9612ED0-7979-457A-BEC8-5D612AA73ECB}" destId="{4B802E57-59E4-4882-9403-AE7E93BC3811}" srcOrd="0" destOrd="0" presId="urn:microsoft.com/office/officeart/2005/8/layout/vList5"/>
    <dgm:cxn modelId="{4B98D7F3-4ADD-441D-9798-BBEB4C3827B5}" type="presParOf" srcId="{D85E0ED2-C18D-4E67-95D4-3181097E1B28}" destId="{48F96D1E-FC56-4CD5-B0EF-1EA883255045}" srcOrd="5" destOrd="0" presId="urn:microsoft.com/office/officeart/2005/8/layout/vList5"/>
    <dgm:cxn modelId="{23CA87DE-7086-4B3A-B277-3D597EC57C99}" type="presParOf" srcId="{D85E0ED2-C18D-4E67-95D4-3181097E1B28}" destId="{87E2BE42-E0A1-4C78-B343-B41F77279C39}" srcOrd="6" destOrd="0" presId="urn:microsoft.com/office/officeart/2005/8/layout/vList5"/>
    <dgm:cxn modelId="{AC3A14CB-3496-450B-A746-D56D258125A4}" type="presParOf" srcId="{87E2BE42-E0A1-4C78-B343-B41F77279C39}" destId="{5C76ADDF-18A3-461C-A90A-BA728773C662}" srcOrd="0" destOrd="0" presId="urn:microsoft.com/office/officeart/2005/8/layout/vList5"/>
    <dgm:cxn modelId="{6F8972E7-80D2-4640-87AF-D50CF11B3A04}" type="presParOf" srcId="{D85E0ED2-C18D-4E67-95D4-3181097E1B28}" destId="{CDD96226-C411-481D-9517-13939E61B4D8}" srcOrd="7" destOrd="0" presId="urn:microsoft.com/office/officeart/2005/8/layout/vList5"/>
    <dgm:cxn modelId="{3D210585-354E-4735-9EB1-3562E9F882CD}" type="presParOf" srcId="{D85E0ED2-C18D-4E67-95D4-3181097E1B28}" destId="{17120B4D-821E-4628-BD03-EF5EED99AEC8}" srcOrd="8" destOrd="0" presId="urn:microsoft.com/office/officeart/2005/8/layout/vList5"/>
    <dgm:cxn modelId="{987110BA-95CD-4652-81EE-CBBD576F18B3}" type="presParOf" srcId="{17120B4D-821E-4628-BD03-EF5EED99AEC8}" destId="{4F75FD47-DCA1-4385-89BB-6B6BE811CE29}"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26F4A40-B179-4B1F-A0BF-2D05D01C38A6}"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226E2D1A-D9ED-40F6-8660-27085EEF626A}">
      <dgm:prSet/>
      <dgm:spPr>
        <a:solidFill>
          <a:srgbClr val="FFC000"/>
        </a:solidFill>
      </dgm:spPr>
      <dgm:t>
        <a:bodyPr/>
        <a:lstStyle/>
        <a:p>
          <a:r>
            <a:rPr lang="en-AU" noProof="0" dirty="0"/>
            <a:t>1 Identify Claims: groups write one clear claim each.</a:t>
          </a:r>
        </a:p>
      </dgm:t>
    </dgm:pt>
    <dgm:pt modelId="{99C7A246-3858-4B71-93D8-B0FF4340B231}" type="parTrans" cxnId="{9EED168A-5E9C-4DC7-9D38-03A8452D6B18}">
      <dgm:prSet/>
      <dgm:spPr/>
      <dgm:t>
        <a:bodyPr/>
        <a:lstStyle/>
        <a:p>
          <a:endParaRPr lang="en-US"/>
        </a:p>
      </dgm:t>
    </dgm:pt>
    <dgm:pt modelId="{7CEE30D2-0016-4F33-8F9F-F50E9F9CB5F7}" type="sibTrans" cxnId="{9EED168A-5E9C-4DC7-9D38-03A8452D6B18}">
      <dgm:prSet/>
      <dgm:spPr/>
      <dgm:t>
        <a:bodyPr/>
        <a:lstStyle/>
        <a:p>
          <a:endParaRPr lang="en-AU" noProof="0" dirty="0"/>
        </a:p>
      </dgm:t>
    </dgm:pt>
    <dgm:pt modelId="{C032D190-F47B-4E7B-8691-FE5359FEB8C9}">
      <dgm:prSet/>
      <dgm:spPr>
        <a:solidFill>
          <a:srgbClr val="92D050"/>
        </a:solidFill>
      </dgm:spPr>
      <dgm:t>
        <a:bodyPr/>
        <a:lstStyle/>
        <a:p>
          <a:r>
            <a:rPr lang="en-AU" noProof="0" dirty="0"/>
            <a:t>2) Identify Support: add precise evidence (quote, symbol, pattern, consequence).</a:t>
          </a:r>
        </a:p>
      </dgm:t>
    </dgm:pt>
    <dgm:pt modelId="{067F6688-DF4B-4577-9E2C-E2AAF249A1C5}" type="parTrans" cxnId="{9721C5BB-47D4-4132-A914-730E2A66DA50}">
      <dgm:prSet/>
      <dgm:spPr/>
      <dgm:t>
        <a:bodyPr/>
        <a:lstStyle/>
        <a:p>
          <a:endParaRPr lang="en-US"/>
        </a:p>
      </dgm:t>
    </dgm:pt>
    <dgm:pt modelId="{FA47799B-47B3-40FA-9FA1-E8642A887574}" type="sibTrans" cxnId="{9721C5BB-47D4-4132-A914-730E2A66DA50}">
      <dgm:prSet/>
      <dgm:spPr/>
      <dgm:t>
        <a:bodyPr/>
        <a:lstStyle/>
        <a:p>
          <a:endParaRPr lang="en-AU" noProof="0" dirty="0"/>
        </a:p>
      </dgm:t>
    </dgm:pt>
    <dgm:pt modelId="{DAADF6A0-47BA-41EE-8571-2868237A63A6}">
      <dgm:prSet/>
      <dgm:spPr>
        <a:solidFill>
          <a:srgbClr val="FF0000"/>
        </a:solidFill>
      </dgm:spPr>
      <dgm:t>
        <a:bodyPr/>
        <a:lstStyle/>
        <a:p>
          <a:r>
            <a:rPr lang="en-AU" noProof="0" dirty="0"/>
            <a:t>3) Raise Questions: add at least one probing question per claim.</a:t>
          </a:r>
        </a:p>
      </dgm:t>
    </dgm:pt>
    <dgm:pt modelId="{0D0C3139-44ED-46FD-B28E-482FF0071FA9}" type="parTrans" cxnId="{0294B41B-B2AD-43FF-A806-F9D72CF82170}">
      <dgm:prSet/>
      <dgm:spPr/>
      <dgm:t>
        <a:bodyPr/>
        <a:lstStyle/>
        <a:p>
          <a:endParaRPr lang="en-US"/>
        </a:p>
      </dgm:t>
    </dgm:pt>
    <dgm:pt modelId="{814B7FE4-5C91-4CF5-B105-15F55131C5A5}" type="sibTrans" cxnId="{0294B41B-B2AD-43FF-A806-F9D72CF82170}">
      <dgm:prSet/>
      <dgm:spPr/>
      <dgm:t>
        <a:bodyPr/>
        <a:lstStyle/>
        <a:p>
          <a:endParaRPr lang="en-AU" noProof="0" dirty="0"/>
        </a:p>
      </dgm:t>
    </dgm:pt>
    <dgm:pt modelId="{2C74F51C-5646-4CCF-9BAD-D4671275BE5A}">
      <dgm:prSet/>
      <dgm:spPr>
        <a:solidFill>
          <a:srgbClr val="00B0F0"/>
        </a:solidFill>
      </dgm:spPr>
      <dgm:t>
        <a:bodyPr/>
        <a:lstStyle/>
        <a:p>
          <a:r>
            <a:rPr lang="en-AU" noProof="0" dirty="0"/>
            <a:t>4) Share &amp; Refine: confidence line (1–5), then tighten the wording of the claim.</a:t>
          </a:r>
        </a:p>
      </dgm:t>
    </dgm:pt>
    <dgm:pt modelId="{E4910542-9109-4AA6-B330-8ADE84BF5D27}" type="parTrans" cxnId="{91E2DE7E-509B-407D-BE9C-586929798161}">
      <dgm:prSet/>
      <dgm:spPr/>
      <dgm:t>
        <a:bodyPr/>
        <a:lstStyle/>
        <a:p>
          <a:endParaRPr lang="en-US"/>
        </a:p>
      </dgm:t>
    </dgm:pt>
    <dgm:pt modelId="{C89FFC94-4112-45B8-A043-F19D81C1DBEB}" type="sibTrans" cxnId="{91E2DE7E-509B-407D-BE9C-586929798161}">
      <dgm:prSet/>
      <dgm:spPr/>
      <dgm:t>
        <a:bodyPr/>
        <a:lstStyle/>
        <a:p>
          <a:endParaRPr lang="en-US"/>
        </a:p>
      </dgm:t>
    </dgm:pt>
    <dgm:pt modelId="{495BC919-EEFB-49EF-8485-533EE7B0157D}" type="pres">
      <dgm:prSet presAssocID="{026F4A40-B179-4B1F-A0BF-2D05D01C38A6}" presName="outerComposite" presStyleCnt="0">
        <dgm:presLayoutVars>
          <dgm:chMax val="5"/>
          <dgm:dir/>
          <dgm:resizeHandles val="exact"/>
        </dgm:presLayoutVars>
      </dgm:prSet>
      <dgm:spPr/>
    </dgm:pt>
    <dgm:pt modelId="{43F36090-FA05-425B-8AD9-89349918FAFF}" type="pres">
      <dgm:prSet presAssocID="{026F4A40-B179-4B1F-A0BF-2D05D01C38A6}" presName="dummyMaxCanvas" presStyleCnt="0">
        <dgm:presLayoutVars/>
      </dgm:prSet>
      <dgm:spPr/>
    </dgm:pt>
    <dgm:pt modelId="{4810C410-FB3C-4A1C-93F1-98781F514DBC}" type="pres">
      <dgm:prSet presAssocID="{026F4A40-B179-4B1F-A0BF-2D05D01C38A6}" presName="FourNodes_1" presStyleLbl="node1" presStyleIdx="0" presStyleCnt="4">
        <dgm:presLayoutVars>
          <dgm:bulletEnabled val="1"/>
        </dgm:presLayoutVars>
      </dgm:prSet>
      <dgm:spPr/>
    </dgm:pt>
    <dgm:pt modelId="{C95F29BF-EBD3-459C-8C0A-CAB93F4A9EF3}" type="pres">
      <dgm:prSet presAssocID="{026F4A40-B179-4B1F-A0BF-2D05D01C38A6}" presName="FourNodes_2" presStyleLbl="node1" presStyleIdx="1" presStyleCnt="4">
        <dgm:presLayoutVars>
          <dgm:bulletEnabled val="1"/>
        </dgm:presLayoutVars>
      </dgm:prSet>
      <dgm:spPr/>
    </dgm:pt>
    <dgm:pt modelId="{94BEAB96-5C3F-44D6-A65D-EE5D84FA8082}" type="pres">
      <dgm:prSet presAssocID="{026F4A40-B179-4B1F-A0BF-2D05D01C38A6}" presName="FourNodes_3" presStyleLbl="node1" presStyleIdx="2" presStyleCnt="4">
        <dgm:presLayoutVars>
          <dgm:bulletEnabled val="1"/>
        </dgm:presLayoutVars>
      </dgm:prSet>
      <dgm:spPr/>
    </dgm:pt>
    <dgm:pt modelId="{0ECCDD30-666C-4DF2-8D65-DA662CB4F6C3}" type="pres">
      <dgm:prSet presAssocID="{026F4A40-B179-4B1F-A0BF-2D05D01C38A6}" presName="FourNodes_4" presStyleLbl="node1" presStyleIdx="3" presStyleCnt="4">
        <dgm:presLayoutVars>
          <dgm:bulletEnabled val="1"/>
        </dgm:presLayoutVars>
      </dgm:prSet>
      <dgm:spPr/>
    </dgm:pt>
    <dgm:pt modelId="{020F6516-A23C-47BA-A643-D998A2BB3A42}" type="pres">
      <dgm:prSet presAssocID="{026F4A40-B179-4B1F-A0BF-2D05D01C38A6}" presName="FourConn_1-2" presStyleLbl="fgAccFollowNode1" presStyleIdx="0" presStyleCnt="3">
        <dgm:presLayoutVars>
          <dgm:bulletEnabled val="1"/>
        </dgm:presLayoutVars>
      </dgm:prSet>
      <dgm:spPr/>
    </dgm:pt>
    <dgm:pt modelId="{65DE051B-D3E0-4965-8B7E-70D88DA457BE}" type="pres">
      <dgm:prSet presAssocID="{026F4A40-B179-4B1F-A0BF-2D05D01C38A6}" presName="FourConn_2-3" presStyleLbl="fgAccFollowNode1" presStyleIdx="1" presStyleCnt="3">
        <dgm:presLayoutVars>
          <dgm:bulletEnabled val="1"/>
        </dgm:presLayoutVars>
      </dgm:prSet>
      <dgm:spPr/>
    </dgm:pt>
    <dgm:pt modelId="{9FC85907-59DF-49A5-95AA-6C189B16470D}" type="pres">
      <dgm:prSet presAssocID="{026F4A40-B179-4B1F-A0BF-2D05D01C38A6}" presName="FourConn_3-4" presStyleLbl="fgAccFollowNode1" presStyleIdx="2" presStyleCnt="3">
        <dgm:presLayoutVars>
          <dgm:bulletEnabled val="1"/>
        </dgm:presLayoutVars>
      </dgm:prSet>
      <dgm:spPr/>
    </dgm:pt>
    <dgm:pt modelId="{30F547C0-D621-401B-BFE5-B1738AD98177}" type="pres">
      <dgm:prSet presAssocID="{026F4A40-B179-4B1F-A0BF-2D05D01C38A6}" presName="FourNodes_1_text" presStyleLbl="node1" presStyleIdx="3" presStyleCnt="4">
        <dgm:presLayoutVars>
          <dgm:bulletEnabled val="1"/>
        </dgm:presLayoutVars>
      </dgm:prSet>
      <dgm:spPr/>
    </dgm:pt>
    <dgm:pt modelId="{CBFAB389-217B-4ADB-8352-1243E7192CE1}" type="pres">
      <dgm:prSet presAssocID="{026F4A40-B179-4B1F-A0BF-2D05D01C38A6}" presName="FourNodes_2_text" presStyleLbl="node1" presStyleIdx="3" presStyleCnt="4">
        <dgm:presLayoutVars>
          <dgm:bulletEnabled val="1"/>
        </dgm:presLayoutVars>
      </dgm:prSet>
      <dgm:spPr/>
    </dgm:pt>
    <dgm:pt modelId="{E5770042-5816-4447-BDB4-2E913101505D}" type="pres">
      <dgm:prSet presAssocID="{026F4A40-B179-4B1F-A0BF-2D05D01C38A6}" presName="FourNodes_3_text" presStyleLbl="node1" presStyleIdx="3" presStyleCnt="4">
        <dgm:presLayoutVars>
          <dgm:bulletEnabled val="1"/>
        </dgm:presLayoutVars>
      </dgm:prSet>
      <dgm:spPr/>
    </dgm:pt>
    <dgm:pt modelId="{30F91557-0270-4B41-99D0-04C6440DF7F9}" type="pres">
      <dgm:prSet presAssocID="{026F4A40-B179-4B1F-A0BF-2D05D01C38A6}" presName="FourNodes_4_text" presStyleLbl="node1" presStyleIdx="3" presStyleCnt="4">
        <dgm:presLayoutVars>
          <dgm:bulletEnabled val="1"/>
        </dgm:presLayoutVars>
      </dgm:prSet>
      <dgm:spPr/>
    </dgm:pt>
  </dgm:ptLst>
  <dgm:cxnLst>
    <dgm:cxn modelId="{96292314-DDD3-493C-9529-9015FF89D245}" type="presOf" srcId="{7CEE30D2-0016-4F33-8F9F-F50E9F9CB5F7}" destId="{020F6516-A23C-47BA-A643-D998A2BB3A42}" srcOrd="0" destOrd="0" presId="urn:microsoft.com/office/officeart/2005/8/layout/vProcess5"/>
    <dgm:cxn modelId="{27BADD14-B0EB-4AF8-B708-2B5793474116}" type="presOf" srcId="{C032D190-F47B-4E7B-8691-FE5359FEB8C9}" destId="{CBFAB389-217B-4ADB-8352-1243E7192CE1}" srcOrd="1" destOrd="0" presId="urn:microsoft.com/office/officeart/2005/8/layout/vProcess5"/>
    <dgm:cxn modelId="{0294B41B-B2AD-43FF-A806-F9D72CF82170}" srcId="{026F4A40-B179-4B1F-A0BF-2D05D01C38A6}" destId="{DAADF6A0-47BA-41EE-8571-2868237A63A6}" srcOrd="2" destOrd="0" parTransId="{0D0C3139-44ED-46FD-B28E-482FF0071FA9}" sibTransId="{814B7FE4-5C91-4CF5-B105-15F55131C5A5}"/>
    <dgm:cxn modelId="{73ED582D-D9AA-44D2-9B6A-711BE4EEE0D4}" type="presOf" srcId="{2C74F51C-5646-4CCF-9BAD-D4671275BE5A}" destId="{30F91557-0270-4B41-99D0-04C6440DF7F9}" srcOrd="1" destOrd="0" presId="urn:microsoft.com/office/officeart/2005/8/layout/vProcess5"/>
    <dgm:cxn modelId="{48046A34-A17C-4174-AD1F-416D0C9D3A2D}" type="presOf" srcId="{DAADF6A0-47BA-41EE-8571-2868237A63A6}" destId="{E5770042-5816-4447-BDB4-2E913101505D}" srcOrd="1" destOrd="0" presId="urn:microsoft.com/office/officeart/2005/8/layout/vProcess5"/>
    <dgm:cxn modelId="{91DCAC36-778D-4B8E-8834-CE127062AF4F}" type="presOf" srcId="{226E2D1A-D9ED-40F6-8660-27085EEF626A}" destId="{30F547C0-D621-401B-BFE5-B1738AD98177}" srcOrd="1" destOrd="0" presId="urn:microsoft.com/office/officeart/2005/8/layout/vProcess5"/>
    <dgm:cxn modelId="{41602A39-82FF-4D36-8F3D-5CAB416DFA65}" type="presOf" srcId="{C032D190-F47B-4E7B-8691-FE5359FEB8C9}" destId="{C95F29BF-EBD3-459C-8C0A-CAB93F4A9EF3}" srcOrd="0" destOrd="0" presId="urn:microsoft.com/office/officeart/2005/8/layout/vProcess5"/>
    <dgm:cxn modelId="{41F9354B-146D-4C7C-AC88-2AA1D75F62C3}" type="presOf" srcId="{814B7FE4-5C91-4CF5-B105-15F55131C5A5}" destId="{9FC85907-59DF-49A5-95AA-6C189B16470D}" srcOrd="0" destOrd="0" presId="urn:microsoft.com/office/officeart/2005/8/layout/vProcess5"/>
    <dgm:cxn modelId="{91E2DE7E-509B-407D-BE9C-586929798161}" srcId="{026F4A40-B179-4B1F-A0BF-2D05D01C38A6}" destId="{2C74F51C-5646-4CCF-9BAD-D4671275BE5A}" srcOrd="3" destOrd="0" parTransId="{E4910542-9109-4AA6-B330-8ADE84BF5D27}" sibTransId="{C89FFC94-4112-45B8-A043-F19D81C1DBEB}"/>
    <dgm:cxn modelId="{9EED168A-5E9C-4DC7-9D38-03A8452D6B18}" srcId="{026F4A40-B179-4B1F-A0BF-2D05D01C38A6}" destId="{226E2D1A-D9ED-40F6-8660-27085EEF626A}" srcOrd="0" destOrd="0" parTransId="{99C7A246-3858-4B71-93D8-B0FF4340B231}" sibTransId="{7CEE30D2-0016-4F33-8F9F-F50E9F9CB5F7}"/>
    <dgm:cxn modelId="{ED693093-4B5F-47D5-AF2C-5A7F28FE700B}" type="presOf" srcId="{FA47799B-47B3-40FA-9FA1-E8642A887574}" destId="{65DE051B-D3E0-4965-8B7E-70D88DA457BE}" srcOrd="0" destOrd="0" presId="urn:microsoft.com/office/officeart/2005/8/layout/vProcess5"/>
    <dgm:cxn modelId="{BEBC16AD-4A84-4C1D-B630-1640C21461CD}" type="presOf" srcId="{2C74F51C-5646-4CCF-9BAD-D4671275BE5A}" destId="{0ECCDD30-666C-4DF2-8D65-DA662CB4F6C3}" srcOrd="0" destOrd="0" presId="urn:microsoft.com/office/officeart/2005/8/layout/vProcess5"/>
    <dgm:cxn modelId="{D89976B4-229E-467B-AF63-1864AABE92FF}" type="presOf" srcId="{DAADF6A0-47BA-41EE-8571-2868237A63A6}" destId="{94BEAB96-5C3F-44D6-A65D-EE5D84FA8082}" srcOrd="0" destOrd="0" presId="urn:microsoft.com/office/officeart/2005/8/layout/vProcess5"/>
    <dgm:cxn modelId="{9721C5BB-47D4-4132-A914-730E2A66DA50}" srcId="{026F4A40-B179-4B1F-A0BF-2D05D01C38A6}" destId="{C032D190-F47B-4E7B-8691-FE5359FEB8C9}" srcOrd="1" destOrd="0" parTransId="{067F6688-DF4B-4577-9E2C-E2AAF249A1C5}" sibTransId="{FA47799B-47B3-40FA-9FA1-E8642A887574}"/>
    <dgm:cxn modelId="{FA4BC2D7-5E35-4D81-B684-29F00723E057}" type="presOf" srcId="{026F4A40-B179-4B1F-A0BF-2D05D01C38A6}" destId="{495BC919-EEFB-49EF-8485-533EE7B0157D}" srcOrd="0" destOrd="0" presId="urn:microsoft.com/office/officeart/2005/8/layout/vProcess5"/>
    <dgm:cxn modelId="{291180DA-1F12-4EA8-BB84-10DDC96F5912}" type="presOf" srcId="{226E2D1A-D9ED-40F6-8660-27085EEF626A}" destId="{4810C410-FB3C-4A1C-93F1-98781F514DBC}" srcOrd="0" destOrd="0" presId="urn:microsoft.com/office/officeart/2005/8/layout/vProcess5"/>
    <dgm:cxn modelId="{6878CD14-0DF7-4B7A-9C14-12693D95172F}" type="presParOf" srcId="{495BC919-EEFB-49EF-8485-533EE7B0157D}" destId="{43F36090-FA05-425B-8AD9-89349918FAFF}" srcOrd="0" destOrd="0" presId="urn:microsoft.com/office/officeart/2005/8/layout/vProcess5"/>
    <dgm:cxn modelId="{1531690C-D394-4E5C-9D6E-4F94F9D2AAD1}" type="presParOf" srcId="{495BC919-EEFB-49EF-8485-533EE7B0157D}" destId="{4810C410-FB3C-4A1C-93F1-98781F514DBC}" srcOrd="1" destOrd="0" presId="urn:microsoft.com/office/officeart/2005/8/layout/vProcess5"/>
    <dgm:cxn modelId="{6C066CAB-C785-4EED-86E0-1314534F3637}" type="presParOf" srcId="{495BC919-EEFB-49EF-8485-533EE7B0157D}" destId="{C95F29BF-EBD3-459C-8C0A-CAB93F4A9EF3}" srcOrd="2" destOrd="0" presId="urn:microsoft.com/office/officeart/2005/8/layout/vProcess5"/>
    <dgm:cxn modelId="{7A6E0FC4-97CE-49CD-9552-6BF39AA410BB}" type="presParOf" srcId="{495BC919-EEFB-49EF-8485-533EE7B0157D}" destId="{94BEAB96-5C3F-44D6-A65D-EE5D84FA8082}" srcOrd="3" destOrd="0" presId="urn:microsoft.com/office/officeart/2005/8/layout/vProcess5"/>
    <dgm:cxn modelId="{F53A85B6-E7A5-4E5C-839B-F96A2FE8009F}" type="presParOf" srcId="{495BC919-EEFB-49EF-8485-533EE7B0157D}" destId="{0ECCDD30-666C-4DF2-8D65-DA662CB4F6C3}" srcOrd="4" destOrd="0" presId="urn:microsoft.com/office/officeart/2005/8/layout/vProcess5"/>
    <dgm:cxn modelId="{D6376C50-874F-4103-B799-88C44EB6BED5}" type="presParOf" srcId="{495BC919-EEFB-49EF-8485-533EE7B0157D}" destId="{020F6516-A23C-47BA-A643-D998A2BB3A42}" srcOrd="5" destOrd="0" presId="urn:microsoft.com/office/officeart/2005/8/layout/vProcess5"/>
    <dgm:cxn modelId="{93AA961B-7E47-4ED8-9070-B6CA4E92E94C}" type="presParOf" srcId="{495BC919-EEFB-49EF-8485-533EE7B0157D}" destId="{65DE051B-D3E0-4965-8B7E-70D88DA457BE}" srcOrd="6" destOrd="0" presId="urn:microsoft.com/office/officeart/2005/8/layout/vProcess5"/>
    <dgm:cxn modelId="{05577AD3-AE1A-476D-8C0C-CC83E698DD57}" type="presParOf" srcId="{495BC919-EEFB-49EF-8485-533EE7B0157D}" destId="{9FC85907-59DF-49A5-95AA-6C189B16470D}" srcOrd="7" destOrd="0" presId="urn:microsoft.com/office/officeart/2005/8/layout/vProcess5"/>
    <dgm:cxn modelId="{D11251AE-2CB9-478A-8A4F-E86B0C0A4BF1}" type="presParOf" srcId="{495BC919-EEFB-49EF-8485-533EE7B0157D}" destId="{30F547C0-D621-401B-BFE5-B1738AD98177}" srcOrd="8" destOrd="0" presId="urn:microsoft.com/office/officeart/2005/8/layout/vProcess5"/>
    <dgm:cxn modelId="{8404FF13-5EED-4AFE-A2BE-C36DF7B0E42E}" type="presParOf" srcId="{495BC919-EEFB-49EF-8485-533EE7B0157D}" destId="{CBFAB389-217B-4ADB-8352-1243E7192CE1}" srcOrd="9" destOrd="0" presId="urn:microsoft.com/office/officeart/2005/8/layout/vProcess5"/>
    <dgm:cxn modelId="{723FB2C7-7CAE-43BA-A46F-20942E836E46}" type="presParOf" srcId="{495BC919-EEFB-49EF-8485-533EE7B0157D}" destId="{E5770042-5816-4447-BDB4-2E913101505D}" srcOrd="10" destOrd="0" presId="urn:microsoft.com/office/officeart/2005/8/layout/vProcess5"/>
    <dgm:cxn modelId="{312959E1-3B0E-4C98-8008-EDB40CB8C002}" type="presParOf" srcId="{495BC919-EEFB-49EF-8485-533EE7B0157D}" destId="{30F91557-0270-4B41-99D0-04C6440DF7F9}"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626D56-C9EE-4E8C-88E1-9F477CB52249}">
      <dsp:nvSpPr>
        <dsp:cNvPr id="0" name=""/>
        <dsp:cNvSpPr/>
      </dsp:nvSpPr>
      <dsp:spPr>
        <a:xfrm>
          <a:off x="0" y="0"/>
          <a:ext cx="6966490" cy="110682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AU" sz="1100" b="0" kern="1200" noProof="0" dirty="0"/>
            <a:t>Think of a claim as your answer to: ‘What’s really happening here—and what does it mean?’</a:t>
          </a:r>
          <a:endParaRPr lang="en-AU" sz="1100" kern="1200" noProof="0" dirty="0"/>
        </a:p>
      </dsp:txBody>
      <dsp:txXfrm>
        <a:off x="32418" y="32418"/>
        <a:ext cx="5772143" cy="1041985"/>
      </dsp:txXfrm>
    </dsp:sp>
    <dsp:sp modelId="{36EC6C56-C4E9-4A98-AD1A-C05F4A1DDB31}">
      <dsp:nvSpPr>
        <dsp:cNvPr id="0" name=""/>
        <dsp:cNvSpPr/>
      </dsp:nvSpPr>
      <dsp:spPr>
        <a:xfrm>
          <a:off x="614690" y="1291291"/>
          <a:ext cx="6966490" cy="1106821"/>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AU" sz="1100" kern="1200" noProof="0" dirty="0"/>
            <a:t>A claim is an arguable statement about what is going on in the text.</a:t>
          </a:r>
        </a:p>
      </dsp:txBody>
      <dsp:txXfrm>
        <a:off x="647108" y="1323709"/>
        <a:ext cx="5567530" cy="1041985"/>
      </dsp:txXfrm>
    </dsp:sp>
    <dsp:sp modelId="{C5C1210B-07FA-42A9-B98D-BA0342BDA944}">
      <dsp:nvSpPr>
        <dsp:cNvPr id="0" name=""/>
        <dsp:cNvSpPr/>
      </dsp:nvSpPr>
      <dsp:spPr>
        <a:xfrm>
          <a:off x="1229380" y="2582583"/>
          <a:ext cx="6966490" cy="1106821"/>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AU" sz="1100" kern="1200" noProof="0" dirty="0"/>
            <a:t>It can be an interpretation, generalisation, or theory (not a plot summary).</a:t>
          </a:r>
          <a:br>
            <a:rPr lang="en-AU" sz="1100" kern="1200" noProof="0" dirty="0"/>
          </a:br>
          <a:br>
            <a:rPr lang="en-AU" sz="1100" kern="1200" noProof="0" dirty="0"/>
          </a:br>
          <a:br>
            <a:rPr lang="en-AU" sz="1100" kern="1200" noProof="0" dirty="0"/>
          </a:br>
          <a:r>
            <a:rPr lang="en-AU" sz="1100" b="1" kern="1200" noProof="0" dirty="0"/>
            <a:t>Claim:</a:t>
          </a:r>
          <a:r>
            <a:rPr lang="en-AU" sz="1100" kern="1200" noProof="0" dirty="0"/>
            <a:t> The bone sparrow symbolises memory and hope.</a:t>
          </a:r>
          <a:br>
            <a:rPr lang="en-AU" sz="1100" kern="1200" noProof="0" dirty="0"/>
          </a:br>
          <a:br>
            <a:rPr lang="en-AU" sz="1100" kern="1200" noProof="0" dirty="0"/>
          </a:br>
          <a:r>
            <a:rPr lang="en-AU" sz="1100" b="1" kern="1200" noProof="0" dirty="0"/>
            <a:t>Claim:</a:t>
          </a:r>
          <a:r>
            <a:rPr lang="en-AU" sz="1100" kern="1200" noProof="0" dirty="0"/>
            <a:t> Small acts of adult kindness have big effects.</a:t>
          </a:r>
        </a:p>
      </dsp:txBody>
      <dsp:txXfrm>
        <a:off x="1261798" y="2615001"/>
        <a:ext cx="5567530" cy="1041985"/>
      </dsp:txXfrm>
    </dsp:sp>
    <dsp:sp modelId="{68DD51AC-20BA-4A35-B54D-929B1E59CDA1}">
      <dsp:nvSpPr>
        <dsp:cNvPr id="0" name=""/>
        <dsp:cNvSpPr/>
      </dsp:nvSpPr>
      <dsp:spPr>
        <a:xfrm>
          <a:off x="6247056" y="839339"/>
          <a:ext cx="719433" cy="719433"/>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AU" sz="3200" kern="1200" noProof="0" dirty="0"/>
        </a:p>
      </dsp:txBody>
      <dsp:txXfrm>
        <a:off x="6408928" y="839339"/>
        <a:ext cx="395689" cy="541373"/>
      </dsp:txXfrm>
    </dsp:sp>
    <dsp:sp modelId="{1764A058-4B21-4467-B96B-89165D6014AF}">
      <dsp:nvSpPr>
        <dsp:cNvPr id="0" name=""/>
        <dsp:cNvSpPr/>
      </dsp:nvSpPr>
      <dsp:spPr>
        <a:xfrm>
          <a:off x="6861746" y="2123252"/>
          <a:ext cx="719433" cy="719433"/>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AU" sz="3200" kern="1200" noProof="0" dirty="0"/>
        </a:p>
      </dsp:txBody>
      <dsp:txXfrm>
        <a:off x="7023618" y="2123252"/>
        <a:ext cx="395689" cy="5413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BC1556-D71A-4902-B6F4-2277CD4599AB}">
      <dsp:nvSpPr>
        <dsp:cNvPr id="0" name=""/>
        <dsp:cNvSpPr/>
      </dsp:nvSpPr>
      <dsp:spPr>
        <a:xfrm>
          <a:off x="0" y="0"/>
          <a:ext cx="6310820" cy="66409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b="0" kern="1200" noProof="0" dirty="0"/>
            <a:t>Support answers: ‘How do you know?’</a:t>
          </a:r>
          <a:br>
            <a:rPr lang="en-AU" sz="1400" b="0" kern="1200" noProof="0" dirty="0"/>
          </a:br>
          <a:endParaRPr lang="en-AU" sz="1400" kern="1200" noProof="0" dirty="0"/>
        </a:p>
      </dsp:txBody>
      <dsp:txXfrm>
        <a:off x="19451" y="19451"/>
        <a:ext cx="5516512" cy="625190"/>
      </dsp:txXfrm>
    </dsp:sp>
    <dsp:sp modelId="{88F1C140-5A70-4ACD-8F15-59944C136AFA}">
      <dsp:nvSpPr>
        <dsp:cNvPr id="0" name=""/>
        <dsp:cNvSpPr/>
      </dsp:nvSpPr>
      <dsp:spPr>
        <a:xfrm>
          <a:off x="471262" y="756328"/>
          <a:ext cx="6310820" cy="664092"/>
        </a:xfrm>
        <a:prstGeom prst="roundRect">
          <a:avLst>
            <a:gd name="adj" fmla="val 10000"/>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kern="1200" noProof="0" dirty="0"/>
            <a:t>Support is the checkable evidence that backs your claim.</a:t>
          </a:r>
          <a:br>
            <a:rPr lang="en-AU" sz="1400" kern="1200" noProof="0" dirty="0"/>
          </a:br>
          <a:endParaRPr lang="en-AU" sz="1400" kern="1200" noProof="0" dirty="0"/>
        </a:p>
      </dsp:txBody>
      <dsp:txXfrm>
        <a:off x="490713" y="775779"/>
        <a:ext cx="5368995" cy="625190"/>
      </dsp:txXfrm>
    </dsp:sp>
    <dsp:sp modelId="{6A0B4CB3-A6BE-4624-B4A5-F7EB2B79F6C7}">
      <dsp:nvSpPr>
        <dsp:cNvPr id="0" name=""/>
        <dsp:cNvSpPr/>
      </dsp:nvSpPr>
      <dsp:spPr>
        <a:xfrm>
          <a:off x="942525" y="1512656"/>
          <a:ext cx="6310820" cy="664092"/>
        </a:xfrm>
        <a:prstGeom prst="roundRect">
          <a:avLst>
            <a:gd name="adj" fmla="val 10000"/>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kern="1200" noProof="0" dirty="0"/>
            <a:t>Types: brief quotation, scene detail, recurring symbol/motif, pattern across chapters, consequence of a choice, contrast between characters.</a:t>
          </a:r>
        </a:p>
      </dsp:txBody>
      <dsp:txXfrm>
        <a:off x="961976" y="1532107"/>
        <a:ext cx="5368995" cy="625190"/>
      </dsp:txXfrm>
    </dsp:sp>
    <dsp:sp modelId="{143AB737-CD0B-4853-B0F1-E53BCF827F8C}">
      <dsp:nvSpPr>
        <dsp:cNvPr id="0" name=""/>
        <dsp:cNvSpPr/>
      </dsp:nvSpPr>
      <dsp:spPr>
        <a:xfrm>
          <a:off x="1413787" y="2268984"/>
          <a:ext cx="6310820" cy="664092"/>
        </a:xfrm>
        <a:prstGeom prst="roundRect">
          <a:avLst>
            <a:gd name="adj" fmla="val 10000"/>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kern="1200" noProof="0" dirty="0"/>
            <a:t>Ask: Which exact words or moments carry the meaning? Is it a one‑off or a pattern?</a:t>
          </a:r>
        </a:p>
      </dsp:txBody>
      <dsp:txXfrm>
        <a:off x="1433238" y="2288435"/>
        <a:ext cx="5368995" cy="625190"/>
      </dsp:txXfrm>
    </dsp:sp>
    <dsp:sp modelId="{81A2DA3E-B2BB-454A-9864-2826BFB221BD}">
      <dsp:nvSpPr>
        <dsp:cNvPr id="0" name=""/>
        <dsp:cNvSpPr/>
      </dsp:nvSpPr>
      <dsp:spPr>
        <a:xfrm>
          <a:off x="1885050" y="3025312"/>
          <a:ext cx="6310820" cy="664092"/>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AU" sz="1400" kern="1200" noProof="0" dirty="0"/>
            <a:t>Evidence must be relevant and precise; avoid very long quotes.</a:t>
          </a:r>
        </a:p>
      </dsp:txBody>
      <dsp:txXfrm>
        <a:off x="1904501" y="3044763"/>
        <a:ext cx="5368995" cy="625190"/>
      </dsp:txXfrm>
    </dsp:sp>
    <dsp:sp modelId="{5806773A-3BB9-456B-8E26-137275DF1444}">
      <dsp:nvSpPr>
        <dsp:cNvPr id="0" name=""/>
        <dsp:cNvSpPr/>
      </dsp:nvSpPr>
      <dsp:spPr>
        <a:xfrm>
          <a:off x="5879160" y="485156"/>
          <a:ext cx="431660" cy="431660"/>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AU" sz="1900" kern="1200" noProof="0" dirty="0"/>
        </a:p>
      </dsp:txBody>
      <dsp:txXfrm>
        <a:off x="5976283" y="485156"/>
        <a:ext cx="237414" cy="324824"/>
      </dsp:txXfrm>
    </dsp:sp>
    <dsp:sp modelId="{E925941F-2869-43A5-900B-8E506C23665D}">
      <dsp:nvSpPr>
        <dsp:cNvPr id="0" name=""/>
        <dsp:cNvSpPr/>
      </dsp:nvSpPr>
      <dsp:spPr>
        <a:xfrm>
          <a:off x="6350422" y="1241484"/>
          <a:ext cx="431660" cy="431660"/>
        </a:xfrm>
        <a:prstGeom prst="downArrow">
          <a:avLst>
            <a:gd name="adj1" fmla="val 55000"/>
            <a:gd name="adj2" fmla="val 45000"/>
          </a:avLst>
        </a:prstGeom>
        <a:solidFill>
          <a:schemeClr val="accent2">
            <a:tint val="40000"/>
            <a:alpha val="90000"/>
            <a:hueOff val="1675274"/>
            <a:satOff val="-1459"/>
            <a:lumOff val="-2"/>
            <a:alphaOff val="0"/>
          </a:schemeClr>
        </a:solidFill>
        <a:ln w="25400" cap="flat" cmpd="sng" algn="ctr">
          <a:solidFill>
            <a:schemeClr val="accent2">
              <a:tint val="40000"/>
              <a:alpha val="90000"/>
              <a:hueOff val="1675274"/>
              <a:satOff val="-1459"/>
              <a:lumOff val="-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AU" sz="1900" kern="1200" noProof="0" dirty="0"/>
        </a:p>
      </dsp:txBody>
      <dsp:txXfrm>
        <a:off x="6447545" y="1241484"/>
        <a:ext cx="237414" cy="324824"/>
      </dsp:txXfrm>
    </dsp:sp>
    <dsp:sp modelId="{B43DA713-EE29-4593-AE8E-6C44DAFF1DAC}">
      <dsp:nvSpPr>
        <dsp:cNvPr id="0" name=""/>
        <dsp:cNvSpPr/>
      </dsp:nvSpPr>
      <dsp:spPr>
        <a:xfrm>
          <a:off x="6821685" y="1986744"/>
          <a:ext cx="431660" cy="431660"/>
        </a:xfrm>
        <a:prstGeom prst="downArrow">
          <a:avLst>
            <a:gd name="adj1" fmla="val 55000"/>
            <a:gd name="adj2" fmla="val 45000"/>
          </a:avLst>
        </a:prstGeom>
        <a:solidFill>
          <a:schemeClr val="accent2">
            <a:tint val="40000"/>
            <a:alpha val="90000"/>
            <a:hueOff val="3350547"/>
            <a:satOff val="-2919"/>
            <a:lumOff val="-4"/>
            <a:alphaOff val="0"/>
          </a:schemeClr>
        </a:solidFill>
        <a:ln w="25400" cap="flat" cmpd="sng" algn="ctr">
          <a:solidFill>
            <a:schemeClr val="accent2">
              <a:tint val="40000"/>
              <a:alpha val="90000"/>
              <a:hueOff val="3350547"/>
              <a:satOff val="-2919"/>
              <a:lumOff val="-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AU" sz="1900" kern="1200" noProof="0" dirty="0"/>
        </a:p>
      </dsp:txBody>
      <dsp:txXfrm>
        <a:off x="6918808" y="1986744"/>
        <a:ext cx="237414" cy="324824"/>
      </dsp:txXfrm>
    </dsp:sp>
    <dsp:sp modelId="{926B122E-DC97-462C-AD23-47B3BF73D67B}">
      <dsp:nvSpPr>
        <dsp:cNvPr id="0" name=""/>
        <dsp:cNvSpPr/>
      </dsp:nvSpPr>
      <dsp:spPr>
        <a:xfrm>
          <a:off x="7292948" y="2750451"/>
          <a:ext cx="431660" cy="431660"/>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AU" sz="1900" kern="1200" noProof="0" dirty="0"/>
        </a:p>
      </dsp:txBody>
      <dsp:txXfrm>
        <a:off x="7390071" y="2750451"/>
        <a:ext cx="237414" cy="3248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8BE034-7A91-424F-BB5F-B8A3D579CE91}">
      <dsp:nvSpPr>
        <dsp:cNvPr id="0" name=""/>
        <dsp:cNvSpPr/>
      </dsp:nvSpPr>
      <dsp:spPr>
        <a:xfrm>
          <a:off x="0" y="0"/>
          <a:ext cx="4718785"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E89C5F-295B-4313-9F86-0B2D36CCCC1A}">
      <dsp:nvSpPr>
        <dsp:cNvPr id="0" name=""/>
        <dsp:cNvSpPr/>
      </dsp:nvSpPr>
      <dsp:spPr>
        <a:xfrm>
          <a:off x="0" y="0"/>
          <a:ext cx="4718785" cy="2765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AU" sz="3600" kern="1200" noProof="0" dirty="0"/>
            <a:t>Ask: Which exact words or moments carry the meaning? Is it a one‑off or a pattern?</a:t>
          </a:r>
        </a:p>
      </dsp:txBody>
      <dsp:txXfrm>
        <a:off x="0" y="0"/>
        <a:ext cx="4718785" cy="2765367"/>
      </dsp:txXfrm>
    </dsp:sp>
    <dsp:sp modelId="{920EF124-8154-4C33-B35C-5D837594369E}">
      <dsp:nvSpPr>
        <dsp:cNvPr id="0" name=""/>
        <dsp:cNvSpPr/>
      </dsp:nvSpPr>
      <dsp:spPr>
        <a:xfrm>
          <a:off x="0" y="2765367"/>
          <a:ext cx="4718785" cy="0"/>
        </a:xfrm>
        <a:prstGeom prst="line">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F7C301-1A45-4634-836C-6579964F7D52}">
      <dsp:nvSpPr>
        <dsp:cNvPr id="0" name=""/>
        <dsp:cNvSpPr/>
      </dsp:nvSpPr>
      <dsp:spPr>
        <a:xfrm>
          <a:off x="0" y="2765367"/>
          <a:ext cx="4718785" cy="27653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AU" sz="3600" kern="1200" noProof="0" dirty="0"/>
            <a:t>Evidence must be relevant and precise; avoid very long quotes.</a:t>
          </a:r>
        </a:p>
      </dsp:txBody>
      <dsp:txXfrm>
        <a:off x="0" y="2765367"/>
        <a:ext cx="4718785" cy="27653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715FA-A8C1-4ACE-B77C-8E0E9006BA7F}">
      <dsp:nvSpPr>
        <dsp:cNvPr id="0" name=""/>
        <dsp:cNvSpPr/>
      </dsp:nvSpPr>
      <dsp:spPr>
        <a:xfrm>
          <a:off x="1129632" y="1665"/>
          <a:ext cx="1270836" cy="7279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AU" sz="1000" b="0" kern="1200" noProof="0" dirty="0"/>
            <a:t>Questions turn thinking into inquiry—not just answers.</a:t>
          </a:r>
          <a:endParaRPr lang="en-AU" sz="1000" kern="1200" noProof="0" dirty="0"/>
        </a:p>
      </dsp:txBody>
      <dsp:txXfrm>
        <a:off x="1165169" y="37202"/>
        <a:ext cx="1199762" cy="656906"/>
      </dsp:txXfrm>
    </dsp:sp>
    <dsp:sp modelId="{436E58EC-1937-4E29-BE55-4554DE017DA0}">
      <dsp:nvSpPr>
        <dsp:cNvPr id="0" name=""/>
        <dsp:cNvSpPr/>
      </dsp:nvSpPr>
      <dsp:spPr>
        <a:xfrm>
          <a:off x="1129632" y="766044"/>
          <a:ext cx="1270836" cy="7279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AU" sz="1000" kern="1200" noProof="0" dirty="0"/>
            <a:t>Questions test the strength of a claim and open the next investigation.</a:t>
          </a:r>
        </a:p>
      </dsp:txBody>
      <dsp:txXfrm>
        <a:off x="1165169" y="801581"/>
        <a:ext cx="1199762" cy="656906"/>
      </dsp:txXfrm>
    </dsp:sp>
    <dsp:sp modelId="{4B802E57-59E4-4882-9403-AE7E93BC3811}">
      <dsp:nvSpPr>
        <dsp:cNvPr id="0" name=""/>
        <dsp:cNvSpPr/>
      </dsp:nvSpPr>
      <dsp:spPr>
        <a:xfrm>
          <a:off x="1129632" y="1530424"/>
          <a:ext cx="1270836" cy="7279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AU" sz="1000" kern="1200" noProof="0" dirty="0"/>
            <a:t>Credibility: ‘Where might the text complicate this idea?’</a:t>
          </a:r>
        </a:p>
      </dsp:txBody>
      <dsp:txXfrm>
        <a:off x="1165169" y="1565961"/>
        <a:ext cx="1199762" cy="656906"/>
      </dsp:txXfrm>
    </dsp:sp>
    <dsp:sp modelId="{5C76ADDF-18A3-461C-A90A-BA728773C662}">
      <dsp:nvSpPr>
        <dsp:cNvPr id="0" name=""/>
        <dsp:cNvSpPr/>
      </dsp:nvSpPr>
      <dsp:spPr>
        <a:xfrm>
          <a:off x="1129632" y="2294804"/>
          <a:ext cx="1270836" cy="7279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AU" sz="1000" kern="1200" noProof="0" dirty="0"/>
            <a:t>Perspective: ‘Whose voice is missing? How would a different character view this?’</a:t>
          </a:r>
        </a:p>
      </dsp:txBody>
      <dsp:txXfrm>
        <a:off x="1165169" y="2330341"/>
        <a:ext cx="1199762" cy="656906"/>
      </dsp:txXfrm>
    </dsp:sp>
    <dsp:sp modelId="{4F75FD47-DCA1-4385-89BB-6B6BE811CE29}">
      <dsp:nvSpPr>
        <dsp:cNvPr id="0" name=""/>
        <dsp:cNvSpPr/>
      </dsp:nvSpPr>
      <dsp:spPr>
        <a:xfrm>
          <a:off x="1129632" y="3059184"/>
          <a:ext cx="1270836" cy="727980"/>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AU" sz="1000" kern="1200" noProof="0" dirty="0"/>
            <a:t>Criteria: ‘What evidence would convince a sceptical reader?’</a:t>
          </a:r>
        </a:p>
      </dsp:txBody>
      <dsp:txXfrm>
        <a:off x="1165169" y="3094721"/>
        <a:ext cx="1199762" cy="6569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10C410-FB3C-4A1C-93F1-98781F514DBC}">
      <dsp:nvSpPr>
        <dsp:cNvPr id="0" name=""/>
        <dsp:cNvSpPr/>
      </dsp:nvSpPr>
      <dsp:spPr>
        <a:xfrm>
          <a:off x="0" y="0"/>
          <a:ext cx="6556696" cy="811669"/>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AU" sz="2100" kern="1200" noProof="0" dirty="0"/>
            <a:t>1 Identify Claims: groups write one clear claim each.</a:t>
          </a:r>
        </a:p>
      </dsp:txBody>
      <dsp:txXfrm>
        <a:off x="23773" y="23773"/>
        <a:ext cx="5612256" cy="764123"/>
      </dsp:txXfrm>
    </dsp:sp>
    <dsp:sp modelId="{C95F29BF-EBD3-459C-8C0A-CAB93F4A9EF3}">
      <dsp:nvSpPr>
        <dsp:cNvPr id="0" name=""/>
        <dsp:cNvSpPr/>
      </dsp:nvSpPr>
      <dsp:spPr>
        <a:xfrm>
          <a:off x="549123" y="959245"/>
          <a:ext cx="6556696" cy="811669"/>
        </a:xfrm>
        <a:prstGeom prst="roundRect">
          <a:avLst>
            <a:gd name="adj" fmla="val 10000"/>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AU" sz="2100" kern="1200" noProof="0" dirty="0"/>
            <a:t>2) Identify Support: add precise evidence (quote, symbol, pattern, consequence).</a:t>
          </a:r>
        </a:p>
      </dsp:txBody>
      <dsp:txXfrm>
        <a:off x="572896" y="983018"/>
        <a:ext cx="5432442" cy="764123"/>
      </dsp:txXfrm>
    </dsp:sp>
    <dsp:sp modelId="{94BEAB96-5C3F-44D6-A65D-EE5D84FA8082}">
      <dsp:nvSpPr>
        <dsp:cNvPr id="0" name=""/>
        <dsp:cNvSpPr/>
      </dsp:nvSpPr>
      <dsp:spPr>
        <a:xfrm>
          <a:off x="1090050" y="1918490"/>
          <a:ext cx="6556696" cy="811669"/>
        </a:xfrm>
        <a:prstGeom prst="roundRect">
          <a:avLst>
            <a:gd name="adj" fmla="val 10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AU" sz="2100" kern="1200" noProof="0" dirty="0"/>
            <a:t>3) Raise Questions: add at least one probing question per claim.</a:t>
          </a:r>
        </a:p>
      </dsp:txBody>
      <dsp:txXfrm>
        <a:off x="1113823" y="1942263"/>
        <a:ext cx="5440638" cy="764123"/>
      </dsp:txXfrm>
    </dsp:sp>
    <dsp:sp modelId="{0ECCDD30-666C-4DF2-8D65-DA662CB4F6C3}">
      <dsp:nvSpPr>
        <dsp:cNvPr id="0" name=""/>
        <dsp:cNvSpPr/>
      </dsp:nvSpPr>
      <dsp:spPr>
        <a:xfrm>
          <a:off x="1639174" y="2877735"/>
          <a:ext cx="6556696" cy="811669"/>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AU" sz="2100" kern="1200" noProof="0" dirty="0"/>
            <a:t>4) Share &amp; Refine: confidence line (1–5), then tighten the wording of the claim.</a:t>
          </a:r>
        </a:p>
      </dsp:txBody>
      <dsp:txXfrm>
        <a:off x="1662947" y="2901508"/>
        <a:ext cx="5432442" cy="764123"/>
      </dsp:txXfrm>
    </dsp:sp>
    <dsp:sp modelId="{020F6516-A23C-47BA-A643-D998A2BB3A42}">
      <dsp:nvSpPr>
        <dsp:cNvPr id="0" name=""/>
        <dsp:cNvSpPr/>
      </dsp:nvSpPr>
      <dsp:spPr>
        <a:xfrm>
          <a:off x="6029111" y="621664"/>
          <a:ext cx="527584" cy="527584"/>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AU" sz="2400" kern="1200" noProof="0" dirty="0"/>
        </a:p>
      </dsp:txBody>
      <dsp:txXfrm>
        <a:off x="6147817" y="621664"/>
        <a:ext cx="290172" cy="397007"/>
      </dsp:txXfrm>
    </dsp:sp>
    <dsp:sp modelId="{65DE051B-D3E0-4965-8B7E-70D88DA457BE}">
      <dsp:nvSpPr>
        <dsp:cNvPr id="0" name=""/>
        <dsp:cNvSpPr/>
      </dsp:nvSpPr>
      <dsp:spPr>
        <a:xfrm>
          <a:off x="6578235" y="1580910"/>
          <a:ext cx="527584" cy="527584"/>
        </a:xfrm>
        <a:prstGeom prst="downArrow">
          <a:avLst>
            <a:gd name="adj1" fmla="val 55000"/>
            <a:gd name="adj2" fmla="val 45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AU" sz="2400" kern="1200" noProof="0" dirty="0"/>
        </a:p>
      </dsp:txBody>
      <dsp:txXfrm>
        <a:off x="6696941" y="1580910"/>
        <a:ext cx="290172" cy="397007"/>
      </dsp:txXfrm>
    </dsp:sp>
    <dsp:sp modelId="{9FC85907-59DF-49A5-95AA-6C189B16470D}">
      <dsp:nvSpPr>
        <dsp:cNvPr id="0" name=""/>
        <dsp:cNvSpPr/>
      </dsp:nvSpPr>
      <dsp:spPr>
        <a:xfrm>
          <a:off x="7119162" y="2540155"/>
          <a:ext cx="527584" cy="527584"/>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AU" sz="2400" kern="1200" noProof="0" dirty="0"/>
        </a:p>
      </dsp:txBody>
      <dsp:txXfrm>
        <a:off x="7237868" y="2540155"/>
        <a:ext cx="290172" cy="39700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hyperlink" Target="https://lywi.com/"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hyperlink" Target="https://lywi.com/"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noProof="0"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AU" sz="4200" noProof="0" dirty="0">
                <a:solidFill>
                  <a:srgbClr val="FFFFFF"/>
                </a:solidFill>
              </a:rPr>
              <a:t>Claim–Support–Question (CSQ)</a:t>
            </a:r>
          </a:p>
          <a:p>
            <a:pPr algn="l"/>
            <a:r>
              <a:rPr lang="en-AU" sz="4200" noProof="0" dirty="0">
                <a:solidFill>
                  <a:srgbClr val="FFFFFF"/>
                </a:solidFill>
              </a:rPr>
              <a:t>Year 7 English – The Bone Sparrow</a:t>
            </a:r>
          </a:p>
        </p:txBody>
      </p:sp>
      <p:sp>
        <p:nvSpPr>
          <p:cNvPr id="3" name="Subtitle 2"/>
          <p:cNvSpPr>
            <a:spLocks noGrp="1"/>
          </p:cNvSpPr>
          <p:nvPr>
            <p:ph type="subTitle" idx="1"/>
          </p:nvPr>
        </p:nvSpPr>
        <p:spPr>
          <a:xfrm>
            <a:off x="1013011" y="4870824"/>
            <a:ext cx="7504463" cy="1458258"/>
          </a:xfrm>
        </p:spPr>
        <p:txBody>
          <a:bodyPr anchor="ctr">
            <a:normAutofit/>
          </a:bodyPr>
          <a:lstStyle/>
          <a:p>
            <a:pPr algn="l">
              <a:lnSpc>
                <a:spcPct val="90000"/>
              </a:lnSpc>
            </a:pPr>
            <a:r>
              <a:rPr lang="en-AU" noProof="0" dirty="0"/>
              <a:t>Learn to make clear claims, back them with evidence, and ask probing questions by including an analysis sentence.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6967-D102-EDB4-DA86-E6ADA31AF3A3}"/>
              </a:ext>
            </a:extLst>
          </p:cNvPr>
          <p:cNvSpPr>
            <a:spLocks noGrp="1"/>
          </p:cNvSpPr>
          <p:nvPr>
            <p:ph type="title"/>
          </p:nvPr>
        </p:nvSpPr>
        <p:spPr/>
        <p:txBody>
          <a:bodyPr/>
          <a:lstStyle/>
          <a:p>
            <a:r>
              <a:rPr lang="en-AU" b="1" dirty="0"/>
              <a:t>Take a Side</a:t>
            </a:r>
            <a:r>
              <a:rPr lang="en-AU" dirty="0"/>
              <a:t> </a:t>
            </a:r>
          </a:p>
        </p:txBody>
      </p:sp>
      <p:sp>
        <p:nvSpPr>
          <p:cNvPr id="3" name="Content Placeholder 2">
            <a:extLst>
              <a:ext uri="{FF2B5EF4-FFF2-40B4-BE49-F238E27FC236}">
                <a16:creationId xmlns:a16="http://schemas.microsoft.com/office/drawing/2014/main" id="{284829F8-BA7D-3561-BCAF-BEBDF1CC5718}"/>
              </a:ext>
            </a:extLst>
          </p:cNvPr>
          <p:cNvSpPr>
            <a:spLocks noGrp="1"/>
          </p:cNvSpPr>
          <p:nvPr>
            <p:ph idx="1"/>
          </p:nvPr>
        </p:nvSpPr>
        <p:spPr>
          <a:xfrm>
            <a:off x="457200" y="901874"/>
            <a:ext cx="8229600" cy="5224289"/>
          </a:xfrm>
        </p:spPr>
        <p:txBody>
          <a:bodyPr>
            <a:normAutofit fontScale="92500" lnSpcReduction="20000"/>
          </a:bodyPr>
          <a:lstStyle/>
          <a:p>
            <a:br>
              <a:rPr lang="en-AU" dirty="0"/>
            </a:br>
            <a:r>
              <a:rPr lang="en-AU" dirty="0"/>
              <a:t> </a:t>
            </a:r>
            <a:br>
              <a:rPr lang="en-AU" dirty="0"/>
            </a:br>
            <a:r>
              <a:rPr lang="en-AU" dirty="0"/>
              <a:t>Rainy days are better </a:t>
            </a:r>
            <a:r>
              <a:rPr lang="tr-TR" dirty="0" err="1"/>
              <a:t>than</a:t>
            </a:r>
            <a:r>
              <a:rPr lang="tr-TR" dirty="0"/>
              <a:t> </a:t>
            </a:r>
            <a:r>
              <a:rPr lang="en-AU" dirty="0"/>
              <a:t>sunny days/ Sunny days are better than rainy days </a:t>
            </a:r>
            <a:br>
              <a:rPr lang="tr-TR" dirty="0"/>
            </a:br>
            <a:br>
              <a:rPr lang="en-AU" dirty="0"/>
            </a:br>
            <a:r>
              <a:rPr lang="en-AU" dirty="0"/>
              <a:t> </a:t>
            </a:r>
            <a:br>
              <a:rPr lang="en-AU" dirty="0"/>
            </a:br>
            <a:r>
              <a:rPr lang="en-AU" dirty="0"/>
              <a:t>Dogs are better pets/ Cats are better pets </a:t>
            </a:r>
            <a:br>
              <a:rPr lang="en-AU" dirty="0"/>
            </a:br>
            <a:r>
              <a:rPr lang="en-AU" dirty="0"/>
              <a:t> </a:t>
            </a:r>
            <a:br>
              <a:rPr lang="en-AU" dirty="0"/>
            </a:br>
            <a:br>
              <a:rPr lang="en-AU" dirty="0"/>
            </a:br>
            <a:br>
              <a:rPr lang="en-AU" dirty="0"/>
            </a:br>
            <a:r>
              <a:rPr lang="en-AU" dirty="0"/>
              <a:t>Turn to the person next to you and tell them why you prefer this side</a:t>
            </a:r>
            <a:r>
              <a:rPr lang="tr-TR" dirty="0"/>
              <a:t>. </a:t>
            </a:r>
            <a:br>
              <a:rPr lang="tr-TR" dirty="0"/>
            </a:br>
            <a:r>
              <a:rPr lang="en-AU" dirty="0"/>
              <a:t>"Ask a question to further examine your claim."</a:t>
            </a:r>
          </a:p>
        </p:txBody>
      </p:sp>
    </p:spTree>
    <p:extLst>
      <p:ext uri="{BB962C8B-B14F-4D97-AF65-F5344CB8AC3E}">
        <p14:creationId xmlns:p14="http://schemas.microsoft.com/office/powerpoint/2010/main" val="1769366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77A8E-4616-0EE6-CBAD-6915AE246DC9}"/>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B83BF90E-DC6E-957B-0F70-47E9B9C50BE4}"/>
              </a:ext>
            </a:extLst>
          </p:cNvPr>
          <p:cNvSpPr>
            <a:spLocks noGrp="1"/>
          </p:cNvSpPr>
          <p:nvPr>
            <p:ph idx="1"/>
          </p:nvPr>
        </p:nvSpPr>
        <p:spPr/>
        <p:txBody>
          <a:bodyPr/>
          <a:lstStyle/>
          <a:p>
            <a:endParaRPr lang="en-AU" dirty="0"/>
          </a:p>
        </p:txBody>
      </p:sp>
    </p:spTree>
    <p:extLst>
      <p:ext uri="{BB962C8B-B14F-4D97-AF65-F5344CB8AC3E}">
        <p14:creationId xmlns:p14="http://schemas.microsoft.com/office/powerpoint/2010/main" val="2086510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p:cNvSpPr>
            <a:spLocks noGrp="1"/>
          </p:cNvSpPr>
          <p:nvPr>
            <p:ph type="title"/>
          </p:nvPr>
        </p:nvSpPr>
        <p:spPr>
          <a:xfrm>
            <a:off x="1037673" y="348865"/>
            <a:ext cx="7288583" cy="1576446"/>
          </a:xfrm>
        </p:spPr>
        <p:txBody>
          <a:bodyPr vert="horz" lIns="91440" tIns="45720" rIns="91440" bIns="45720" rtlCol="0" anchor="ctr">
            <a:normAutofit/>
          </a:bodyPr>
          <a:lstStyle/>
          <a:p>
            <a:pPr algn="l" defTabSz="914400">
              <a:lnSpc>
                <a:spcPct val="90000"/>
              </a:lnSpc>
            </a:pPr>
            <a:r>
              <a:rPr lang="en-AU" sz="3500" kern="1200" noProof="0" dirty="0">
                <a:solidFill>
                  <a:srgbClr val="FFFFFF"/>
                </a:solidFill>
                <a:latin typeface="+mj-lt"/>
                <a:ea typeface="+mj-ea"/>
                <a:cs typeface="+mj-cs"/>
              </a:rPr>
              <a:t>What is a Claim? (C)</a:t>
            </a:r>
          </a:p>
        </p:txBody>
      </p:sp>
      <p:graphicFrame>
        <p:nvGraphicFramePr>
          <p:cNvPr id="5" name="TextBox 2">
            <a:extLst>
              <a:ext uri="{FF2B5EF4-FFF2-40B4-BE49-F238E27FC236}">
                <a16:creationId xmlns:a16="http://schemas.microsoft.com/office/drawing/2014/main" id="{2D9E5F23-37B3-847C-5BFC-A60E30121C45}"/>
              </a:ext>
            </a:extLst>
          </p:cNvPr>
          <p:cNvGraphicFramePr/>
          <p:nvPr>
            <p:extLst>
              <p:ext uri="{D42A27DB-BD31-4B8C-83A1-F6EECF244321}">
                <p14:modId xmlns:p14="http://schemas.microsoft.com/office/powerpoint/2010/main" val="473261541"/>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4DA6CC0B-BF2E-1A1F-4A27-5E22ED7D3BD7}"/>
              </a:ext>
            </a:extLst>
          </p:cNvPr>
          <p:cNvSpPr>
            <a:spLocks noGrp="1"/>
          </p:cNvSpPr>
          <p:nvPr>
            <p:ph type="title"/>
          </p:nvPr>
        </p:nvSpPr>
        <p:spPr>
          <a:xfrm>
            <a:off x="614238" y="4230093"/>
            <a:ext cx="3112935" cy="1800165"/>
          </a:xfrm>
        </p:spPr>
        <p:txBody>
          <a:bodyPr vert="horz" lIns="91440" tIns="45720" rIns="91440" bIns="45720" rtlCol="0" anchor="t">
            <a:normAutofit/>
          </a:bodyPr>
          <a:lstStyle/>
          <a:p>
            <a:pPr algn="r" defTabSz="914400">
              <a:lnSpc>
                <a:spcPct val="90000"/>
              </a:lnSpc>
            </a:pPr>
            <a:r>
              <a:rPr lang="en-AU" sz="3500" kern="1200" noProof="0" dirty="0">
                <a:solidFill>
                  <a:schemeClr val="tx1"/>
                </a:solidFill>
                <a:latin typeface="+mj-lt"/>
                <a:ea typeface="+mj-ea"/>
                <a:cs typeface="+mj-cs"/>
              </a:rPr>
              <a:t>Good Claims VS Bad Claims</a:t>
            </a:r>
          </a:p>
        </p:txBody>
      </p:sp>
      <p:sp>
        <p:nvSpPr>
          <p:cNvPr id="4" name="TextBox 3">
            <a:extLst>
              <a:ext uri="{FF2B5EF4-FFF2-40B4-BE49-F238E27FC236}">
                <a16:creationId xmlns:a16="http://schemas.microsoft.com/office/drawing/2014/main" id="{30B5D0D5-7B15-7A76-73C8-197A15E43CF8}"/>
              </a:ext>
            </a:extLst>
          </p:cNvPr>
          <p:cNvSpPr txBox="1"/>
          <p:nvPr/>
        </p:nvSpPr>
        <p:spPr>
          <a:xfrm>
            <a:off x="3934811" y="4230094"/>
            <a:ext cx="4676451" cy="1800164"/>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defRPr sz="2400"/>
            </a:pPr>
            <a:r>
              <a:rPr lang="en-AU" sz="1700" noProof="0" dirty="0">
                <a:highlight>
                  <a:srgbClr val="FFFF00"/>
                </a:highlight>
              </a:rPr>
              <a:t>Good claims are specific, debatable, and focused on ideas, not just events</a:t>
            </a:r>
            <a:r>
              <a:rPr lang="en-AU" sz="1700" noProof="0" dirty="0"/>
              <a:t>.</a:t>
            </a:r>
          </a:p>
          <a:p>
            <a:pPr indent="-228600" defTabSz="914400">
              <a:lnSpc>
                <a:spcPct val="90000"/>
              </a:lnSpc>
              <a:spcAft>
                <a:spcPts val="600"/>
              </a:spcAft>
              <a:buFont typeface="Arial" panose="020B0604020202020204" pitchFamily="34" charset="0"/>
              <a:buChar char="•"/>
              <a:defRPr sz="2400"/>
            </a:pPr>
            <a:endParaRPr lang="en-AU" sz="1700" noProof="0" dirty="0"/>
          </a:p>
        </p:txBody>
      </p:sp>
      <p:sp>
        <p:nvSpPr>
          <p:cNvPr id="12" name="Rectangle 1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9143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4" name="Rectangle 1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5" y="6406115"/>
            <a:ext cx="3057523"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aphicFrame>
        <p:nvGraphicFramePr>
          <p:cNvPr id="5" name="Table 4">
            <a:extLst>
              <a:ext uri="{FF2B5EF4-FFF2-40B4-BE49-F238E27FC236}">
                <a16:creationId xmlns:a16="http://schemas.microsoft.com/office/drawing/2014/main" id="{DCD0BD18-96AB-3205-76CE-3CD034725C69}"/>
              </a:ext>
            </a:extLst>
          </p:cNvPr>
          <p:cNvGraphicFramePr>
            <a:graphicFrameLocks noGrp="1"/>
          </p:cNvGraphicFramePr>
          <p:nvPr>
            <p:extLst>
              <p:ext uri="{D42A27DB-BD31-4B8C-83A1-F6EECF244321}">
                <p14:modId xmlns:p14="http://schemas.microsoft.com/office/powerpoint/2010/main" val="3546783985"/>
              </p:ext>
            </p:extLst>
          </p:nvPr>
        </p:nvGraphicFramePr>
        <p:xfrm>
          <a:off x="417444" y="817603"/>
          <a:ext cx="8354833" cy="2734521"/>
        </p:xfrm>
        <a:graphic>
          <a:graphicData uri="http://schemas.openxmlformats.org/drawingml/2006/table">
            <a:tbl>
              <a:tblPr firstRow="1" bandRow="1">
                <a:tableStyleId>{5C22544A-7EE6-4342-B048-85BDC9FD1C3A}</a:tableStyleId>
              </a:tblPr>
              <a:tblGrid>
                <a:gridCol w="4253624">
                  <a:extLst>
                    <a:ext uri="{9D8B030D-6E8A-4147-A177-3AD203B41FA5}">
                      <a16:colId xmlns:a16="http://schemas.microsoft.com/office/drawing/2014/main" val="704494084"/>
                    </a:ext>
                  </a:extLst>
                </a:gridCol>
                <a:gridCol w="4101209">
                  <a:extLst>
                    <a:ext uri="{9D8B030D-6E8A-4147-A177-3AD203B41FA5}">
                      <a16:colId xmlns:a16="http://schemas.microsoft.com/office/drawing/2014/main" val="717091351"/>
                    </a:ext>
                  </a:extLst>
                </a:gridCol>
              </a:tblGrid>
              <a:tr h="406483">
                <a:tc>
                  <a:txBody>
                    <a:bodyPr/>
                    <a:lstStyle/>
                    <a:p>
                      <a:r>
                        <a:rPr lang="en-AU" sz="1800" noProof="0" dirty="0"/>
                        <a:t>Strong</a:t>
                      </a:r>
                    </a:p>
                  </a:txBody>
                  <a:tcPr marL="92382" marR="92382" marT="46191" marB="46191"/>
                </a:tc>
                <a:tc>
                  <a:txBody>
                    <a:bodyPr/>
                    <a:lstStyle/>
                    <a:p>
                      <a:r>
                        <a:rPr lang="en-AU" sz="1800" noProof="0" dirty="0"/>
                        <a:t>Weak</a:t>
                      </a:r>
                    </a:p>
                  </a:txBody>
                  <a:tcPr marL="92382" marR="92382" marT="46191" marB="46191"/>
                </a:tc>
                <a:extLst>
                  <a:ext uri="{0D108BD9-81ED-4DB2-BD59-A6C34878D82A}">
                    <a16:rowId xmlns:a16="http://schemas.microsoft.com/office/drawing/2014/main" val="1516289400"/>
                  </a:ext>
                </a:extLst>
              </a:tr>
              <a:tr h="960778">
                <a:tc>
                  <a:txBody>
                    <a:bodyPr/>
                    <a:lstStyle/>
                    <a:p>
                      <a:r>
                        <a:rPr lang="en-AU" sz="1800" noProof="0" dirty="0"/>
                        <a:t>The novel builds empathy by letting the reader see detention through a child’s eyes.</a:t>
                      </a:r>
                    </a:p>
                  </a:txBody>
                  <a:tcPr marL="92382" marR="92382" marT="46191" marB="46191"/>
                </a:tc>
                <a:tc>
                  <a:txBody>
                    <a:bodyPr/>
                    <a:lstStyle/>
                    <a:p>
                      <a:r>
                        <a:rPr lang="en-AU" sz="1800" noProof="0" dirty="0"/>
                        <a:t> The Bone Sparrow is a good book.</a:t>
                      </a:r>
                    </a:p>
                  </a:txBody>
                  <a:tcPr marL="92382" marR="92382" marT="46191" marB="46191"/>
                </a:tc>
                <a:extLst>
                  <a:ext uri="{0D108BD9-81ED-4DB2-BD59-A6C34878D82A}">
                    <a16:rowId xmlns:a16="http://schemas.microsoft.com/office/drawing/2014/main" val="4003667487"/>
                  </a:ext>
                </a:extLst>
              </a:tr>
              <a:tr h="683630">
                <a:tc>
                  <a:txBody>
                    <a:bodyPr/>
                    <a:lstStyle/>
                    <a:p>
                      <a:r>
                        <a:rPr lang="en-AU" sz="1800" noProof="0" dirty="0"/>
                        <a:t>The story shows the specific hardships of detention that shape childhood.</a:t>
                      </a:r>
                    </a:p>
                  </a:txBody>
                  <a:tcPr marL="92382" marR="92382" marT="46191" marB="46191"/>
                </a:tc>
                <a:tc>
                  <a:txBody>
                    <a:bodyPr/>
                    <a:lstStyle/>
                    <a:p>
                      <a:r>
                        <a:rPr lang="en-AU" sz="1800" noProof="0" dirty="0"/>
                        <a:t> Refugees have hard lives.</a:t>
                      </a:r>
                    </a:p>
                  </a:txBody>
                  <a:tcPr marL="92382" marR="92382" marT="46191" marB="46191"/>
                </a:tc>
                <a:extLst>
                  <a:ext uri="{0D108BD9-81ED-4DB2-BD59-A6C34878D82A}">
                    <a16:rowId xmlns:a16="http://schemas.microsoft.com/office/drawing/2014/main" val="2593680000"/>
                  </a:ext>
                </a:extLst>
              </a:tr>
              <a:tr h="683630">
                <a:tc>
                  <a:txBody>
                    <a:bodyPr/>
                    <a:lstStyle/>
                    <a:p>
                      <a:r>
                        <a:rPr lang="en-AU" sz="1800" noProof="0" dirty="0"/>
                        <a:t>Friendship and stories keep hope alive when freedom is limited</a:t>
                      </a:r>
                    </a:p>
                  </a:txBody>
                  <a:tcPr marL="92382" marR="92382" marT="46191" marB="46191"/>
                </a:tc>
                <a:tc>
                  <a:txBody>
                    <a:bodyPr/>
                    <a:lstStyle/>
                    <a:p>
                      <a:r>
                        <a:rPr lang="en-AU" sz="1800" noProof="0" dirty="0"/>
                        <a:t> Hope is important in the novel.</a:t>
                      </a:r>
                    </a:p>
                  </a:txBody>
                  <a:tcPr marL="92382" marR="92382" marT="46191" marB="46191"/>
                </a:tc>
                <a:extLst>
                  <a:ext uri="{0D108BD9-81ED-4DB2-BD59-A6C34878D82A}">
                    <a16:rowId xmlns:a16="http://schemas.microsoft.com/office/drawing/2014/main" val="3279110258"/>
                  </a:ext>
                </a:extLst>
              </a:tr>
            </a:tbl>
          </a:graphicData>
        </a:graphic>
      </p:graphicFrame>
    </p:spTree>
    <p:extLst>
      <p:ext uri="{BB962C8B-B14F-4D97-AF65-F5344CB8AC3E}">
        <p14:creationId xmlns:p14="http://schemas.microsoft.com/office/powerpoint/2010/main" val="939230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p:cNvSpPr>
            <a:spLocks noGrp="1"/>
          </p:cNvSpPr>
          <p:nvPr>
            <p:ph type="title"/>
          </p:nvPr>
        </p:nvSpPr>
        <p:spPr>
          <a:xfrm>
            <a:off x="1037673" y="348865"/>
            <a:ext cx="7288583" cy="1576446"/>
          </a:xfrm>
        </p:spPr>
        <p:txBody>
          <a:bodyPr vert="horz" lIns="91440" tIns="45720" rIns="91440" bIns="45720" rtlCol="0" anchor="ctr">
            <a:normAutofit/>
          </a:bodyPr>
          <a:lstStyle/>
          <a:p>
            <a:pPr algn="l" defTabSz="914400">
              <a:lnSpc>
                <a:spcPct val="90000"/>
              </a:lnSpc>
            </a:pPr>
            <a:r>
              <a:rPr lang="en-AU" sz="3500" kern="1200" noProof="0" dirty="0">
                <a:solidFill>
                  <a:srgbClr val="FFFFFF"/>
                </a:solidFill>
                <a:latin typeface="+mj-lt"/>
                <a:ea typeface="+mj-ea"/>
                <a:cs typeface="+mj-cs"/>
              </a:rPr>
              <a:t>What is Support? (S)</a:t>
            </a:r>
          </a:p>
        </p:txBody>
      </p:sp>
      <p:graphicFrame>
        <p:nvGraphicFramePr>
          <p:cNvPr id="5" name="TextBox 2">
            <a:extLst>
              <a:ext uri="{FF2B5EF4-FFF2-40B4-BE49-F238E27FC236}">
                <a16:creationId xmlns:a16="http://schemas.microsoft.com/office/drawing/2014/main" id="{4B7F0CAF-E5D1-2823-4803-83CC8C70F3E5}"/>
              </a:ext>
            </a:extLst>
          </p:cNvPr>
          <p:cNvGraphicFramePr/>
          <p:nvPr>
            <p:extLst>
              <p:ext uri="{D42A27DB-BD31-4B8C-83A1-F6EECF244321}">
                <p14:modId xmlns:p14="http://schemas.microsoft.com/office/powerpoint/2010/main" val="4237419065"/>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3" name="Freeform: Shape 22">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384350"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AU" noProof="0" dirty="0">
              <a:solidFill>
                <a:schemeClr val="bg1"/>
              </a:solidFill>
            </a:endParaRPr>
          </a:p>
        </p:txBody>
      </p:sp>
      <p:sp>
        <p:nvSpPr>
          <p:cNvPr id="2" name="Title 1">
            <a:extLst>
              <a:ext uri="{FF2B5EF4-FFF2-40B4-BE49-F238E27FC236}">
                <a16:creationId xmlns:a16="http://schemas.microsoft.com/office/drawing/2014/main" id="{CF46451C-9205-F5A6-E118-5EC905C66038}"/>
              </a:ext>
            </a:extLst>
          </p:cNvPr>
          <p:cNvSpPr>
            <a:spLocks noGrp="1"/>
          </p:cNvSpPr>
          <p:nvPr>
            <p:ph type="title"/>
          </p:nvPr>
        </p:nvSpPr>
        <p:spPr>
          <a:xfrm>
            <a:off x="628650" y="643467"/>
            <a:ext cx="2213403" cy="5571066"/>
          </a:xfrm>
        </p:spPr>
        <p:txBody>
          <a:bodyPr vert="horz" lIns="91440" tIns="45720" rIns="91440" bIns="45720" rtlCol="0" anchor="ctr">
            <a:normAutofit/>
          </a:bodyPr>
          <a:lstStyle/>
          <a:p>
            <a:pPr algn="l" defTabSz="914400">
              <a:lnSpc>
                <a:spcPct val="90000"/>
              </a:lnSpc>
            </a:pPr>
            <a:r>
              <a:rPr lang="en-AU" kern="1200" noProof="0" dirty="0">
                <a:solidFill>
                  <a:srgbClr val="FFFFFF"/>
                </a:solidFill>
                <a:latin typeface="+mj-lt"/>
                <a:ea typeface="+mj-ea"/>
                <a:cs typeface="+mj-cs"/>
              </a:rPr>
              <a:t>Support</a:t>
            </a:r>
          </a:p>
        </p:txBody>
      </p:sp>
      <p:sp>
        <p:nvSpPr>
          <p:cNvPr id="8" name="TextBox 7">
            <a:extLst>
              <a:ext uri="{FF2B5EF4-FFF2-40B4-BE49-F238E27FC236}">
                <a16:creationId xmlns:a16="http://schemas.microsoft.com/office/drawing/2014/main" id="{8B1A0FD1-8DFA-79F1-F819-ED6E6F631D80}"/>
              </a:ext>
            </a:extLst>
          </p:cNvPr>
          <p:cNvSpPr txBox="1"/>
          <p:nvPr/>
        </p:nvSpPr>
        <p:spPr>
          <a:xfrm>
            <a:off x="555570" y="4042139"/>
            <a:ext cx="6174760" cy="923330"/>
          </a:xfrm>
          <a:prstGeom prst="rect">
            <a:avLst/>
          </a:prstGeom>
          <a:noFill/>
        </p:spPr>
        <p:txBody>
          <a:bodyPr wrap="square">
            <a:spAutoFit/>
          </a:bodyPr>
          <a:lstStyle/>
          <a:p>
            <a:pPr>
              <a:spcAft>
                <a:spcPts val="600"/>
              </a:spcAft>
            </a:pPr>
            <a:r>
              <a:rPr lang="en-AU" noProof="0" dirty="0">
                <a:highlight>
                  <a:srgbClr val="00FF00"/>
                </a:highlight>
              </a:rPr>
              <a:t>Support</a:t>
            </a:r>
            <a:br>
              <a:rPr lang="en-AU" noProof="0" dirty="0"/>
            </a:br>
            <a:r>
              <a:rPr lang="en-AU" b="1" noProof="0" dirty="0"/>
              <a:t>Subhi and Jimmie’s meetings and shared tales change how they face problems.</a:t>
            </a:r>
          </a:p>
        </p:txBody>
      </p:sp>
      <p:graphicFrame>
        <p:nvGraphicFramePr>
          <p:cNvPr id="24" name="TextBox 3">
            <a:extLst>
              <a:ext uri="{FF2B5EF4-FFF2-40B4-BE49-F238E27FC236}">
                <a16:creationId xmlns:a16="http://schemas.microsoft.com/office/drawing/2014/main" id="{0BA0601E-3029-D9AB-0EC8-FFFF02BEB5DF}"/>
              </a:ext>
            </a:extLst>
          </p:cNvPr>
          <p:cNvGraphicFramePr/>
          <p:nvPr>
            <p:extLst>
              <p:ext uri="{D42A27DB-BD31-4B8C-83A1-F6EECF244321}">
                <p14:modId xmlns:p14="http://schemas.microsoft.com/office/powerpoint/2010/main" val="2770587056"/>
              </p:ext>
            </p:extLst>
          </p:nvPr>
        </p:nvGraphicFramePr>
        <p:xfrm>
          <a:off x="3905730" y="643466"/>
          <a:ext cx="4718785"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885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0DFA0FD-AB28-4B25-B870-4D2BBC35B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pSp>
        <p:nvGrpSpPr>
          <p:cNvPr id="23" name="Group 22">
            <a:extLst>
              <a:ext uri="{FF2B5EF4-FFF2-40B4-BE49-F238E27FC236}">
                <a16:creationId xmlns:a16="http://schemas.microsoft.com/office/drawing/2014/main" id="{0D628DFB-9CD1-4E2B-8B44-9FDF7E80F6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84674" y="0"/>
            <a:ext cx="4986424" cy="6858000"/>
            <a:chOff x="5705128" y="0"/>
            <a:chExt cx="6648564" cy="6858000"/>
          </a:xfrm>
        </p:grpSpPr>
        <p:sp>
          <p:nvSpPr>
            <p:cNvPr id="24" name="Freeform: Shape 23">
              <a:extLst>
                <a:ext uri="{FF2B5EF4-FFF2-40B4-BE49-F238E27FC236}">
                  <a16:creationId xmlns:a16="http://schemas.microsoft.com/office/drawing/2014/main" id="{4CB07514-66C4-498E-85FA-6CCDFB253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8018" y="0"/>
              <a:ext cx="6485674" cy="6858000"/>
            </a:xfrm>
            <a:custGeom>
              <a:avLst/>
              <a:gdLst>
                <a:gd name="connsiteX0" fmla="*/ 1720317 w 6237794"/>
                <a:gd name="connsiteY0" fmla="*/ 0 h 6858000"/>
                <a:gd name="connsiteX1" fmla="*/ 2433560 w 6237794"/>
                <a:gd name="connsiteY1" fmla="*/ 0 h 6858000"/>
                <a:gd name="connsiteX2" fmla="*/ 2351473 w 6237794"/>
                <a:gd name="connsiteY2" fmla="*/ 41605 h 6858000"/>
                <a:gd name="connsiteX3" fmla="*/ 1473152 w 6237794"/>
                <a:gd name="connsiteY3" fmla="*/ 667521 h 6858000"/>
                <a:gd name="connsiteX4" fmla="*/ 982876 w 6237794"/>
                <a:gd name="connsiteY4" fmla="*/ 1193803 h 6858000"/>
                <a:gd name="connsiteX5" fmla="*/ 595242 w 6237794"/>
                <a:gd name="connsiteY5" fmla="*/ 1798192 h 6858000"/>
                <a:gd name="connsiteX6" fmla="*/ 332174 w 6237794"/>
                <a:gd name="connsiteY6" fmla="*/ 2466315 h 6858000"/>
                <a:gd name="connsiteX7" fmla="*/ 236500 w 6237794"/>
                <a:gd name="connsiteY7" fmla="*/ 3178573 h 6858000"/>
                <a:gd name="connsiteX8" fmla="*/ 276860 w 6237794"/>
                <a:gd name="connsiteY8" fmla="*/ 3527298 h 6858000"/>
                <a:gd name="connsiteX9" fmla="*/ 396054 w 6237794"/>
                <a:gd name="connsiteY9" fmla="*/ 3853520 h 6858000"/>
                <a:gd name="connsiteX10" fmla="*/ 479243 w 6237794"/>
                <a:gd name="connsiteY10" fmla="*/ 4007121 h 6858000"/>
                <a:gd name="connsiteX11" fmla="*/ 574772 w 6237794"/>
                <a:gd name="connsiteY11" fmla="*/ 4155787 h 6858000"/>
                <a:gd name="connsiteX12" fmla="*/ 795447 w 6237794"/>
                <a:gd name="connsiteY12" fmla="*/ 4443100 h 6858000"/>
                <a:gd name="connsiteX13" fmla="*/ 1034270 w 6237794"/>
                <a:gd name="connsiteY13" fmla="*/ 4732591 h 6858000"/>
                <a:gd name="connsiteX14" fmla="*/ 1153028 w 6237794"/>
                <a:gd name="connsiteY14" fmla="*/ 4883725 h 6858000"/>
                <a:gd name="connsiteX15" fmla="*/ 1210084 w 6237794"/>
                <a:gd name="connsiteY15" fmla="*/ 4957912 h 6858000"/>
                <a:gd name="connsiteX16" fmla="*/ 1265979 w 6237794"/>
                <a:gd name="connsiteY16" fmla="*/ 5028906 h 6858000"/>
                <a:gd name="connsiteX17" fmla="*/ 1746238 w 6237794"/>
                <a:gd name="connsiteY17" fmla="*/ 5553590 h 6858000"/>
                <a:gd name="connsiteX18" fmla="*/ 2001611 w 6237794"/>
                <a:gd name="connsiteY18" fmla="*/ 5789654 h 6858000"/>
                <a:gd name="connsiteX19" fmla="*/ 2269035 w 6237794"/>
                <a:gd name="connsiteY19" fmla="*/ 6007280 h 6858000"/>
                <a:gd name="connsiteX20" fmla="*/ 2866455 w 6237794"/>
                <a:gd name="connsiteY20" fmla="*/ 6351505 h 6858000"/>
                <a:gd name="connsiteX21" fmla="*/ 3200661 w 6237794"/>
                <a:gd name="connsiteY21" fmla="*/ 6448777 h 6858000"/>
                <a:gd name="connsiteX22" fmla="*/ 3286318 w 6237794"/>
                <a:gd name="connsiteY22" fmla="*/ 6465908 h 6858000"/>
                <a:gd name="connsiteX23" fmla="*/ 3372701 w 6237794"/>
                <a:gd name="connsiteY23" fmla="*/ 6480281 h 6858000"/>
                <a:gd name="connsiteX24" fmla="*/ 3547063 w 6237794"/>
                <a:gd name="connsiteY24" fmla="*/ 6500896 h 6858000"/>
                <a:gd name="connsiteX25" fmla="*/ 3634753 w 6237794"/>
                <a:gd name="connsiteY25" fmla="*/ 6507575 h 6858000"/>
                <a:gd name="connsiteX26" fmla="*/ 3722733 w 6237794"/>
                <a:gd name="connsiteY26" fmla="*/ 6512221 h 6858000"/>
                <a:gd name="connsiteX27" fmla="*/ 3811003 w 6237794"/>
                <a:gd name="connsiteY27" fmla="*/ 6514253 h 6858000"/>
                <a:gd name="connsiteX28" fmla="*/ 3899418 w 6237794"/>
                <a:gd name="connsiteY28" fmla="*/ 6513817 h 6858000"/>
                <a:gd name="connsiteX29" fmla="*/ 3943698 w 6237794"/>
                <a:gd name="connsiteY29" fmla="*/ 6513381 h 6858000"/>
                <a:gd name="connsiteX30" fmla="*/ 3986381 w 6237794"/>
                <a:gd name="connsiteY30" fmla="*/ 6511495 h 6858000"/>
                <a:gd name="connsiteX31" fmla="*/ 4028919 w 6237794"/>
                <a:gd name="connsiteY31" fmla="*/ 6509317 h 6858000"/>
                <a:gd name="connsiteX32" fmla="*/ 4071312 w 6237794"/>
                <a:gd name="connsiteY32" fmla="*/ 6505833 h 6858000"/>
                <a:gd name="connsiteX33" fmla="*/ 4239432 w 6237794"/>
                <a:gd name="connsiteY33" fmla="*/ 6485072 h 6858000"/>
                <a:gd name="connsiteX34" fmla="*/ 4879826 w 6237794"/>
                <a:gd name="connsiteY34" fmla="*/ 6274849 h 6858000"/>
                <a:gd name="connsiteX35" fmla="*/ 5471439 w 6237794"/>
                <a:gd name="connsiteY35" fmla="*/ 5906235 h 6858000"/>
                <a:gd name="connsiteX36" fmla="*/ 5614877 w 6237794"/>
                <a:gd name="connsiteY36" fmla="*/ 5797930 h 6858000"/>
                <a:gd name="connsiteX37" fmla="*/ 5758316 w 6237794"/>
                <a:gd name="connsiteY37" fmla="*/ 5685995 h 6858000"/>
                <a:gd name="connsiteX38" fmla="*/ 6048824 w 6237794"/>
                <a:gd name="connsiteY38" fmla="*/ 5453705 h 6858000"/>
                <a:gd name="connsiteX39" fmla="*/ 6237794 w 6237794"/>
                <a:gd name="connsiteY39" fmla="*/ 5308644 h 6858000"/>
                <a:gd name="connsiteX40" fmla="*/ 6237794 w 6237794"/>
                <a:gd name="connsiteY40" fmla="*/ 6081399 h 6858000"/>
                <a:gd name="connsiteX41" fmla="*/ 6123011 w 6237794"/>
                <a:gd name="connsiteY41" fmla="*/ 6166399 h 6858000"/>
                <a:gd name="connsiteX42" fmla="*/ 5965925 w 6237794"/>
                <a:gd name="connsiteY42" fmla="*/ 6278479 h 6858000"/>
                <a:gd name="connsiteX43" fmla="*/ 5803903 w 6237794"/>
                <a:gd name="connsiteY43" fmla="*/ 6387364 h 6858000"/>
                <a:gd name="connsiteX44" fmla="*/ 5463744 w 6237794"/>
                <a:gd name="connsiteY44" fmla="*/ 6591780 h 6858000"/>
                <a:gd name="connsiteX45" fmla="*/ 5097888 w 6237794"/>
                <a:gd name="connsiteY45" fmla="*/ 6765562 h 6858000"/>
                <a:gd name="connsiteX46" fmla="*/ 4905602 w 6237794"/>
                <a:gd name="connsiteY46" fmla="*/ 6836446 h 6858000"/>
                <a:gd name="connsiteX47" fmla="*/ 4831447 w 6237794"/>
                <a:gd name="connsiteY47" fmla="*/ 6858000 h 6858000"/>
                <a:gd name="connsiteX48" fmla="*/ 3036485 w 6237794"/>
                <a:gd name="connsiteY48" fmla="*/ 6858000 h 6858000"/>
                <a:gd name="connsiteX49" fmla="*/ 2911533 w 6237794"/>
                <a:gd name="connsiteY49" fmla="*/ 6825558 h 6858000"/>
                <a:gd name="connsiteX50" fmla="*/ 2719386 w 6237794"/>
                <a:gd name="connsiteY50" fmla="*/ 6767158 h 6858000"/>
                <a:gd name="connsiteX51" fmla="*/ 1980415 w 6237794"/>
                <a:gd name="connsiteY51" fmla="*/ 6440210 h 6858000"/>
                <a:gd name="connsiteX52" fmla="*/ 1357588 w 6237794"/>
                <a:gd name="connsiteY52" fmla="*/ 5931206 h 6858000"/>
                <a:gd name="connsiteX53" fmla="*/ 1105118 w 6237794"/>
                <a:gd name="connsiteY53" fmla="*/ 5624874 h 6858000"/>
                <a:gd name="connsiteX54" fmla="*/ 884588 w 6237794"/>
                <a:gd name="connsiteY54" fmla="*/ 5300539 h 6858000"/>
                <a:gd name="connsiteX55" fmla="*/ 833049 w 6237794"/>
                <a:gd name="connsiteY55" fmla="*/ 5217931 h 6858000"/>
                <a:gd name="connsiteX56" fmla="*/ 783833 w 6237794"/>
                <a:gd name="connsiteY56" fmla="*/ 5137791 h 6858000"/>
                <a:gd name="connsiteX57" fmla="*/ 686706 w 6237794"/>
                <a:gd name="connsiteY57" fmla="*/ 4982447 h 6858000"/>
                <a:gd name="connsiteX58" fmla="*/ 485485 w 6237794"/>
                <a:gd name="connsiteY58" fmla="*/ 4665082 h 6858000"/>
                <a:gd name="connsiteX59" fmla="*/ 289055 w 6237794"/>
                <a:gd name="connsiteY59" fmla="*/ 4329568 h 6858000"/>
                <a:gd name="connsiteX60" fmla="*/ 200495 w 6237794"/>
                <a:gd name="connsiteY60" fmla="*/ 4151721 h 6858000"/>
                <a:gd name="connsiteX61" fmla="*/ 125291 w 6237794"/>
                <a:gd name="connsiteY61" fmla="*/ 3965600 h 6858000"/>
                <a:gd name="connsiteX62" fmla="*/ 67654 w 6237794"/>
                <a:gd name="connsiteY62" fmla="*/ 3772509 h 6858000"/>
                <a:gd name="connsiteX63" fmla="*/ 46168 w 6237794"/>
                <a:gd name="connsiteY63" fmla="*/ 3674076 h 6858000"/>
                <a:gd name="connsiteX64" fmla="*/ 36731 w 6237794"/>
                <a:gd name="connsiteY64" fmla="*/ 3624714 h 6858000"/>
                <a:gd name="connsiteX65" fmla="*/ 28891 w 6237794"/>
                <a:gd name="connsiteY65" fmla="*/ 3575208 h 6858000"/>
                <a:gd name="connsiteX66" fmla="*/ 0 w 6237794"/>
                <a:gd name="connsiteY66" fmla="*/ 3178573 h 6858000"/>
                <a:gd name="connsiteX67" fmla="*/ 80575 w 6237794"/>
                <a:gd name="connsiteY67" fmla="*/ 2405774 h 6858000"/>
                <a:gd name="connsiteX68" fmla="*/ 322737 w 6237794"/>
                <a:gd name="connsiteY68" fmla="*/ 1665351 h 6858000"/>
                <a:gd name="connsiteX69" fmla="*/ 1230700 w 6237794"/>
                <a:gd name="connsiteY69" fmla="*/ 407938 h 6858000"/>
                <a:gd name="connsiteX70" fmla="*/ 1521825 w 6237794"/>
                <a:gd name="connsiteY70" fmla="*/ 149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237794" h="6858000">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5" name="Freeform: Shape 24">
              <a:extLst>
                <a:ext uri="{FF2B5EF4-FFF2-40B4-BE49-F238E27FC236}">
                  <a16:creationId xmlns:a16="http://schemas.microsoft.com/office/drawing/2014/main" id="{13BFB38F-216C-4A75-8C1C-DAF998A5C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634917 w 6230407"/>
                <a:gd name="connsiteY0" fmla="*/ 0 h 6858000"/>
                <a:gd name="connsiteX1" fmla="*/ 6230407 w 6230407"/>
                <a:gd name="connsiteY1" fmla="*/ 0 h 6858000"/>
                <a:gd name="connsiteX2" fmla="*/ 6230407 w 6230407"/>
                <a:gd name="connsiteY2" fmla="*/ 322046 h 6858000"/>
                <a:gd name="connsiteX3" fmla="*/ 6061915 w 6230407"/>
                <a:gd name="connsiteY3" fmla="*/ 206288 h 6858000"/>
                <a:gd name="connsiteX4" fmla="*/ 5814792 w 6230407"/>
                <a:gd name="connsiteY4" fmla="*/ 74312 h 6858000"/>
                <a:gd name="connsiteX5" fmla="*/ 5676576 w 6230407"/>
                <a:gd name="connsiteY5" fmla="*/ 15049 h 6858000"/>
                <a:gd name="connsiteX6" fmla="*/ 1821847 w 6230407"/>
                <a:gd name="connsiteY6" fmla="*/ 0 h 6858000"/>
                <a:gd name="connsiteX7" fmla="*/ 3449591 w 6230407"/>
                <a:gd name="connsiteY7" fmla="*/ 0 h 6858000"/>
                <a:gd name="connsiteX8" fmla="*/ 3354111 w 6230407"/>
                <a:gd name="connsiteY8" fmla="*/ 29819 h 6858000"/>
                <a:gd name="connsiteX9" fmla="*/ 3177287 w 6230407"/>
                <a:gd name="connsiteY9" fmla="*/ 93621 h 6858000"/>
                <a:gd name="connsiteX10" fmla="*/ 1915374 w 6230407"/>
                <a:gd name="connsiteY10" fmla="*/ 844207 h 6858000"/>
                <a:gd name="connsiteX11" fmla="*/ 1042545 w 6230407"/>
                <a:gd name="connsiteY11" fmla="*/ 1926532 h 6858000"/>
                <a:gd name="connsiteX12" fmla="*/ 726050 w 6230407"/>
                <a:gd name="connsiteY12" fmla="*/ 3186123 h 6858000"/>
                <a:gd name="connsiteX13" fmla="*/ 1249864 w 6230407"/>
                <a:gd name="connsiteY13" fmla="*/ 4355701 h 6858000"/>
                <a:gd name="connsiteX14" fmla="*/ 1513803 w 6230407"/>
                <a:gd name="connsiteY14" fmla="*/ 4726929 h 6858000"/>
                <a:gd name="connsiteX15" fmla="*/ 3990446 w 6230407"/>
                <a:gd name="connsiteY15" fmla="*/ 6178014 h 6858000"/>
                <a:gd name="connsiteX16" fmla="*/ 5870541 w 6230407"/>
                <a:gd name="connsiteY16" fmla="*/ 5285296 h 6858000"/>
                <a:gd name="connsiteX17" fmla="*/ 6099347 w 6230407"/>
                <a:gd name="connsiteY17" fmla="*/ 5108030 h 6858000"/>
                <a:gd name="connsiteX18" fmla="*/ 6230407 w 6230407"/>
                <a:gd name="connsiteY18" fmla="*/ 5006078 h 6858000"/>
                <a:gd name="connsiteX19" fmla="*/ 6230407 w 6230407"/>
                <a:gd name="connsiteY19" fmla="*/ 5924458 h 6858000"/>
                <a:gd name="connsiteX20" fmla="*/ 6056186 w 6230407"/>
                <a:gd name="connsiteY20" fmla="*/ 6058925 h 6858000"/>
                <a:gd name="connsiteX21" fmla="*/ 4500343 w 6230407"/>
                <a:gd name="connsiteY21" fmla="*/ 6854086 h 6858000"/>
                <a:gd name="connsiteX22" fmla="*/ 4476760 w 6230407"/>
                <a:gd name="connsiteY22" fmla="*/ 6858000 h 6858000"/>
                <a:gd name="connsiteX23" fmla="*/ 3391617 w 6230407"/>
                <a:gd name="connsiteY23" fmla="*/ 6858000 h 6858000"/>
                <a:gd name="connsiteX24" fmla="*/ 3242986 w 6230407"/>
                <a:gd name="connsiteY24" fmla="*/ 6833894 h 6858000"/>
                <a:gd name="connsiteX25" fmla="*/ 913044 w 6230407"/>
                <a:gd name="connsiteY25" fmla="*/ 5134452 h 6858000"/>
                <a:gd name="connsiteX26" fmla="*/ 0 w 6230407"/>
                <a:gd name="connsiteY26" fmla="*/ 3186123 h 6858000"/>
                <a:gd name="connsiteX27" fmla="*/ 1779764 w 6230407"/>
                <a:gd name="connsiteY27"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30407" h="6858000">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6" name="Freeform: Shape 25">
              <a:extLst>
                <a:ext uri="{FF2B5EF4-FFF2-40B4-BE49-F238E27FC236}">
                  <a16:creationId xmlns:a16="http://schemas.microsoft.com/office/drawing/2014/main" id="{4DF24F7D-73CE-4EF0-86BC-1C1C4C5CB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061392 w 6230408"/>
                <a:gd name="connsiteY0" fmla="*/ 0 h 6858000"/>
                <a:gd name="connsiteX1" fmla="*/ 6230408 w 6230408"/>
                <a:gd name="connsiteY1" fmla="*/ 0 h 6858000"/>
                <a:gd name="connsiteX2" fmla="*/ 6230408 w 6230408"/>
                <a:gd name="connsiteY2" fmla="*/ 502666 h 6858000"/>
                <a:gd name="connsiteX3" fmla="*/ 6204367 w 6230408"/>
                <a:gd name="connsiteY3" fmla="*/ 480166 h 6858000"/>
                <a:gd name="connsiteX4" fmla="*/ 5753525 w 6230408"/>
                <a:gd name="connsiteY4" fmla="*/ 205991 h 6858000"/>
                <a:gd name="connsiteX5" fmla="*/ 5205685 w 6230408"/>
                <a:gd name="connsiteY5" fmla="*/ 25948 h 6858000"/>
                <a:gd name="connsiteX6" fmla="*/ 1821847 w 6230408"/>
                <a:gd name="connsiteY6" fmla="*/ 0 h 6858000"/>
                <a:gd name="connsiteX7" fmla="*/ 4114919 w 6230408"/>
                <a:gd name="connsiteY7" fmla="*/ 0 h 6858000"/>
                <a:gd name="connsiteX8" fmla="*/ 4086206 w 6230408"/>
                <a:gd name="connsiteY8" fmla="*/ 3507 h 6858000"/>
                <a:gd name="connsiteX9" fmla="*/ 3229262 w 6230408"/>
                <a:gd name="connsiteY9" fmla="*/ 229075 h 6858000"/>
                <a:gd name="connsiteX10" fmla="*/ 2009741 w 6230408"/>
                <a:gd name="connsiteY10" fmla="*/ 954400 h 6858000"/>
                <a:gd name="connsiteX11" fmla="*/ 1171466 w 6230408"/>
                <a:gd name="connsiteY11" fmla="*/ 1993025 h 6858000"/>
                <a:gd name="connsiteX12" fmla="*/ 871086 w 6230408"/>
                <a:gd name="connsiteY12" fmla="*/ 3186123 h 6858000"/>
                <a:gd name="connsiteX13" fmla="*/ 1367025 w 6230408"/>
                <a:gd name="connsiteY13" fmla="*/ 4270190 h 6858000"/>
                <a:gd name="connsiteX14" fmla="*/ 1633868 w 6230408"/>
                <a:gd name="connsiteY14" fmla="*/ 4645483 h 6858000"/>
                <a:gd name="connsiteX15" fmla="*/ 2651877 w 6230408"/>
                <a:gd name="connsiteY15" fmla="*/ 5684689 h 6858000"/>
                <a:gd name="connsiteX16" fmla="*/ 3990301 w 6230408"/>
                <a:gd name="connsiteY16" fmla="*/ 6032833 h 6858000"/>
                <a:gd name="connsiteX17" fmla="*/ 4851225 w 6230408"/>
                <a:gd name="connsiteY17" fmla="*/ 5811141 h 6858000"/>
                <a:gd name="connsiteX18" fmla="*/ 5780965 w 6230408"/>
                <a:gd name="connsiteY18" fmla="*/ 5171038 h 6858000"/>
                <a:gd name="connsiteX19" fmla="*/ 6010496 w 6230408"/>
                <a:gd name="connsiteY19" fmla="*/ 4993191 h 6858000"/>
                <a:gd name="connsiteX20" fmla="*/ 6230408 w 6230408"/>
                <a:gd name="connsiteY20" fmla="*/ 4822117 h 6858000"/>
                <a:gd name="connsiteX21" fmla="*/ 6230408 w 6230408"/>
                <a:gd name="connsiteY21" fmla="*/ 5924457 h 6858000"/>
                <a:gd name="connsiteX22" fmla="*/ 6056186 w 6230408"/>
                <a:gd name="connsiteY22" fmla="*/ 6058925 h 6858000"/>
                <a:gd name="connsiteX23" fmla="*/ 4500343 w 6230408"/>
                <a:gd name="connsiteY23" fmla="*/ 6854086 h 6858000"/>
                <a:gd name="connsiteX24" fmla="*/ 4476760 w 6230408"/>
                <a:gd name="connsiteY24" fmla="*/ 6858000 h 6858000"/>
                <a:gd name="connsiteX25" fmla="*/ 3391617 w 6230408"/>
                <a:gd name="connsiteY25" fmla="*/ 6858000 h 6858000"/>
                <a:gd name="connsiteX26" fmla="*/ 3242986 w 6230408"/>
                <a:gd name="connsiteY26" fmla="*/ 6833894 h 6858000"/>
                <a:gd name="connsiteX27" fmla="*/ 913044 w 6230408"/>
                <a:gd name="connsiteY27" fmla="*/ 5134452 h 6858000"/>
                <a:gd name="connsiteX28" fmla="*/ 0 w 6230408"/>
                <a:gd name="connsiteY28" fmla="*/ 3186123 h 6858000"/>
                <a:gd name="connsiteX29" fmla="*/ 1779764 w 6230408"/>
                <a:gd name="connsiteY29"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30408" h="6858000">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useBgFill="1">
          <p:nvSpPr>
            <p:cNvPr id="27" name="Freeform: Shape 26">
              <a:extLst>
                <a:ext uri="{FF2B5EF4-FFF2-40B4-BE49-F238E27FC236}">
                  <a16:creationId xmlns:a16="http://schemas.microsoft.com/office/drawing/2014/main" id="{EC3445B6-9C0D-4865-BF68-CD74892D0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05128" y="0"/>
              <a:ext cx="6648564" cy="6858000"/>
            </a:xfrm>
            <a:custGeom>
              <a:avLst/>
              <a:gdLst>
                <a:gd name="connsiteX0" fmla="*/ 1242460 w 6394458"/>
                <a:gd name="connsiteY0" fmla="*/ 0 h 6858000"/>
                <a:gd name="connsiteX1" fmla="*/ 2160732 w 6394458"/>
                <a:gd name="connsiteY1" fmla="*/ 0 h 6858000"/>
                <a:gd name="connsiteX2" fmla="*/ 2096124 w 6394458"/>
                <a:gd name="connsiteY2" fmla="*/ 41936 h 6858000"/>
                <a:gd name="connsiteX3" fmla="*/ 1942232 w 6394458"/>
                <a:gd name="connsiteY3" fmla="*/ 154451 h 6858000"/>
                <a:gd name="connsiteX4" fmla="*/ 1941942 w 6394458"/>
                <a:gd name="connsiteY4" fmla="*/ 154741 h 6858000"/>
                <a:gd name="connsiteX5" fmla="*/ 1941652 w 6394458"/>
                <a:gd name="connsiteY5" fmla="*/ 155032 h 6858000"/>
                <a:gd name="connsiteX6" fmla="*/ 1878498 w 6394458"/>
                <a:gd name="connsiteY6" fmla="*/ 203377 h 6858000"/>
                <a:gd name="connsiteX7" fmla="*/ 1865722 w 6394458"/>
                <a:gd name="connsiteY7" fmla="*/ 213395 h 6858000"/>
                <a:gd name="connsiteX8" fmla="*/ 1791679 w 6394458"/>
                <a:gd name="connsiteY8" fmla="*/ 272483 h 6858000"/>
                <a:gd name="connsiteX9" fmla="*/ 1503495 w 6394458"/>
                <a:gd name="connsiteY9" fmla="*/ 525389 h 6858000"/>
                <a:gd name="connsiteX10" fmla="*/ 990135 w 6394458"/>
                <a:gd name="connsiteY10" fmla="*/ 1098128 h 6858000"/>
                <a:gd name="connsiteX11" fmla="*/ 771637 w 6394458"/>
                <a:gd name="connsiteY11" fmla="*/ 1416800 h 6858000"/>
                <a:gd name="connsiteX12" fmla="*/ 585660 w 6394458"/>
                <a:gd name="connsiteY12" fmla="*/ 1756960 h 6858000"/>
                <a:gd name="connsiteX13" fmla="*/ 585515 w 6394458"/>
                <a:gd name="connsiteY13" fmla="*/ 1757395 h 6858000"/>
                <a:gd name="connsiteX14" fmla="*/ 585370 w 6394458"/>
                <a:gd name="connsiteY14" fmla="*/ 1757831 h 6858000"/>
                <a:gd name="connsiteX15" fmla="*/ 544574 w 6394458"/>
                <a:gd name="connsiteY15" fmla="*/ 1845230 h 6858000"/>
                <a:gd name="connsiteX16" fmla="*/ 524539 w 6394458"/>
                <a:gd name="connsiteY16" fmla="*/ 1889510 h 6858000"/>
                <a:gd name="connsiteX17" fmla="*/ 505666 w 6394458"/>
                <a:gd name="connsiteY17" fmla="*/ 1933935 h 6858000"/>
                <a:gd name="connsiteX18" fmla="*/ 502762 w 6394458"/>
                <a:gd name="connsiteY18" fmla="*/ 1940904 h 6858000"/>
                <a:gd name="connsiteX19" fmla="*/ 469661 w 6394458"/>
                <a:gd name="connsiteY19" fmla="*/ 2023512 h 6858000"/>
                <a:gd name="connsiteX20" fmla="*/ 456885 w 6394458"/>
                <a:gd name="connsiteY20" fmla="*/ 2057049 h 6858000"/>
                <a:gd name="connsiteX21" fmla="*/ 435688 w 6394458"/>
                <a:gd name="connsiteY21" fmla="*/ 2114395 h 6858000"/>
                <a:gd name="connsiteX22" fmla="*/ 435543 w 6394458"/>
                <a:gd name="connsiteY22" fmla="*/ 2114976 h 6858000"/>
                <a:gd name="connsiteX23" fmla="*/ 435253 w 6394458"/>
                <a:gd name="connsiteY23" fmla="*/ 2115557 h 6858000"/>
                <a:gd name="connsiteX24" fmla="*/ 324770 w 6394458"/>
                <a:gd name="connsiteY24" fmla="*/ 2488382 h 6858000"/>
                <a:gd name="connsiteX25" fmla="*/ 235338 w 6394458"/>
                <a:gd name="connsiteY25" fmla="*/ 3261036 h 6858000"/>
                <a:gd name="connsiteX26" fmla="*/ 272505 w 6394458"/>
                <a:gd name="connsiteY26" fmla="*/ 3641991 h 6858000"/>
                <a:gd name="connsiteX27" fmla="*/ 385891 w 6394458"/>
                <a:gd name="connsiteY27" fmla="*/ 4006104 h 6858000"/>
                <a:gd name="connsiteX28" fmla="*/ 386182 w 6394458"/>
                <a:gd name="connsiteY28" fmla="*/ 4006685 h 6858000"/>
                <a:gd name="connsiteX29" fmla="*/ 386472 w 6394458"/>
                <a:gd name="connsiteY29" fmla="*/ 4007266 h 6858000"/>
                <a:gd name="connsiteX30" fmla="*/ 413911 w 6394458"/>
                <a:gd name="connsiteY30" fmla="*/ 4068823 h 6858000"/>
                <a:gd name="connsiteX31" fmla="*/ 425380 w 6394458"/>
                <a:gd name="connsiteY31" fmla="*/ 4093794 h 6858000"/>
                <a:gd name="connsiteX32" fmla="*/ 435834 w 6394458"/>
                <a:gd name="connsiteY32" fmla="*/ 4114845 h 6858000"/>
                <a:gd name="connsiteX33" fmla="*/ 468644 w 6394458"/>
                <a:gd name="connsiteY33" fmla="*/ 4178435 h 6858000"/>
                <a:gd name="connsiteX34" fmla="*/ 468935 w 6394458"/>
                <a:gd name="connsiteY34" fmla="*/ 4179015 h 6858000"/>
                <a:gd name="connsiteX35" fmla="*/ 469225 w 6394458"/>
                <a:gd name="connsiteY35" fmla="*/ 4179596 h 6858000"/>
                <a:gd name="connsiteX36" fmla="*/ 566496 w 6394458"/>
                <a:gd name="connsiteY36" fmla="*/ 4345828 h 6858000"/>
                <a:gd name="connsiteX37" fmla="*/ 674366 w 6394458"/>
                <a:gd name="connsiteY37" fmla="*/ 4507124 h 6858000"/>
                <a:gd name="connsiteX38" fmla="*/ 790946 w 6394458"/>
                <a:gd name="connsiteY38" fmla="*/ 4665372 h 6858000"/>
                <a:gd name="connsiteX39" fmla="*/ 938015 w 6394458"/>
                <a:gd name="connsiteY39" fmla="*/ 4855559 h 6858000"/>
                <a:gd name="connsiteX40" fmla="*/ 1035286 w 6394458"/>
                <a:gd name="connsiteY40" fmla="*/ 4980269 h 6858000"/>
                <a:gd name="connsiteX41" fmla="*/ 1158254 w 6394458"/>
                <a:gd name="connsiteY41" fmla="*/ 5140985 h 6858000"/>
                <a:gd name="connsiteX42" fmla="*/ 1221118 w 6394458"/>
                <a:gd name="connsiteY42" fmla="*/ 5226351 h 6858000"/>
                <a:gd name="connsiteX43" fmla="*/ 1277448 w 6394458"/>
                <a:gd name="connsiteY43" fmla="*/ 5303007 h 6858000"/>
                <a:gd name="connsiteX44" fmla="*/ 1277739 w 6394458"/>
                <a:gd name="connsiteY44" fmla="*/ 5303297 h 6858000"/>
                <a:gd name="connsiteX45" fmla="*/ 1278029 w 6394458"/>
                <a:gd name="connsiteY45" fmla="*/ 5303588 h 6858000"/>
                <a:gd name="connsiteX46" fmla="*/ 1376607 w 6394458"/>
                <a:gd name="connsiteY46" fmla="*/ 5433525 h 6858000"/>
                <a:gd name="connsiteX47" fmla="*/ 1395625 w 6394458"/>
                <a:gd name="connsiteY47" fmla="*/ 5458060 h 6858000"/>
                <a:gd name="connsiteX48" fmla="*/ 1405207 w 6394458"/>
                <a:gd name="connsiteY48" fmla="*/ 5469965 h 6858000"/>
                <a:gd name="connsiteX49" fmla="*/ 1518739 w 6394458"/>
                <a:gd name="connsiteY49" fmla="*/ 5607597 h 6858000"/>
                <a:gd name="connsiteX50" fmla="*/ 1779194 w 6394458"/>
                <a:gd name="connsiteY50" fmla="*/ 5888957 h 6858000"/>
                <a:gd name="connsiteX51" fmla="*/ 2361805 w 6394458"/>
                <a:gd name="connsiteY51" fmla="*/ 6356876 h 6858000"/>
                <a:gd name="connsiteX52" fmla="*/ 2682656 w 6394458"/>
                <a:gd name="connsiteY52" fmla="*/ 6532110 h 6858000"/>
                <a:gd name="connsiteX53" fmla="*/ 2682946 w 6394458"/>
                <a:gd name="connsiteY53" fmla="*/ 6532255 h 6858000"/>
                <a:gd name="connsiteX54" fmla="*/ 2683236 w 6394458"/>
                <a:gd name="connsiteY54" fmla="*/ 6532400 h 6858000"/>
                <a:gd name="connsiteX55" fmla="*/ 3021944 w 6394458"/>
                <a:gd name="connsiteY55" fmla="*/ 6664805 h 6858000"/>
                <a:gd name="connsiteX56" fmla="*/ 3375605 w 6394458"/>
                <a:gd name="connsiteY56" fmla="*/ 6756415 h 6858000"/>
                <a:gd name="connsiteX57" fmla="*/ 3555048 w 6394458"/>
                <a:gd name="connsiteY57" fmla="*/ 6786612 h 6858000"/>
                <a:gd name="connsiteX58" fmla="*/ 3735218 w 6394458"/>
                <a:gd name="connsiteY58" fmla="*/ 6807083 h 6858000"/>
                <a:gd name="connsiteX59" fmla="*/ 4108188 w 6394458"/>
                <a:gd name="connsiteY59" fmla="*/ 6823343 h 6858000"/>
                <a:gd name="connsiteX60" fmla="*/ 4126917 w 6394458"/>
                <a:gd name="connsiteY60" fmla="*/ 6823343 h 6858000"/>
                <a:gd name="connsiteX61" fmla="*/ 4151597 w 6394458"/>
                <a:gd name="connsiteY61" fmla="*/ 6823488 h 6858000"/>
                <a:gd name="connsiteX62" fmla="*/ 4199652 w 6394458"/>
                <a:gd name="connsiteY62" fmla="*/ 6822763 h 6858000"/>
                <a:gd name="connsiteX63" fmla="*/ 4200088 w 6394458"/>
                <a:gd name="connsiteY63" fmla="*/ 6822763 h 6858000"/>
                <a:gd name="connsiteX64" fmla="*/ 4200523 w 6394458"/>
                <a:gd name="connsiteY64" fmla="*/ 6822763 h 6858000"/>
                <a:gd name="connsiteX65" fmla="*/ 4245675 w 6394458"/>
                <a:gd name="connsiteY65" fmla="*/ 6821601 h 6858000"/>
                <a:gd name="connsiteX66" fmla="*/ 4291117 w 6394458"/>
                <a:gd name="connsiteY66" fmla="*/ 6819277 h 6858000"/>
                <a:gd name="connsiteX67" fmla="*/ 4469108 w 6394458"/>
                <a:gd name="connsiteY67" fmla="*/ 6803743 h 6858000"/>
                <a:gd name="connsiteX68" fmla="*/ 5157267 w 6394458"/>
                <a:gd name="connsiteY68" fmla="*/ 6617766 h 6858000"/>
                <a:gd name="connsiteX69" fmla="*/ 5484069 w 6394458"/>
                <a:gd name="connsiteY69" fmla="*/ 6455744 h 6858000"/>
                <a:gd name="connsiteX70" fmla="*/ 5801144 w 6394458"/>
                <a:gd name="connsiteY70" fmla="*/ 6257717 h 6858000"/>
                <a:gd name="connsiteX71" fmla="*/ 6111106 w 6394458"/>
                <a:gd name="connsiteY71" fmla="*/ 6032542 h 6858000"/>
                <a:gd name="connsiteX72" fmla="*/ 6264127 w 6394458"/>
                <a:gd name="connsiteY72" fmla="*/ 5913203 h 6858000"/>
                <a:gd name="connsiteX73" fmla="*/ 6394458 w 6394458"/>
                <a:gd name="connsiteY73" fmla="*/ 5808939 h 6858000"/>
                <a:gd name="connsiteX74" fmla="*/ 6394458 w 6394458"/>
                <a:gd name="connsiteY74" fmla="*/ 6858000 h 6858000"/>
                <a:gd name="connsiteX75" fmla="*/ 2234128 w 6394458"/>
                <a:gd name="connsiteY75" fmla="*/ 6858000 h 6858000"/>
                <a:gd name="connsiteX76" fmla="*/ 2151583 w 6394458"/>
                <a:gd name="connsiteY76" fmla="*/ 6802146 h 6858000"/>
                <a:gd name="connsiteX77" fmla="*/ 593791 w 6394458"/>
                <a:gd name="connsiteY77" fmla="*/ 5241450 h 6858000"/>
                <a:gd name="connsiteX78" fmla="*/ 0 w 6394458"/>
                <a:gd name="connsiteY78" fmla="*/ 3044861 h 6858000"/>
                <a:gd name="connsiteX79" fmla="*/ 342337 w 6394458"/>
                <a:gd name="connsiteY79" fmla="*/ 1349581 h 6858000"/>
                <a:gd name="connsiteX80" fmla="*/ 1129762 w 6394458"/>
                <a:gd name="connsiteY80" fmla="*/ 118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394458" h="6858000">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useBgFill="1">
          <p:nvSpPr>
            <p:cNvPr id="28" name="Freeform: Shape 27">
              <a:extLst>
                <a:ext uri="{FF2B5EF4-FFF2-40B4-BE49-F238E27FC236}">
                  <a16:creationId xmlns:a16="http://schemas.microsoft.com/office/drawing/2014/main" id="{1905757E-C772-4187-BD34-A12DC33F3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4266" y="0"/>
              <a:ext cx="6419426" cy="6858000"/>
            </a:xfrm>
            <a:custGeom>
              <a:avLst/>
              <a:gdLst>
                <a:gd name="connsiteX0" fmla="*/ 6419426 w 6419426"/>
                <a:gd name="connsiteY0" fmla="*/ 6276207 h 6858000"/>
                <a:gd name="connsiteX1" fmla="*/ 6419426 w 6419426"/>
                <a:gd name="connsiteY1" fmla="*/ 6858000 h 6858000"/>
                <a:gd name="connsiteX2" fmla="*/ 5377226 w 6419426"/>
                <a:gd name="connsiteY2" fmla="*/ 6858000 h 6858000"/>
                <a:gd name="connsiteX3" fmla="*/ 5526079 w 6419426"/>
                <a:gd name="connsiteY3" fmla="*/ 6799309 h 6858000"/>
                <a:gd name="connsiteX4" fmla="*/ 6372097 w 6419426"/>
                <a:gd name="connsiteY4" fmla="*/ 6313400 h 6858000"/>
                <a:gd name="connsiteX5" fmla="*/ 0 w 6419426"/>
                <a:gd name="connsiteY5" fmla="*/ 3944218 h 6858000"/>
                <a:gd name="connsiteX6" fmla="*/ 31811 w 6419426"/>
                <a:gd name="connsiteY6" fmla="*/ 4082046 h 6858000"/>
                <a:gd name="connsiteX7" fmla="*/ 2375871 w 6419426"/>
                <a:gd name="connsiteY7" fmla="*/ 6799309 h 6858000"/>
                <a:gd name="connsiteX8" fmla="*/ 2524724 w 6419426"/>
                <a:gd name="connsiteY8" fmla="*/ 6858000 h 6858000"/>
                <a:gd name="connsiteX9" fmla="*/ 0 w 6419426"/>
                <a:gd name="connsiteY9" fmla="*/ 6858000 h 6858000"/>
                <a:gd name="connsiteX10" fmla="*/ 0 w 6419426"/>
                <a:gd name="connsiteY10" fmla="*/ 0 h 6858000"/>
                <a:gd name="connsiteX11" fmla="*/ 1320019 w 6419426"/>
                <a:gd name="connsiteY11" fmla="*/ 0 h 6858000"/>
                <a:gd name="connsiteX12" fmla="*/ 1089625 w 6419426"/>
                <a:gd name="connsiteY12" fmla="*/ 209396 h 6858000"/>
                <a:gd name="connsiteX13" fmla="*/ 31811 w 6419426"/>
                <a:gd name="connsiteY13" fmla="*/ 2059448 h 6858000"/>
                <a:gd name="connsiteX14" fmla="*/ 0 w 6419426"/>
                <a:gd name="connsiteY14" fmla="*/ 21972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19426" h="6858000">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grpSp>
      <p:sp>
        <p:nvSpPr>
          <p:cNvPr id="2" name="Title 1"/>
          <p:cNvSpPr>
            <a:spLocks noGrp="1"/>
          </p:cNvSpPr>
          <p:nvPr>
            <p:ph type="title"/>
          </p:nvPr>
        </p:nvSpPr>
        <p:spPr>
          <a:xfrm>
            <a:off x="603504" y="798445"/>
            <a:ext cx="3602727" cy="1311664"/>
          </a:xfrm>
        </p:spPr>
        <p:txBody>
          <a:bodyPr vert="horz" lIns="91440" tIns="45720" rIns="91440" bIns="45720" rtlCol="0" anchor="b">
            <a:normAutofit/>
          </a:bodyPr>
          <a:lstStyle/>
          <a:p>
            <a:pPr algn="l" defTabSz="914400">
              <a:lnSpc>
                <a:spcPct val="90000"/>
              </a:lnSpc>
            </a:pPr>
            <a:r>
              <a:rPr lang="en-AU" sz="3100" noProof="0" dirty="0">
                <a:solidFill>
                  <a:schemeClr val="tx2"/>
                </a:solidFill>
              </a:rPr>
              <a:t>What is a Question? (Q)</a:t>
            </a:r>
          </a:p>
        </p:txBody>
      </p:sp>
      <p:sp>
        <p:nvSpPr>
          <p:cNvPr id="7" name="TextBox 6">
            <a:extLst>
              <a:ext uri="{FF2B5EF4-FFF2-40B4-BE49-F238E27FC236}">
                <a16:creationId xmlns:a16="http://schemas.microsoft.com/office/drawing/2014/main" id="{6F0D01D8-F55B-7327-EA5F-8EFD435197F8}"/>
              </a:ext>
            </a:extLst>
          </p:cNvPr>
          <p:cNvSpPr txBox="1"/>
          <p:nvPr/>
        </p:nvSpPr>
        <p:spPr>
          <a:xfrm>
            <a:off x="3716867" y="2895158"/>
            <a:ext cx="5055979" cy="1384995"/>
          </a:xfrm>
          <a:prstGeom prst="rect">
            <a:avLst/>
          </a:prstGeom>
          <a:noFill/>
        </p:spPr>
        <p:txBody>
          <a:bodyPr wrap="square">
            <a:spAutoFit/>
          </a:bodyPr>
          <a:lstStyle/>
          <a:p>
            <a:pPr>
              <a:spcAft>
                <a:spcPts val="600"/>
              </a:spcAft>
            </a:pPr>
            <a:r>
              <a:rPr lang="en-AU" sz="2800" b="1" noProof="0" dirty="0">
                <a:highlight>
                  <a:srgbClr val="FF0000"/>
                </a:highlight>
              </a:rPr>
              <a:t>Question</a:t>
            </a:r>
            <a:br>
              <a:rPr lang="en-AU" sz="2800" b="1" noProof="0" dirty="0"/>
            </a:br>
            <a:r>
              <a:rPr lang="en-AU" sz="2800" b="1" noProof="0" dirty="0"/>
              <a:t>How do friendships make brave choices possible?</a:t>
            </a:r>
          </a:p>
        </p:txBody>
      </p:sp>
      <p:graphicFrame>
        <p:nvGraphicFramePr>
          <p:cNvPr id="9" name="TextBox 2">
            <a:extLst>
              <a:ext uri="{FF2B5EF4-FFF2-40B4-BE49-F238E27FC236}">
                <a16:creationId xmlns:a16="http://schemas.microsoft.com/office/drawing/2014/main" id="{887F19C2-4A46-86A7-6C5D-C827B0541206}"/>
              </a:ext>
            </a:extLst>
          </p:cNvPr>
          <p:cNvGraphicFramePr/>
          <p:nvPr>
            <p:extLst>
              <p:ext uri="{D42A27DB-BD31-4B8C-83A1-F6EECF244321}">
                <p14:modId xmlns:p14="http://schemas.microsoft.com/office/powerpoint/2010/main" val="2469228431"/>
              </p:ext>
            </p:extLst>
          </p:nvPr>
        </p:nvGraphicFramePr>
        <p:xfrm>
          <a:off x="603504" y="2272143"/>
          <a:ext cx="3530102" cy="37888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3212" y="1326724"/>
            <a:ext cx="3985902" cy="994172"/>
          </a:xfrm>
        </p:spPr>
        <p:txBody>
          <a:bodyPr vert="horz" lIns="91440" tIns="45720" rIns="91440" bIns="45720" rtlCol="0" anchor="ctr">
            <a:normAutofit/>
          </a:bodyPr>
          <a:lstStyle/>
          <a:p>
            <a:pPr algn="l" defTabSz="914400">
              <a:lnSpc>
                <a:spcPct val="90000"/>
              </a:lnSpc>
            </a:pPr>
            <a:r>
              <a:rPr lang="en-AU" sz="3100" kern="1200" noProof="0" dirty="0">
                <a:solidFill>
                  <a:schemeClr val="tx1"/>
                </a:solidFill>
                <a:latin typeface="+mj-lt"/>
                <a:ea typeface="+mj-ea"/>
                <a:cs typeface="+mj-cs"/>
              </a:rPr>
              <a:t>Build an Analysis Sentence</a:t>
            </a:r>
          </a:p>
        </p:txBody>
      </p:sp>
      <p:sp>
        <p:nvSpPr>
          <p:cNvPr id="3" name="TextBox 2"/>
          <p:cNvSpPr txBox="1"/>
          <p:nvPr/>
        </p:nvSpPr>
        <p:spPr>
          <a:xfrm>
            <a:off x="363212" y="2433494"/>
            <a:ext cx="3985907" cy="2881456"/>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defRPr sz="1800" b="0"/>
            </a:pPr>
            <a:r>
              <a:rPr lang="en-AU" sz="1350" noProof="0" dirty="0"/>
              <a:t>Use this to turn CSQ into one strong analytic sentence for a paragraph topic sentence or evidence explanation.</a:t>
            </a:r>
          </a:p>
          <a:p>
            <a:pPr indent="-228600" defTabSz="914400">
              <a:lnSpc>
                <a:spcPct val="90000"/>
              </a:lnSpc>
              <a:spcAft>
                <a:spcPts val="600"/>
              </a:spcAft>
              <a:buFont typeface="Arial" panose="020B0604020202020204" pitchFamily="34" charset="0"/>
              <a:buChar char="•"/>
              <a:defRPr sz="2400"/>
            </a:pPr>
            <a:r>
              <a:rPr lang="en-AU" sz="1350" noProof="0" dirty="0"/>
              <a:t>Template: Claim + specific Support + So‑what (effect or author message).</a:t>
            </a:r>
          </a:p>
        </p:txBody>
      </p:sp>
      <p:sp>
        <p:nvSpPr>
          <p:cNvPr id="12" name="Freeform: Shape 11">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419600" y="0"/>
            <a:ext cx="4724400" cy="4919011"/>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AU" sz="1350" noProof="0" dirty="0">
              <a:solidFill>
                <a:prstClr val="white"/>
              </a:solidFill>
              <a:latin typeface="Calibri" panose="020F0502020204030204"/>
            </a:endParaRPr>
          </a:p>
        </p:txBody>
      </p:sp>
      <p:sp>
        <p:nvSpPr>
          <p:cNvPr id="14" name="Freeform: Shape 13">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561" y="1505"/>
            <a:ext cx="4583439" cy="4762908"/>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AU" sz="1350" noProof="0" dirty="0">
              <a:solidFill>
                <a:prstClr val="white"/>
              </a:solidFill>
              <a:latin typeface="Calibri" panose="020F0502020204030204"/>
            </a:endParaRPr>
          </a:p>
        </p:txBody>
      </p:sp>
      <p:sp>
        <p:nvSpPr>
          <p:cNvPr id="5" name="TextBox 4">
            <a:extLst>
              <a:ext uri="{FF2B5EF4-FFF2-40B4-BE49-F238E27FC236}">
                <a16:creationId xmlns:a16="http://schemas.microsoft.com/office/drawing/2014/main" id="{8C9D2C9F-EDCE-B895-02C1-42DC5AA2D8E2}"/>
              </a:ext>
            </a:extLst>
          </p:cNvPr>
          <p:cNvSpPr txBox="1"/>
          <p:nvPr/>
        </p:nvSpPr>
        <p:spPr>
          <a:xfrm>
            <a:off x="5317067" y="863600"/>
            <a:ext cx="3097410" cy="3046988"/>
          </a:xfrm>
          <a:prstGeom prst="rect">
            <a:avLst/>
          </a:prstGeom>
          <a:noFill/>
        </p:spPr>
        <p:txBody>
          <a:bodyPr wrap="square">
            <a:spAutoFit/>
          </a:bodyPr>
          <a:lstStyle/>
          <a:p>
            <a:pPr>
              <a:spcAft>
                <a:spcPts val="600"/>
              </a:spcAft>
              <a:buNone/>
            </a:pPr>
            <a:r>
              <a:rPr lang="en-AU" sz="2400" b="1" noProof="0" dirty="0">
                <a:solidFill>
                  <a:schemeClr val="bg1"/>
                </a:solidFill>
                <a:highlight>
                  <a:srgbClr val="00FFFF"/>
                </a:highlight>
              </a:rPr>
              <a:t>Strong analysis sentence</a:t>
            </a:r>
            <a:br>
              <a:rPr lang="en-AU" sz="2400" noProof="0" dirty="0">
                <a:solidFill>
                  <a:schemeClr val="bg1"/>
                </a:solidFill>
              </a:rPr>
            </a:br>
            <a:r>
              <a:rPr lang="en-AU" sz="2400" noProof="0" dirty="0" err="1">
                <a:solidFill>
                  <a:schemeClr val="bg1"/>
                </a:solidFill>
                <a:highlight>
                  <a:srgbClr val="00FFFF"/>
                </a:highlight>
              </a:rPr>
              <a:t>Fraillon</a:t>
            </a:r>
            <a:r>
              <a:rPr lang="en-AU" sz="2400" noProof="0" dirty="0">
                <a:solidFill>
                  <a:schemeClr val="bg1"/>
                </a:solidFill>
                <a:highlight>
                  <a:srgbClr val="00FFFF"/>
                </a:highlight>
              </a:rPr>
              <a:t> shows that stories give children real power to think for themselves and choose courage, even when the gates are locked.</a:t>
            </a:r>
          </a:p>
        </p:txBody>
      </p:sp>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p:cNvSpPr>
            <a:spLocks noGrp="1"/>
          </p:cNvSpPr>
          <p:nvPr>
            <p:ph type="title"/>
          </p:nvPr>
        </p:nvSpPr>
        <p:spPr>
          <a:xfrm>
            <a:off x="1037673" y="348865"/>
            <a:ext cx="7288583" cy="1576446"/>
          </a:xfrm>
        </p:spPr>
        <p:txBody>
          <a:bodyPr vert="horz" lIns="91440" tIns="45720" rIns="91440" bIns="45720" rtlCol="0" anchor="ctr">
            <a:normAutofit/>
          </a:bodyPr>
          <a:lstStyle/>
          <a:p>
            <a:pPr algn="l" defTabSz="914400">
              <a:lnSpc>
                <a:spcPct val="90000"/>
              </a:lnSpc>
            </a:pPr>
            <a:r>
              <a:rPr lang="en-AU" sz="3500" kern="1200" noProof="0" dirty="0">
                <a:solidFill>
                  <a:srgbClr val="FFFFFF"/>
                </a:solidFill>
                <a:latin typeface="+mj-lt"/>
                <a:ea typeface="+mj-ea"/>
                <a:cs typeface="+mj-cs"/>
              </a:rPr>
              <a:t>CSQ Routine – Steps</a:t>
            </a:r>
          </a:p>
        </p:txBody>
      </p:sp>
      <p:graphicFrame>
        <p:nvGraphicFramePr>
          <p:cNvPr id="5" name="TextBox 2">
            <a:extLst>
              <a:ext uri="{FF2B5EF4-FFF2-40B4-BE49-F238E27FC236}">
                <a16:creationId xmlns:a16="http://schemas.microsoft.com/office/drawing/2014/main" id="{DE1C4950-1056-18CB-F86B-C06DDB172EC0}"/>
              </a:ext>
            </a:extLst>
          </p:cNvPr>
          <p:cNvGraphicFramePr/>
          <p:nvPr>
            <p:extLst>
              <p:ext uri="{D42A27DB-BD31-4B8C-83A1-F6EECF244321}">
                <p14:modId xmlns:p14="http://schemas.microsoft.com/office/powerpoint/2010/main" val="97806379"/>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832" y="1683714"/>
            <a:ext cx="8229600" cy="1143000"/>
          </a:xfrm>
        </p:spPr>
        <p:txBody>
          <a:bodyPr>
            <a:noAutofit/>
          </a:bodyPr>
          <a:lstStyle/>
          <a:p>
            <a:br>
              <a:rPr lang="en-AU" sz="2800" noProof="0" dirty="0"/>
            </a:br>
            <a:br>
              <a:rPr lang="en-AU" sz="2800" noProof="0" dirty="0"/>
            </a:br>
            <a:br>
              <a:rPr lang="en-AU" sz="2800" noProof="0" dirty="0"/>
            </a:br>
            <a:r>
              <a:rPr lang="en-AU" sz="2800" noProof="0" dirty="0">
                <a:highlight>
                  <a:srgbClr val="FFFF00"/>
                </a:highlight>
              </a:rPr>
              <a:t>Friendship and stories keep hope alive when freedom is limited. </a:t>
            </a:r>
            <a:r>
              <a:rPr lang="en-AU" sz="2800" noProof="0" dirty="0">
                <a:highlight>
                  <a:srgbClr val="00FF00"/>
                </a:highlight>
              </a:rPr>
              <a:t>At the fence, Subhi and Jimmie share her mother’s book and Subhi’s “Night Sea.” These moments calm Subhi and help Jimmie understand the camp better. </a:t>
            </a:r>
            <a:r>
              <a:rPr lang="en-AU" sz="2800" noProof="0" dirty="0">
                <a:solidFill>
                  <a:schemeClr val="bg1"/>
                </a:solidFill>
                <a:highlight>
                  <a:srgbClr val="FF0000"/>
                </a:highlight>
              </a:rPr>
              <a:t>How do friendships make brave choices possible? They reduce fear and offer new ideas, so acting kindly feels safer.</a:t>
            </a:r>
            <a:br>
              <a:rPr lang="en-AU" sz="2800" noProof="0" dirty="0"/>
            </a:br>
            <a:r>
              <a:rPr lang="en-AU" sz="2800" b="1" noProof="0" dirty="0">
                <a:highlight>
                  <a:srgbClr val="00FFFF"/>
                </a:highlight>
              </a:rPr>
              <a:t>Strong analysis sentence</a:t>
            </a:r>
            <a:br>
              <a:rPr lang="en-AU" sz="2800" noProof="0" dirty="0">
                <a:highlight>
                  <a:srgbClr val="00FFFF"/>
                </a:highlight>
              </a:rPr>
            </a:br>
            <a:r>
              <a:rPr lang="en-AU" sz="2800" noProof="0" dirty="0" err="1">
                <a:highlight>
                  <a:srgbClr val="00FFFF"/>
                </a:highlight>
              </a:rPr>
              <a:t>Fraillon</a:t>
            </a:r>
            <a:r>
              <a:rPr lang="en-AU" sz="2800" noProof="0" dirty="0">
                <a:highlight>
                  <a:srgbClr val="00FFFF"/>
                </a:highlight>
              </a:rPr>
              <a:t> shows that stories give children real power to think for themselves and choose courage, even when the gates are locked.</a:t>
            </a:r>
            <a:br>
              <a:rPr lang="en-AU" sz="2800" noProof="0" dirty="0"/>
            </a:br>
            <a:endParaRPr lang="en-AU" sz="28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92831-3654-F658-A7A0-6C4B64F241B4}"/>
              </a:ext>
            </a:extLst>
          </p:cNvPr>
          <p:cNvSpPr>
            <a:spLocks noGrp="1"/>
          </p:cNvSpPr>
          <p:nvPr>
            <p:ph type="title"/>
          </p:nvPr>
        </p:nvSpPr>
        <p:spPr/>
        <p:txBody>
          <a:bodyPr/>
          <a:lstStyle/>
          <a:p>
            <a:endParaRPr lang="en-AU" noProof="0" dirty="0"/>
          </a:p>
        </p:txBody>
      </p:sp>
      <p:pic>
        <p:nvPicPr>
          <p:cNvPr id="4" name="Picture 3" descr="A group of comic books&#10;&#10;AI-generated content may be incorrect.">
            <a:extLst>
              <a:ext uri="{FF2B5EF4-FFF2-40B4-BE49-F238E27FC236}">
                <a16:creationId xmlns:a16="http://schemas.microsoft.com/office/drawing/2014/main" id="{8BC17BA2-579F-BD2B-69D8-4467829F88A0}"/>
              </a:ext>
            </a:extLst>
          </p:cNvPr>
          <p:cNvPicPr>
            <a:picLocks noChangeAspect="1"/>
          </p:cNvPicPr>
          <p:nvPr/>
        </p:nvPicPr>
        <p:blipFill>
          <a:blip r:embed="rId2"/>
          <a:stretch>
            <a:fillRect/>
          </a:stretch>
        </p:blipFill>
        <p:spPr>
          <a:xfrm>
            <a:off x="187890" y="378464"/>
            <a:ext cx="8592855" cy="6101072"/>
          </a:xfrm>
          <a:prstGeom prst="rect">
            <a:avLst/>
          </a:prstGeom>
        </p:spPr>
      </p:pic>
    </p:spTree>
    <p:extLst>
      <p:ext uri="{BB962C8B-B14F-4D97-AF65-F5344CB8AC3E}">
        <p14:creationId xmlns:p14="http://schemas.microsoft.com/office/powerpoint/2010/main" val="579634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64FE0-EEB2-F463-CF30-43C58F0E5936}"/>
              </a:ext>
            </a:extLst>
          </p:cNvPr>
          <p:cNvSpPr>
            <a:spLocks noGrp="1"/>
          </p:cNvSpPr>
          <p:nvPr>
            <p:ph type="title"/>
          </p:nvPr>
        </p:nvSpPr>
        <p:spPr/>
        <p:txBody>
          <a:bodyPr/>
          <a:lstStyle/>
          <a:p>
            <a:r>
              <a:rPr lang="en-AU" noProof="0" dirty="0"/>
              <a:t>Our Comic</a:t>
            </a:r>
          </a:p>
        </p:txBody>
      </p:sp>
      <p:sp>
        <p:nvSpPr>
          <p:cNvPr id="3" name="Rectangle 2">
            <a:extLst>
              <a:ext uri="{FF2B5EF4-FFF2-40B4-BE49-F238E27FC236}">
                <a16:creationId xmlns:a16="http://schemas.microsoft.com/office/drawing/2014/main" id="{A68E8A75-0DA0-B91F-3525-E64E1C3ADCC5}"/>
              </a:ext>
            </a:extLst>
          </p:cNvPr>
          <p:cNvSpPr/>
          <p:nvPr/>
        </p:nvSpPr>
        <p:spPr>
          <a:xfrm>
            <a:off x="1027134" y="1841326"/>
            <a:ext cx="2192055" cy="3144033"/>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noProof="0" dirty="0"/>
              <a:t>Claim:  Friendship and stories keep hope alive when freedom is limited</a:t>
            </a:r>
          </a:p>
          <a:p>
            <a:pPr algn="ctr"/>
            <a:endParaRPr lang="en-AU" noProof="0" dirty="0"/>
          </a:p>
        </p:txBody>
      </p:sp>
      <p:sp>
        <p:nvSpPr>
          <p:cNvPr id="4" name="Rectangle: Rounded Corners 3">
            <a:extLst>
              <a:ext uri="{FF2B5EF4-FFF2-40B4-BE49-F238E27FC236}">
                <a16:creationId xmlns:a16="http://schemas.microsoft.com/office/drawing/2014/main" id="{EA0BF270-C65F-49F3-B681-90EF6C340877}"/>
              </a:ext>
            </a:extLst>
          </p:cNvPr>
          <p:cNvSpPr/>
          <p:nvPr/>
        </p:nvSpPr>
        <p:spPr>
          <a:xfrm>
            <a:off x="3970751" y="1841326"/>
            <a:ext cx="3782860" cy="1027134"/>
          </a:xfrm>
          <a:prstGeom prst="round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noProof="0" dirty="0"/>
              <a:t>Evidence</a:t>
            </a:r>
          </a:p>
        </p:txBody>
      </p:sp>
      <p:sp>
        <p:nvSpPr>
          <p:cNvPr id="5" name="Isosceles Triangle 4">
            <a:extLst>
              <a:ext uri="{FF2B5EF4-FFF2-40B4-BE49-F238E27FC236}">
                <a16:creationId xmlns:a16="http://schemas.microsoft.com/office/drawing/2014/main" id="{1243B938-5316-7892-FD4D-1F060FCA9397}"/>
              </a:ext>
            </a:extLst>
          </p:cNvPr>
          <p:cNvSpPr/>
          <p:nvPr/>
        </p:nvSpPr>
        <p:spPr>
          <a:xfrm>
            <a:off x="3068878" y="3219189"/>
            <a:ext cx="2855936" cy="1866378"/>
          </a:xfrm>
          <a:prstGeom prst="triangl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noProof="0" dirty="0"/>
              <a:t>Question</a:t>
            </a:r>
          </a:p>
        </p:txBody>
      </p:sp>
      <p:sp>
        <p:nvSpPr>
          <p:cNvPr id="6" name="Oval 5">
            <a:extLst>
              <a:ext uri="{FF2B5EF4-FFF2-40B4-BE49-F238E27FC236}">
                <a16:creationId xmlns:a16="http://schemas.microsoft.com/office/drawing/2014/main" id="{D85A31C2-B893-44DA-492D-180ADEEF8E68}"/>
              </a:ext>
            </a:extLst>
          </p:cNvPr>
          <p:cNvSpPr/>
          <p:nvPr/>
        </p:nvSpPr>
        <p:spPr>
          <a:xfrm>
            <a:off x="6626268" y="3720230"/>
            <a:ext cx="2229633" cy="2592888"/>
          </a:xfrm>
          <a:prstGeom prst="ellipse">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noProof="0" dirty="0"/>
              <a:t>An </a:t>
            </a:r>
            <a:r>
              <a:rPr lang="tr-TR" noProof="0" dirty="0" err="1"/>
              <a:t>analysis</a:t>
            </a:r>
            <a:r>
              <a:rPr lang="en-AU" noProof="0" dirty="0"/>
              <a:t> sentence</a:t>
            </a:r>
          </a:p>
        </p:txBody>
      </p:sp>
      <p:sp>
        <p:nvSpPr>
          <p:cNvPr id="8" name="Arrow: Right 7">
            <a:extLst>
              <a:ext uri="{FF2B5EF4-FFF2-40B4-BE49-F238E27FC236}">
                <a16:creationId xmlns:a16="http://schemas.microsoft.com/office/drawing/2014/main" id="{FF7C9B7A-49D7-1026-71B2-ADDC4A9F6C1F}"/>
              </a:ext>
            </a:extLst>
          </p:cNvPr>
          <p:cNvSpPr/>
          <p:nvPr/>
        </p:nvSpPr>
        <p:spPr>
          <a:xfrm>
            <a:off x="1127342" y="5423770"/>
            <a:ext cx="5073042" cy="1159592"/>
          </a:xfrm>
          <a:prstGeom prst="rightArrow">
            <a:avLst/>
          </a:prstGeom>
          <a:solidFill>
            <a:schemeClr val="accent4">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u="sng" dirty="0">
                <a:hlinkClick r:id="rId2"/>
              </a:rPr>
              <a:t>https://lywi.com/</a:t>
            </a:r>
            <a:r>
              <a:rPr lang="en-AU" dirty="0"/>
              <a:t> online comic maker</a:t>
            </a:r>
          </a:p>
        </p:txBody>
      </p:sp>
    </p:spTree>
    <p:extLst>
      <p:ext uri="{BB962C8B-B14F-4D97-AF65-F5344CB8AC3E}">
        <p14:creationId xmlns:p14="http://schemas.microsoft.com/office/powerpoint/2010/main" val="3449766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p:cNvSpPr>
            <a:spLocks noGrp="1"/>
          </p:cNvSpPr>
          <p:nvPr>
            <p:ph type="title"/>
          </p:nvPr>
        </p:nvSpPr>
        <p:spPr>
          <a:xfrm>
            <a:off x="515125" y="1153572"/>
            <a:ext cx="2400300" cy="4461163"/>
          </a:xfrm>
        </p:spPr>
        <p:txBody>
          <a:bodyPr vert="horz" lIns="91440" tIns="45720" rIns="91440" bIns="45720" rtlCol="0" anchor="ctr">
            <a:normAutofit/>
          </a:bodyPr>
          <a:lstStyle/>
          <a:p>
            <a:pPr algn="l" defTabSz="914400">
              <a:lnSpc>
                <a:spcPct val="90000"/>
              </a:lnSpc>
            </a:pPr>
            <a:r>
              <a:rPr lang="en-AU" noProof="0" dirty="0">
                <a:solidFill>
                  <a:srgbClr val="FFFFFF"/>
                </a:solidFill>
              </a:rPr>
              <a:t>Creating comics</a:t>
            </a:r>
            <a:br>
              <a:rPr lang="en-AU" noProof="0" dirty="0">
                <a:solidFill>
                  <a:srgbClr val="FFFFFF"/>
                </a:solidFill>
              </a:rPr>
            </a:br>
            <a:r>
              <a:rPr lang="en-AU" kern="1200" noProof="0" dirty="0">
                <a:solidFill>
                  <a:srgbClr val="FFFFFF"/>
                </a:solidFill>
                <a:latin typeface="+mj-lt"/>
                <a:ea typeface="+mj-ea"/>
                <a:cs typeface="+mj-cs"/>
              </a:rPr>
              <a:t>(20 minutes)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noProof="0" dirty="0"/>
          </a:p>
        </p:txBody>
      </p:sp>
      <p:sp>
        <p:nvSpPr>
          <p:cNvPr id="3" name="TextBox 2"/>
          <p:cNvSpPr txBox="1"/>
          <p:nvPr/>
        </p:nvSpPr>
        <p:spPr>
          <a:xfrm>
            <a:off x="3335481" y="591344"/>
            <a:ext cx="5179868" cy="5585619"/>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defRPr sz="1800" b="0"/>
            </a:pPr>
            <a:r>
              <a:rPr lang="en-AU" noProof="0" dirty="0"/>
              <a:t>Pair → Share → Refine.</a:t>
            </a:r>
          </a:p>
          <a:p>
            <a:pPr indent="-228600" defTabSz="914400">
              <a:lnSpc>
                <a:spcPct val="90000"/>
              </a:lnSpc>
              <a:spcAft>
                <a:spcPts val="600"/>
              </a:spcAft>
              <a:buFont typeface="Arial" panose="020B0604020202020204" pitchFamily="34" charset="0"/>
              <a:buChar char="•"/>
              <a:defRPr sz="2400"/>
            </a:pPr>
            <a:r>
              <a:rPr lang="en-AU" noProof="0" dirty="0"/>
              <a:t>Choose one scene or symbol from today’s reading.</a:t>
            </a:r>
          </a:p>
          <a:p>
            <a:pPr indent="-228600" defTabSz="914400">
              <a:lnSpc>
                <a:spcPct val="90000"/>
              </a:lnSpc>
              <a:spcAft>
                <a:spcPts val="600"/>
              </a:spcAft>
              <a:buFont typeface="Arial" panose="020B0604020202020204" pitchFamily="34" charset="0"/>
              <a:buChar char="•"/>
              <a:defRPr sz="2400"/>
            </a:pPr>
            <a:r>
              <a:rPr lang="en-AU" noProof="0" dirty="0"/>
              <a:t>Write a claim (C) about what it shows (use a claim code).</a:t>
            </a:r>
          </a:p>
          <a:p>
            <a:pPr indent="-228600" defTabSz="914400">
              <a:lnSpc>
                <a:spcPct val="90000"/>
              </a:lnSpc>
              <a:spcAft>
                <a:spcPts val="600"/>
              </a:spcAft>
              <a:buFont typeface="Arial" panose="020B0604020202020204" pitchFamily="34" charset="0"/>
              <a:buChar char="•"/>
              <a:defRPr sz="2400"/>
            </a:pPr>
            <a:r>
              <a:rPr lang="en-AU" noProof="0" dirty="0"/>
              <a:t>Add a support (S) from the relevant section. Write a question (Q) to test your claim.</a:t>
            </a:r>
          </a:p>
          <a:p>
            <a:pPr indent="-228600" defTabSz="914400">
              <a:lnSpc>
                <a:spcPct val="90000"/>
              </a:lnSpc>
              <a:spcAft>
                <a:spcPts val="600"/>
              </a:spcAft>
              <a:buFont typeface="Arial" panose="020B0604020202020204" pitchFamily="34" charset="0"/>
              <a:buChar char="•"/>
              <a:defRPr sz="2400"/>
            </a:pPr>
            <a:r>
              <a:rPr lang="en-AU" noProof="0" dirty="0"/>
              <a:t>Turn your CSQ into one analysis sentence using the template.</a:t>
            </a:r>
            <a:br>
              <a:rPr lang="en-AU" noProof="0" dirty="0"/>
            </a:br>
            <a:br>
              <a:rPr lang="en-AU" noProof="0" dirty="0"/>
            </a:br>
            <a:r>
              <a:rPr lang="en-AU" sz="3200" u="sng" noProof="0" dirty="0">
                <a:hlinkClick r:id="rId2"/>
              </a:rPr>
              <a:t>https://lywi.com/</a:t>
            </a:r>
            <a:r>
              <a:rPr lang="en-AU" sz="3200" noProof="0" dirty="0"/>
              <a:t> online comic maker</a:t>
            </a:r>
            <a:endParaRPr lang="en-AU"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C9B44C-BEE4-4F2F-8C13-32BF360B81A7}"/>
</file>

<file path=customXml/itemProps2.xml><?xml version="1.0" encoding="utf-8"?>
<ds:datastoreItem xmlns:ds="http://schemas.openxmlformats.org/officeDocument/2006/customXml" ds:itemID="{6A1A1F86-16AB-4C2B-A521-AEF259F997D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1E68AD5-FE14-48C6-B3BB-B8EA6FDEE3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910</TotalTime>
  <Words>821</Words>
  <Application>Microsoft Office PowerPoint</Application>
  <PresentationFormat>On-screen Show (4:3)</PresentationFormat>
  <Paragraphs>58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Claim–Support–Question (CSQ) Year 7 English – The Bone Sparrow</vt:lpstr>
      <vt:lpstr>Take a Side </vt:lpstr>
      <vt:lpstr>PowerPoint Presentation</vt:lpstr>
      <vt:lpstr>What is a Claim? (C)</vt:lpstr>
      <vt:lpstr>Good Claims VS Bad Claims</vt:lpstr>
      <vt:lpstr>What is Support? (S)</vt:lpstr>
      <vt:lpstr>Support</vt:lpstr>
      <vt:lpstr>What is a Question? (Q)</vt:lpstr>
      <vt:lpstr>Build an Analysis Sentence</vt:lpstr>
      <vt:lpstr>CSQ Routine – Steps</vt:lpstr>
      <vt:lpstr>   Friendship and stories keep hope alive when freedom is limited. At the fence, Subhi and Jimmie share her mother’s book and Subhi’s “Night Sea.” These moments calm Subhi and help Jimmie understand the camp better. How do friendships make brave choices possible? They reduce fear and offer new ideas, so acting kindly feels safer. Strong analysis sentence Fraillon shows that stories give children real power to think for themselves and choose courage, even when the gates are locked. </vt:lpstr>
      <vt:lpstr>PowerPoint Presentation</vt:lpstr>
      <vt:lpstr>Our Comic</vt:lpstr>
      <vt:lpstr>Creating comics (20 minutes)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4</cp:revision>
  <dcterms:created xsi:type="dcterms:W3CDTF">2013-01-27T09:14:16Z</dcterms:created>
  <dcterms:modified xsi:type="dcterms:W3CDTF">2025-09-01T02:12:50Z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