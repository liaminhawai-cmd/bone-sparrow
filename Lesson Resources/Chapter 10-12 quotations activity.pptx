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0C95-0051-4939-8425-BAE4D410E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BEAE-C7D4-4D7B-B476-F32269593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38043-7195-437D-8149-33E4B7ED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E0FB-8551-4A16-8ACF-E0EE6775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DF77D-1E76-4435-8DD5-6983D6E0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51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517-9B1D-48E2-BE90-00D7B12B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DB60E-6E4B-4651-B9E7-2A0BAE42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2DFF1-9894-48CC-9CB2-9A05F888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DFFD-AAC8-46B0-9852-575A43A1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CB272-0519-43A6-A67E-48A78235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21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CCF0-9CBC-4E08-8F81-07100D0F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2CA87-AFF0-415B-9B42-4FE9375EA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398E-6995-42E1-91A8-28F1BF10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BE96-2683-4D38-98CE-DFB5CA0F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37E8-DDE2-427B-882B-467E98EC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777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DF13-85F7-423C-A6F2-AB4A994C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D6237-786B-440B-81C3-49E0E80CE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1008E-26EA-4B59-9F4E-20D9C9B16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574A8-6ECC-4FC9-B204-1AAB7425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464CA-428F-4DE5-A9C4-E40C4254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B3D48-3515-4D09-8834-57C2457D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41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C886-8010-4211-8144-84CDEF2F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92DFF-7FA6-4266-BB04-841F791B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DEC36-8011-429B-8001-449687C6C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A35F6-F17A-4493-A91F-AB0A95385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10396-30EB-441C-A7C4-515B5C81D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78ED5-7456-4337-86E1-E25C617D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466BE-7FD5-47AE-ADB6-39EE9408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68EA7-0EF2-4235-8656-28A3BA27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750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34E1-0E78-44E8-887A-08335134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6085F-B574-4BDE-A200-3C74CAA7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91A0B-9F14-4B6E-B13A-CBBD2560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A6F25-5C96-4683-B8BA-0489D90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05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BED7A-CB3B-48B1-A004-0BC62B21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E9F21-DFE5-4FC7-80D9-335FC51E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14CB7-F818-4735-8696-C18B7495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86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EBB7-E40C-4D7A-9FC0-C004CFBA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F7D1-854A-4AEB-BFC4-1A33804B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DCF6E-E367-40A1-A809-0A5C08914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69475-4F6F-40DF-872E-C8B2FD10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31334-8520-4D2A-B521-080D370A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B77C6-AA3C-428F-9EC5-23C3D21E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32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A7FF-B298-4D42-B6DA-9FF9FC0F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64B1D-090E-4486-8585-21CBE830B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C3B51-96DF-450F-ABED-9161EEC0A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487BB-C744-46D8-AE0A-50CDBF60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99581-8245-4CBB-AFE1-501AA02B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E0563-DC3A-431B-B3BF-82A768D4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82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6300-7ECA-417E-A0C1-A9636369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EC34F-43C7-4410-BA81-44FF656E5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0E6F3-4C4E-44F0-A730-1A68D7DC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4801-34A6-448B-AD44-9172B0BB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9F78D-A0CA-4939-B59A-9916CA61A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548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428F4-B0AD-4B0C-AB02-5977360D5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05AB1-9D0D-491C-A4C2-2F3EAC533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0B71B-ACF0-4F43-9B19-88A8E9E5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FAE0-4F7E-453C-998C-B831B90C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A2906-9F9A-4861-B9B2-D93E0C6F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497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013D2-CBDA-452D-A39E-33E774B5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E8700-5561-49C1-A1DF-DE52BB8A0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63A94-A992-40F0-A1C7-D8B71580E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85C5-0B28-4096-8F5A-1B2C3E79B40F}" type="datetimeFigureOut">
              <a:rPr lang="en-AU" smtClean="0"/>
              <a:t>22/07/2019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FAD8F-9D75-4B55-B50D-137A7CEB4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79B9-83DD-4961-B3AF-5FBC5E657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F9B36-CC3E-47CC-A1CC-983710C52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12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9BAA-0B88-4035-96DD-567559FCF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76419"/>
            <a:ext cx="9144000" cy="2387600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USING</a:t>
            </a:r>
            <a:r>
              <a:rPr lang="en-AU" b="1" dirty="0"/>
              <a:t> QUOTATIONS – CHAPTERS 10-12</a:t>
            </a:r>
          </a:p>
        </p:txBody>
      </p:sp>
    </p:spTree>
    <p:extLst>
      <p:ext uri="{BB962C8B-B14F-4D97-AF65-F5344CB8AC3E}">
        <p14:creationId xmlns:p14="http://schemas.microsoft.com/office/powerpoint/2010/main" val="320554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29FE-E835-4DFA-952E-87DA583F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749"/>
            <a:ext cx="10515600" cy="1325563"/>
          </a:xfrm>
        </p:spPr>
        <p:txBody>
          <a:bodyPr>
            <a:normAutofit/>
          </a:bodyPr>
          <a:lstStyle/>
          <a:p>
            <a:r>
              <a:rPr lang="en-AU" sz="8800" b="1" i="1" dirty="0">
                <a:solidFill>
                  <a:schemeClr val="bg1"/>
                </a:solidFill>
              </a:rPr>
              <a:t>A LETTER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FBA6-26DF-4FF4-A271-5DD9C1AEC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02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b="1" dirty="0">
                <a:latin typeface="+mj-lt"/>
              </a:rPr>
              <a:t>As </a:t>
            </a:r>
            <a:r>
              <a:rPr lang="en-AU" sz="4000" b="1" dirty="0" err="1">
                <a:latin typeface="+mj-lt"/>
              </a:rPr>
              <a:t>Subhi</a:t>
            </a:r>
            <a:r>
              <a:rPr lang="en-AU" sz="4000" b="1" dirty="0">
                <a:latin typeface="+mj-lt"/>
              </a:rPr>
              <a:t>, write a letter to Eli describing your new friend Jimmie. </a:t>
            </a: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007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29FE-E835-4DFA-952E-87DA583F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749"/>
            <a:ext cx="10515600" cy="1325563"/>
          </a:xfrm>
        </p:spPr>
        <p:txBody>
          <a:bodyPr>
            <a:normAutofit/>
          </a:bodyPr>
          <a:lstStyle/>
          <a:p>
            <a:r>
              <a:rPr lang="en-AU" sz="8800" b="1" i="1" dirty="0">
                <a:solidFill>
                  <a:schemeClr val="bg1"/>
                </a:solidFill>
              </a:rPr>
              <a:t>THINGS</a:t>
            </a:r>
            <a:r>
              <a:rPr lang="en-AU" sz="88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AU" sz="8800" b="1" i="1" dirty="0">
                <a:solidFill>
                  <a:schemeClr val="bg1"/>
                </a:solidFill>
              </a:rPr>
              <a:t>TO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FBA6-26DF-4FF4-A271-5DD9C1AEC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021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AU" sz="3600" b="1" dirty="0">
                <a:latin typeface="+mj-lt"/>
              </a:rPr>
              <a:t>What does </a:t>
            </a:r>
            <a:r>
              <a:rPr lang="en-AU" sz="3600" b="1" dirty="0" err="1">
                <a:latin typeface="+mj-lt"/>
              </a:rPr>
              <a:t>Subhi</a:t>
            </a:r>
            <a:r>
              <a:rPr lang="en-AU" sz="3600" b="1" dirty="0">
                <a:latin typeface="+mj-lt"/>
              </a:rPr>
              <a:t> think of Jimmie? </a:t>
            </a:r>
          </a:p>
          <a:p>
            <a:pPr>
              <a:buFontTx/>
              <a:buChar char="-"/>
            </a:pPr>
            <a:r>
              <a:rPr lang="en-AU" sz="3600" b="1" dirty="0">
                <a:latin typeface="+mj-lt"/>
              </a:rPr>
              <a:t>What does he find interesting about her?</a:t>
            </a:r>
          </a:p>
          <a:p>
            <a:pPr>
              <a:buFontTx/>
              <a:buChar char="-"/>
            </a:pPr>
            <a:r>
              <a:rPr lang="en-AU" sz="3600" b="1" dirty="0">
                <a:latin typeface="+mj-lt"/>
              </a:rPr>
              <a:t>What is ‘new’ about Jimmie?</a:t>
            </a:r>
          </a:p>
          <a:p>
            <a:pPr marL="0" indent="0">
              <a:buNone/>
            </a:pPr>
            <a:r>
              <a:rPr lang="en-AU" sz="4000" b="1" dirty="0">
                <a:latin typeface="+mj-lt"/>
              </a:rPr>
              <a:t> </a:t>
            </a: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356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29FE-E835-4DFA-952E-87DA583F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749"/>
            <a:ext cx="10515600" cy="1325563"/>
          </a:xfrm>
        </p:spPr>
        <p:txBody>
          <a:bodyPr>
            <a:normAutofit/>
          </a:bodyPr>
          <a:lstStyle/>
          <a:p>
            <a:r>
              <a:rPr lang="en-AU" sz="8800" b="1" i="1" dirty="0">
                <a:solidFill>
                  <a:schemeClr val="bg1"/>
                </a:solidFill>
              </a:rPr>
              <a:t>USING QUOTATIONS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FBA6-26DF-4FF4-A271-5DD9C1AEC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02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b="1" dirty="0">
                <a:latin typeface="+mj-lt"/>
              </a:rPr>
              <a:t>Use the resource sheet provided to </a:t>
            </a:r>
            <a:r>
              <a:rPr lang="en-AU" sz="4000" b="1" u="sng" dirty="0">
                <a:solidFill>
                  <a:srgbClr val="FFFF00"/>
                </a:solidFill>
                <a:latin typeface="+mj-lt"/>
              </a:rPr>
              <a:t>include and embed</a:t>
            </a:r>
            <a:r>
              <a:rPr lang="en-AU" sz="4000" b="1" dirty="0">
                <a:solidFill>
                  <a:srgbClr val="FFFF00"/>
                </a:solidFill>
                <a:latin typeface="+mj-lt"/>
              </a:rPr>
              <a:t> </a:t>
            </a:r>
            <a:r>
              <a:rPr lang="en-AU" sz="4000" b="1" dirty="0">
                <a:latin typeface="+mj-lt"/>
              </a:rPr>
              <a:t>quotations</a:t>
            </a: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AU" sz="3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209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539b02d923bb555703caf23504a7cb02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e414e06b879c708180ee4e9731c4d399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D9C463A5-F5EC-4C91-8E5C-7424A6956403}"/>
</file>

<file path=customXml/itemProps2.xml><?xml version="1.0" encoding="utf-8"?>
<ds:datastoreItem xmlns:ds="http://schemas.openxmlformats.org/officeDocument/2006/customXml" ds:itemID="{EA2201BE-4533-40CD-84AC-433156570665}"/>
</file>

<file path=customXml/itemProps3.xml><?xml version="1.0" encoding="utf-8"?>
<ds:datastoreItem xmlns:ds="http://schemas.openxmlformats.org/officeDocument/2006/customXml" ds:itemID="{9AE72FC8-241E-4D60-9303-1D044B183E7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</TotalTime>
  <Words>60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Franklin Gothic Book</vt:lpstr>
      <vt:lpstr>Franklin Gothic Medium</vt:lpstr>
      <vt:lpstr>Office Theme</vt:lpstr>
      <vt:lpstr>USING QUOTATIONS – CHAPTERS 10-12</vt:lpstr>
      <vt:lpstr>A LETTER</vt:lpstr>
      <vt:lpstr>THINGS TO INCLUDE</vt:lpstr>
      <vt:lpstr>USING QUOTATIONS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ACTIVITY</dc:title>
  <dc:creator/>
  <cp:lastModifiedBy/>
  <cp:revision>1</cp:revision>
  <dcterms:created xsi:type="dcterms:W3CDTF">2019-07-22T01:42:53Z</dcterms:created>
  <dcterms:modified xsi:type="dcterms:W3CDTF">2019-07-23T01:22:44Z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