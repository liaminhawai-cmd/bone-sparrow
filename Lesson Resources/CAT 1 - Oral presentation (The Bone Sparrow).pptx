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5" r:id="rId6"/>
    <p:sldId id="257" r:id="rId7"/>
    <p:sldId id="266" r:id="rId8"/>
    <p:sldId id="267" r:id="rId9"/>
    <p:sldId id="258" r:id="rId10"/>
    <p:sldId id="259" r:id="rId11"/>
    <p:sldId id="269" r:id="rId12"/>
    <p:sldId id="260" r:id="rId13"/>
    <p:sldId id="262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813DA-DD30-B526-0F68-D230042EF21B}" v="1" dt="2025-08-25T02:46:22.4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cher" userId="Teacher" providerId="AD" clId="Web-{CA1A0176-80DB-68B2-15B9-877B0B49E2EB}"/>
    <pc:docChg chg="addSld delSld modSld">
      <pc:chgData name="Teacher" userId="Teacher" providerId="AD" clId="Web-{CA1A0176-80DB-68B2-15B9-877B0B49E2EB}" dt="2025-08-11T04:31:30.664" v="52" actId="20577"/>
      <pc:docMkLst>
        <pc:docMk/>
      </pc:docMkLst>
      <pc:sldChg chg="modSp">
        <pc:chgData name="Teacher" userId="Teacher" providerId="AD" clId="Web-{CA1A0176-80DB-68B2-15B9-877B0B49E2EB}" dt="2025-08-11T04:30:27.475" v="26" actId="20577"/>
        <pc:sldMkLst>
          <pc:docMk/>
          <pc:sldMk cId="3000865346" sldId="260"/>
        </pc:sldMkLst>
        <pc:spChg chg="mod">
          <ac:chgData name="Teacher" userId="Teacher" providerId="AD" clId="Web-{CA1A0176-80DB-68B2-15B9-877B0B49E2EB}" dt="2025-08-11T04:30:27.475" v="26" actId="20577"/>
          <ac:spMkLst>
            <pc:docMk/>
            <pc:sldMk cId="3000865346" sldId="260"/>
            <ac:spMk id="2" creationId="{3DA41097-0CB7-6B3C-2F2B-06D14259B219}"/>
          </ac:spMkLst>
        </pc:spChg>
      </pc:sldChg>
      <pc:sldChg chg="modSp">
        <pc:chgData name="Teacher" userId="Teacher" providerId="AD" clId="Web-{CA1A0176-80DB-68B2-15B9-877B0B49E2EB}" dt="2025-08-11T04:30:33.132" v="27" actId="20577"/>
        <pc:sldMkLst>
          <pc:docMk/>
          <pc:sldMk cId="2226756359" sldId="262"/>
        </pc:sldMkLst>
        <pc:spChg chg="mod">
          <ac:chgData name="Teacher" userId="Teacher" providerId="AD" clId="Web-{CA1A0176-80DB-68B2-15B9-877B0B49E2EB}" dt="2025-08-11T04:30:33.132" v="27" actId="20577"/>
          <ac:spMkLst>
            <pc:docMk/>
            <pc:sldMk cId="2226756359" sldId="262"/>
            <ac:spMk id="2" creationId="{6798632E-0447-168F-6D33-9A2964C2C773}"/>
          </ac:spMkLst>
        </pc:spChg>
      </pc:sldChg>
      <pc:sldChg chg="modSp">
        <pc:chgData name="Teacher" userId="Teacher" providerId="AD" clId="Web-{CA1A0176-80DB-68B2-15B9-877B0B49E2EB}" dt="2025-08-11T04:30:40.382" v="31" actId="20577"/>
        <pc:sldMkLst>
          <pc:docMk/>
          <pc:sldMk cId="1107096907" sldId="264"/>
        </pc:sldMkLst>
        <pc:spChg chg="mod">
          <ac:chgData name="Teacher" userId="Teacher" providerId="AD" clId="Web-{CA1A0176-80DB-68B2-15B9-877B0B49E2EB}" dt="2025-08-11T04:30:40.382" v="31" actId="20577"/>
          <ac:spMkLst>
            <pc:docMk/>
            <pc:sldMk cId="1107096907" sldId="264"/>
            <ac:spMk id="2" creationId="{4F953C8F-20BA-0456-F97A-330681EB532D}"/>
          </ac:spMkLst>
        </pc:spChg>
      </pc:sldChg>
      <pc:sldChg chg="modSp">
        <pc:chgData name="Teacher" userId="Teacher" providerId="AD" clId="Web-{CA1A0176-80DB-68B2-15B9-877B0B49E2EB}" dt="2025-08-11T04:30:06.756" v="24" actId="20577"/>
        <pc:sldMkLst>
          <pc:docMk/>
          <pc:sldMk cId="4233668280" sldId="267"/>
        </pc:sldMkLst>
        <pc:spChg chg="mod">
          <ac:chgData name="Teacher" userId="Teacher" providerId="AD" clId="Web-{CA1A0176-80DB-68B2-15B9-877B0B49E2EB}" dt="2025-08-11T04:30:06.756" v="24" actId="20577"/>
          <ac:spMkLst>
            <pc:docMk/>
            <pc:sldMk cId="4233668280" sldId="267"/>
            <ac:spMk id="3" creationId="{945CDC31-FB48-AE1D-9208-0ED64BFAEF57}"/>
          </ac:spMkLst>
        </pc:spChg>
      </pc:sldChg>
      <pc:sldChg chg="del">
        <pc:chgData name="Teacher" userId="Teacher" providerId="AD" clId="Web-{CA1A0176-80DB-68B2-15B9-877B0B49E2EB}" dt="2025-08-11T04:31:01.788" v="32"/>
        <pc:sldMkLst>
          <pc:docMk/>
          <pc:sldMk cId="2101678776" sldId="268"/>
        </pc:sldMkLst>
      </pc:sldChg>
      <pc:sldChg chg="modSp new">
        <pc:chgData name="Teacher" userId="Teacher" providerId="AD" clId="Web-{CA1A0176-80DB-68B2-15B9-877B0B49E2EB}" dt="2025-08-11T04:31:30.664" v="52" actId="20577"/>
        <pc:sldMkLst>
          <pc:docMk/>
          <pc:sldMk cId="4033630513" sldId="269"/>
        </pc:sldMkLst>
        <pc:spChg chg="mod">
          <ac:chgData name="Teacher" userId="Teacher" providerId="AD" clId="Web-{CA1A0176-80DB-68B2-15B9-877B0B49E2EB}" dt="2025-08-11T04:31:30.664" v="52" actId="20577"/>
          <ac:spMkLst>
            <pc:docMk/>
            <pc:sldMk cId="4033630513" sldId="269"/>
            <ac:spMk id="2" creationId="{D6AA0337-F9F8-A1FF-C121-7E0724E1CADE}"/>
          </ac:spMkLst>
        </pc:spChg>
      </pc:sldChg>
    </pc:docChg>
  </pc:docChgLst>
  <pc:docChgLst>
    <pc:chgData name="Teacher" userId="Teacher" providerId="AD" clId="Web-{B41E3C10-502F-1B69-62C7-2F5E8EFC0EED}"/>
    <pc:docChg chg="modSld">
      <pc:chgData name="Teacher" userId="Teacher" providerId="AD" clId="Web-{B41E3C10-502F-1B69-62C7-2F5E8EFC0EED}" dt="2025-08-12T02:16:06.233" v="7" actId="20577"/>
      <pc:docMkLst>
        <pc:docMk/>
      </pc:docMkLst>
      <pc:sldChg chg="modSp">
        <pc:chgData name="Teacher" userId="Teacher" providerId="AD" clId="Web-{B41E3C10-502F-1B69-62C7-2F5E8EFC0EED}" dt="2025-08-12T02:16:06.233" v="7" actId="20577"/>
        <pc:sldMkLst>
          <pc:docMk/>
          <pc:sldMk cId="1107096907" sldId="264"/>
        </pc:sldMkLst>
        <pc:spChg chg="mod">
          <ac:chgData name="Teacher" userId="Teacher" providerId="AD" clId="Web-{B41E3C10-502F-1B69-62C7-2F5E8EFC0EED}" dt="2025-08-12T02:16:06.233" v="7" actId="20577"/>
          <ac:spMkLst>
            <pc:docMk/>
            <pc:sldMk cId="1107096907" sldId="264"/>
            <ac:spMk id="3" creationId="{F6F422F9-E45F-B99F-AE9E-CEA24D5D7279}"/>
          </ac:spMkLst>
        </pc:spChg>
      </pc:sldChg>
      <pc:sldChg chg="modSp">
        <pc:chgData name="Teacher" userId="Teacher" providerId="AD" clId="Web-{B41E3C10-502F-1B69-62C7-2F5E8EFC0EED}" dt="2025-08-12T02:12:20.700" v="3" actId="20577"/>
        <pc:sldMkLst>
          <pc:docMk/>
          <pc:sldMk cId="4033630513" sldId="269"/>
        </pc:sldMkLst>
        <pc:spChg chg="mod">
          <ac:chgData name="Teacher" userId="Teacher" providerId="AD" clId="Web-{B41E3C10-502F-1B69-62C7-2F5E8EFC0EED}" dt="2025-08-12T02:12:20.700" v="3" actId="20577"/>
          <ac:spMkLst>
            <pc:docMk/>
            <pc:sldMk cId="4033630513" sldId="269"/>
            <ac:spMk id="3" creationId="{09393D2E-AB7E-0A9C-AC3E-871F23C90F36}"/>
          </ac:spMkLst>
        </pc:spChg>
      </pc:sldChg>
    </pc:docChg>
  </pc:docChgLst>
  <pc:docChgLst>
    <pc:chgData name="Teacher" userId="Teacher" providerId="AD" clId="Web-{12A813DA-DD30-B526-0F68-D230042EF21B}"/>
    <pc:docChg chg="modSld">
      <pc:chgData name="Teacher" userId="Teacher" providerId="AD" clId="Web-{12A813DA-DD30-B526-0F68-D230042EF21B}" dt="2025-08-25T02:46:22.496" v="0" actId="20577"/>
      <pc:docMkLst>
        <pc:docMk/>
      </pc:docMkLst>
      <pc:sldChg chg="modSp">
        <pc:chgData name="Teacher" userId="Teacher" providerId="AD" clId="Web-{12A813DA-DD30-B526-0F68-D230042EF21B}" dt="2025-08-25T02:46:22.496" v="0" actId="20577"/>
        <pc:sldMkLst>
          <pc:docMk/>
          <pc:sldMk cId="3000865346" sldId="260"/>
        </pc:sldMkLst>
        <pc:spChg chg="mod">
          <ac:chgData name="Teacher" userId="Teacher" providerId="AD" clId="Web-{12A813DA-DD30-B526-0F68-D230042EF21B}" dt="2025-08-25T02:46:22.496" v="0" actId="20577"/>
          <ac:spMkLst>
            <pc:docMk/>
            <pc:sldMk cId="3000865346" sldId="260"/>
            <ac:spMk id="3" creationId="{18C9C3C5-FD81-B1AD-12DC-7B2DABAD07FA}"/>
          </ac:spMkLst>
        </pc:spChg>
      </pc:sldChg>
    </pc:docChg>
  </pc:docChgLst>
  <pc:docChgLst>
    <pc:chgData name="Teacher" userId="Teacher" providerId="AD" clId="Web-{EF46C93C-4B91-A1FD-4B54-B064ECCAD695}"/>
    <pc:docChg chg="modSld">
      <pc:chgData name="Teacher" userId="Teacher" providerId="AD" clId="Web-{EF46C93C-4B91-A1FD-4B54-B064ECCAD695}" dt="2025-08-18T02:16:58.448" v="24" actId="20577"/>
      <pc:docMkLst>
        <pc:docMk/>
      </pc:docMkLst>
      <pc:sldChg chg="modSp">
        <pc:chgData name="Teacher" userId="Teacher" providerId="AD" clId="Web-{EF46C93C-4B91-A1FD-4B54-B064ECCAD695}" dt="2025-08-18T02:16:58.448" v="24" actId="20577"/>
        <pc:sldMkLst>
          <pc:docMk/>
          <pc:sldMk cId="21601331" sldId="266"/>
        </pc:sldMkLst>
        <pc:spChg chg="mod">
          <ac:chgData name="Teacher" userId="Teacher" providerId="AD" clId="Web-{EF46C93C-4B91-A1FD-4B54-B064ECCAD695}" dt="2025-08-18T02:16:58.448" v="24" actId="20577"/>
          <ac:spMkLst>
            <pc:docMk/>
            <pc:sldMk cId="21601331" sldId="266"/>
            <ac:spMk id="10" creationId="{58527AF7-A868-F5AB-CEE6-2E668EA73555}"/>
          </ac:spMkLst>
        </pc:spChg>
      </pc:sldChg>
    </pc:docChg>
  </pc:docChgLst>
  <pc:docChgLst>
    <pc:chgData name="Teacher" userId="Teacher" providerId="ADAL" clId="{50F7C947-E681-4383-A46E-1123699BFFAB}"/>
    <pc:docChg chg="custSel modSld">
      <pc:chgData name="Teacher" userId="Teacher" providerId="ADAL" clId="{50F7C947-E681-4383-A46E-1123699BFFAB}" dt="2025-08-11T04:40:40.180" v="325" actId="14100"/>
      <pc:docMkLst>
        <pc:docMk/>
      </pc:docMkLst>
      <pc:sldChg chg="addSp delSp modSp mod setBg">
        <pc:chgData name="Teacher" userId="Teacher" providerId="ADAL" clId="{50F7C947-E681-4383-A46E-1123699BFFAB}" dt="2025-08-11T04:40:40.180" v="325" actId="14100"/>
        <pc:sldMkLst>
          <pc:docMk/>
          <pc:sldMk cId="4033630513" sldId="269"/>
        </pc:sldMkLst>
        <pc:spChg chg="mod">
          <ac:chgData name="Teacher" userId="Teacher" providerId="ADAL" clId="{50F7C947-E681-4383-A46E-1123699BFFAB}" dt="2025-08-11T04:40:35.046" v="323" actId="255"/>
          <ac:spMkLst>
            <pc:docMk/>
            <pc:sldMk cId="4033630513" sldId="269"/>
            <ac:spMk id="2" creationId="{D6AA0337-F9F8-A1FF-C121-7E0724E1CADE}"/>
          </ac:spMkLst>
        </pc:spChg>
        <pc:spChg chg="mod ord">
          <ac:chgData name="Teacher" userId="Teacher" providerId="ADAL" clId="{50F7C947-E681-4383-A46E-1123699BFFAB}" dt="2025-08-11T04:40:20.794" v="320" actId="26606"/>
          <ac:spMkLst>
            <pc:docMk/>
            <pc:sldMk cId="4033630513" sldId="269"/>
            <ac:spMk id="3" creationId="{09393D2E-AB7E-0A9C-AC3E-871F23C90F36}"/>
          </ac:spMkLst>
        </pc:spChg>
        <pc:spChg chg="add">
          <ac:chgData name="Teacher" userId="Teacher" providerId="ADAL" clId="{50F7C947-E681-4383-A46E-1123699BFFAB}" dt="2025-08-11T04:40:20.794" v="320" actId="26606"/>
          <ac:spMkLst>
            <pc:docMk/>
            <pc:sldMk cId="4033630513" sldId="269"/>
            <ac:spMk id="1051" creationId="{2EB492CD-616E-47F8-933B-5E2D952A0593}"/>
          </ac:spMkLst>
        </pc:spChg>
        <pc:spChg chg="add">
          <ac:chgData name="Teacher" userId="Teacher" providerId="ADAL" clId="{50F7C947-E681-4383-A46E-1123699BFFAB}" dt="2025-08-11T04:40:20.794" v="320" actId="26606"/>
          <ac:spMkLst>
            <pc:docMk/>
            <pc:sldMk cId="4033630513" sldId="269"/>
            <ac:spMk id="1053" creationId="{59383CF9-23B5-4335-9B21-1791C4CF1C75}"/>
          </ac:spMkLst>
        </pc:spChg>
        <pc:spChg chg="add">
          <ac:chgData name="Teacher" userId="Teacher" providerId="ADAL" clId="{50F7C947-E681-4383-A46E-1123699BFFAB}" dt="2025-08-11T04:40:20.794" v="320" actId="26606"/>
          <ac:spMkLst>
            <pc:docMk/>
            <pc:sldMk cId="4033630513" sldId="269"/>
            <ac:spMk id="1055" creationId="{0007FE00-9498-4706-B255-6437B0252C02}"/>
          </ac:spMkLst>
        </pc:spChg>
        <pc:picChg chg="add mod">
          <ac:chgData name="Teacher" userId="Teacher" providerId="ADAL" clId="{50F7C947-E681-4383-A46E-1123699BFFAB}" dt="2025-08-11T04:40:40.180" v="325" actId="14100"/>
          <ac:picMkLst>
            <pc:docMk/>
            <pc:sldMk cId="4033630513" sldId="269"/>
            <ac:picMk id="1026" creationId="{9560571E-4D81-3BE0-B147-E3178816333B}"/>
          </ac:picMkLst>
        </pc:picChg>
      </pc:sldChg>
    </pc:docChg>
  </pc:docChgLst>
  <pc:docChgLst>
    <pc:chgData name="Teacher" userId="Teacher" providerId="AD" clId="Web-{22FC1FC6-63EB-C868-320E-C0208510AB95}"/>
    <pc:docChg chg="modSld">
      <pc:chgData name="Teacher" userId="Teacher" providerId="AD" clId="Web-{22FC1FC6-63EB-C868-320E-C0208510AB95}" dt="2025-08-11T04:42:08.716" v="3" actId="20577"/>
      <pc:docMkLst>
        <pc:docMk/>
      </pc:docMkLst>
      <pc:sldChg chg="modSp">
        <pc:chgData name="Teacher" userId="Teacher" providerId="AD" clId="Web-{22FC1FC6-63EB-C868-320E-C0208510AB95}" dt="2025-08-11T04:41:37.512" v="2" actId="20577"/>
        <pc:sldMkLst>
          <pc:docMk/>
          <pc:sldMk cId="1757250546" sldId="259"/>
        </pc:sldMkLst>
        <pc:spChg chg="mod">
          <ac:chgData name="Teacher" userId="Teacher" providerId="AD" clId="Web-{22FC1FC6-63EB-C868-320E-C0208510AB95}" dt="2025-08-11T04:41:37.512" v="2" actId="20577"/>
          <ac:spMkLst>
            <pc:docMk/>
            <pc:sldMk cId="1757250546" sldId="259"/>
            <ac:spMk id="3" creationId="{4F061574-ABA2-F58D-25CA-0C5223AFA10B}"/>
          </ac:spMkLst>
        </pc:spChg>
      </pc:sldChg>
      <pc:sldChg chg="modSp">
        <pc:chgData name="Teacher" userId="Teacher" providerId="AD" clId="Web-{22FC1FC6-63EB-C868-320E-C0208510AB95}" dt="2025-08-11T04:42:08.716" v="3" actId="20577"/>
        <pc:sldMkLst>
          <pc:docMk/>
          <pc:sldMk cId="1107096907" sldId="264"/>
        </pc:sldMkLst>
        <pc:spChg chg="mod">
          <ac:chgData name="Teacher" userId="Teacher" providerId="AD" clId="Web-{22FC1FC6-63EB-C868-320E-C0208510AB95}" dt="2025-08-11T04:42:08.716" v="3" actId="20577"/>
          <ac:spMkLst>
            <pc:docMk/>
            <pc:sldMk cId="1107096907" sldId="264"/>
            <ac:spMk id="3" creationId="{F6F422F9-E45F-B99F-AE9E-CEA24D5D7279}"/>
          </ac:spMkLst>
        </pc:spChg>
      </pc:sldChg>
    </pc:docChg>
  </pc:docChgLst>
  <pc:docChgLst>
    <pc:chgData name="Teacher" userId="Teacher" providerId="ADAL" clId="{04902C64-2D43-4AE7-968C-FAC70127AD67}"/>
    <pc:docChg chg="modSld">
      <pc:chgData name="Teacher" userId="Teacher" providerId="ADAL" clId="{04902C64-2D43-4AE7-968C-FAC70127AD67}" dt="2024-08-16T05:07:50.051" v="56" actId="20577"/>
      <pc:docMkLst>
        <pc:docMk/>
      </pc:docMkLst>
      <pc:sldChg chg="modSp">
        <pc:chgData name="Teacher" userId="Teacher" providerId="ADAL" clId="{04902C64-2D43-4AE7-968C-FAC70127AD67}" dt="2024-08-16T05:07:50.051" v="56" actId="20577"/>
        <pc:sldMkLst>
          <pc:docMk/>
          <pc:sldMk cId="2806010511" sldId="256"/>
        </pc:sldMkLst>
      </pc:sldChg>
    </pc:docChg>
  </pc:docChgLst>
  <pc:docChgLst>
    <pc:chgData name="Teacher" userId="Teacher" providerId="AD" clId="Web-{42C72795-28F3-8182-4C8B-E256F4CF60BE}"/>
    <pc:docChg chg="modSld">
      <pc:chgData name="Teacher" userId="Teacher" providerId="AD" clId="Web-{42C72795-28F3-8182-4C8B-E256F4CF60BE}" dt="2025-08-14T01:09:47.913" v="6" actId="20577"/>
      <pc:docMkLst>
        <pc:docMk/>
      </pc:docMkLst>
      <pc:sldChg chg="modSp">
        <pc:chgData name="Teacher" userId="Teacher" providerId="AD" clId="Web-{42C72795-28F3-8182-4C8B-E256F4CF60BE}" dt="2025-08-14T01:08:55.989" v="5" actId="20577"/>
        <pc:sldMkLst>
          <pc:docMk/>
          <pc:sldMk cId="21601331" sldId="266"/>
        </pc:sldMkLst>
        <pc:spChg chg="mod">
          <ac:chgData name="Teacher" userId="Teacher" providerId="AD" clId="Web-{42C72795-28F3-8182-4C8B-E256F4CF60BE}" dt="2025-08-14T01:08:55.989" v="5" actId="20577"/>
          <ac:spMkLst>
            <pc:docMk/>
            <pc:sldMk cId="21601331" sldId="266"/>
            <ac:spMk id="10" creationId="{58527AF7-A868-F5AB-CEE6-2E668EA73555}"/>
          </ac:spMkLst>
        </pc:spChg>
      </pc:sldChg>
      <pc:sldChg chg="modSp">
        <pc:chgData name="Teacher" userId="Teacher" providerId="AD" clId="Web-{42C72795-28F3-8182-4C8B-E256F4CF60BE}" dt="2025-08-14T01:09:47.913" v="6" actId="20577"/>
        <pc:sldMkLst>
          <pc:docMk/>
          <pc:sldMk cId="4233668280" sldId="267"/>
        </pc:sldMkLst>
        <pc:spChg chg="mod">
          <ac:chgData name="Teacher" userId="Teacher" providerId="AD" clId="Web-{42C72795-28F3-8182-4C8B-E256F4CF60BE}" dt="2025-08-14T01:09:47.913" v="6" actId="20577"/>
          <ac:spMkLst>
            <pc:docMk/>
            <pc:sldMk cId="4233668280" sldId="267"/>
            <ac:spMk id="3" creationId="{945CDC31-FB48-AE1D-9208-0ED64BFAEF57}"/>
          </ac:spMkLst>
        </pc:spChg>
      </pc:sldChg>
    </pc:docChg>
  </pc:docChgLst>
  <pc:docChgLst>
    <pc:chgData name="Teacher" userId="Teacher" providerId="ADAL" clId="{BD0387AA-A928-495B-8660-B566983B469A}"/>
    <pc:docChg chg="undo custSel modSld">
      <pc:chgData name="Teacher" userId="Teacher" providerId="ADAL" clId="{BD0387AA-A928-495B-8660-B566983B469A}" dt="2025-08-18T02:21:18.337" v="222" actId="6549"/>
      <pc:docMkLst>
        <pc:docMk/>
      </pc:docMkLst>
      <pc:sldChg chg="modSp mod">
        <pc:chgData name="Teacher" userId="Teacher" providerId="ADAL" clId="{BD0387AA-A928-495B-8660-B566983B469A}" dt="2025-08-18T02:19:04.143" v="121" actId="948"/>
        <pc:sldMkLst>
          <pc:docMk/>
          <pc:sldMk cId="457157854" sldId="258"/>
        </pc:sldMkLst>
        <pc:spChg chg="mod">
          <ac:chgData name="Teacher" userId="Teacher" providerId="ADAL" clId="{BD0387AA-A928-495B-8660-B566983B469A}" dt="2025-08-18T02:19:04.143" v="121" actId="948"/>
          <ac:spMkLst>
            <pc:docMk/>
            <pc:sldMk cId="457157854" sldId="258"/>
            <ac:spMk id="3" creationId="{4F061574-ABA2-F58D-25CA-0C5223AFA10B}"/>
          </ac:spMkLst>
        </pc:spChg>
      </pc:sldChg>
      <pc:sldChg chg="modSp mod">
        <pc:chgData name="Teacher" userId="Teacher" providerId="ADAL" clId="{BD0387AA-A928-495B-8660-B566983B469A}" dt="2025-08-18T02:19:29.573" v="158" actId="948"/>
        <pc:sldMkLst>
          <pc:docMk/>
          <pc:sldMk cId="1757250546" sldId="259"/>
        </pc:sldMkLst>
        <pc:spChg chg="mod">
          <ac:chgData name="Teacher" userId="Teacher" providerId="ADAL" clId="{BD0387AA-A928-495B-8660-B566983B469A}" dt="2025-08-18T02:19:29.573" v="158" actId="948"/>
          <ac:spMkLst>
            <pc:docMk/>
            <pc:sldMk cId="1757250546" sldId="259"/>
            <ac:spMk id="3" creationId="{4F061574-ABA2-F58D-25CA-0C5223AFA10B}"/>
          </ac:spMkLst>
        </pc:spChg>
      </pc:sldChg>
      <pc:sldChg chg="modSp mod">
        <pc:chgData name="Teacher" userId="Teacher" providerId="ADAL" clId="{BD0387AA-A928-495B-8660-B566983B469A}" dt="2025-08-18T02:19:46.546" v="164" actId="404"/>
        <pc:sldMkLst>
          <pc:docMk/>
          <pc:sldMk cId="3000865346" sldId="260"/>
        </pc:sldMkLst>
        <pc:spChg chg="mod">
          <ac:chgData name="Teacher" userId="Teacher" providerId="ADAL" clId="{BD0387AA-A928-495B-8660-B566983B469A}" dt="2025-08-18T02:19:46.546" v="164" actId="404"/>
          <ac:spMkLst>
            <pc:docMk/>
            <pc:sldMk cId="3000865346" sldId="260"/>
            <ac:spMk id="3" creationId="{18C9C3C5-FD81-B1AD-12DC-7B2DABAD07FA}"/>
          </ac:spMkLst>
        </pc:spChg>
      </pc:sldChg>
      <pc:sldChg chg="modSp mod">
        <pc:chgData name="Teacher" userId="Teacher" providerId="ADAL" clId="{BD0387AA-A928-495B-8660-B566983B469A}" dt="2025-08-18T02:20:28.160" v="207" actId="948"/>
        <pc:sldMkLst>
          <pc:docMk/>
          <pc:sldMk cId="2226756359" sldId="262"/>
        </pc:sldMkLst>
        <pc:spChg chg="mod">
          <ac:chgData name="Teacher" userId="Teacher" providerId="ADAL" clId="{BD0387AA-A928-495B-8660-B566983B469A}" dt="2025-08-18T02:20:28.160" v="207" actId="948"/>
          <ac:spMkLst>
            <pc:docMk/>
            <pc:sldMk cId="2226756359" sldId="262"/>
            <ac:spMk id="3" creationId="{FCD0E973-9E26-8816-E4FB-2AEC0CB52CD0}"/>
          </ac:spMkLst>
        </pc:spChg>
      </pc:sldChg>
      <pc:sldChg chg="modSp mod">
        <pc:chgData name="Teacher" userId="Teacher" providerId="ADAL" clId="{BD0387AA-A928-495B-8660-B566983B469A}" dt="2025-08-18T02:21:18.337" v="222" actId="6549"/>
        <pc:sldMkLst>
          <pc:docMk/>
          <pc:sldMk cId="1107096907" sldId="264"/>
        </pc:sldMkLst>
        <pc:spChg chg="mod">
          <ac:chgData name="Teacher" userId="Teacher" providerId="ADAL" clId="{BD0387AA-A928-495B-8660-B566983B469A}" dt="2025-08-18T02:21:18.337" v="222" actId="6549"/>
          <ac:spMkLst>
            <pc:docMk/>
            <pc:sldMk cId="1107096907" sldId="264"/>
            <ac:spMk id="3" creationId="{F6F422F9-E45F-B99F-AE9E-CEA24D5D7279}"/>
          </ac:spMkLst>
        </pc:spChg>
      </pc:sldChg>
      <pc:sldChg chg="modSp mod">
        <pc:chgData name="Teacher" userId="Teacher" providerId="ADAL" clId="{BD0387AA-A928-495B-8660-B566983B469A}" dt="2025-08-18T02:18:32.769" v="92" actId="948"/>
        <pc:sldMkLst>
          <pc:docMk/>
          <pc:sldMk cId="21601331" sldId="266"/>
        </pc:sldMkLst>
        <pc:spChg chg="mod">
          <ac:chgData name="Teacher" userId="Teacher" providerId="ADAL" clId="{BD0387AA-A928-495B-8660-B566983B469A}" dt="2025-08-18T02:18:32.769" v="92" actId="948"/>
          <ac:spMkLst>
            <pc:docMk/>
            <pc:sldMk cId="21601331" sldId="266"/>
            <ac:spMk id="10" creationId="{58527AF7-A868-F5AB-CEE6-2E668EA73555}"/>
          </ac:spMkLst>
        </pc:spChg>
      </pc:sldChg>
      <pc:sldChg chg="modSp mod">
        <pc:chgData name="Teacher" userId="Teacher" providerId="ADAL" clId="{BD0387AA-A928-495B-8660-B566983B469A}" dt="2025-08-18T02:21:05.030" v="221" actId="27636"/>
        <pc:sldMkLst>
          <pc:docMk/>
          <pc:sldMk cId="4033630513" sldId="269"/>
        </pc:sldMkLst>
        <pc:spChg chg="mod">
          <ac:chgData name="Teacher" userId="Teacher" providerId="ADAL" clId="{BD0387AA-A928-495B-8660-B566983B469A}" dt="2025-08-18T02:21:05.030" v="221" actId="27636"/>
          <ac:spMkLst>
            <pc:docMk/>
            <pc:sldMk cId="4033630513" sldId="269"/>
            <ac:spMk id="3" creationId="{09393D2E-AB7E-0A9C-AC3E-871F23C90F36}"/>
          </ac:spMkLst>
        </pc:spChg>
      </pc:sldChg>
    </pc:docChg>
  </pc:docChgLst>
  <pc:docChgLst>
    <pc:chgData name="Teacher" userId="Teacher" providerId="AD" clId="Web-{8A6D75C9-5E63-110A-A05D-A2A17E3B276E}"/>
    <pc:docChg chg="modSld">
      <pc:chgData name="Teacher" userId="Teacher" providerId="AD" clId="Web-{8A6D75C9-5E63-110A-A05D-A2A17E3B276E}" dt="2025-08-22T00:02:04.774" v="0" actId="1076"/>
      <pc:docMkLst>
        <pc:docMk/>
      </pc:docMkLst>
      <pc:sldChg chg="modSp">
        <pc:chgData name="Teacher" userId="Teacher" providerId="AD" clId="Web-{8A6D75C9-5E63-110A-A05D-A2A17E3B276E}" dt="2025-08-22T00:02:04.774" v="0" actId="1076"/>
        <pc:sldMkLst>
          <pc:docMk/>
          <pc:sldMk cId="3000865346" sldId="260"/>
        </pc:sldMkLst>
        <pc:picChg chg="mod">
          <ac:chgData name="Teacher" userId="Teacher" providerId="AD" clId="Web-{8A6D75C9-5E63-110A-A05D-A2A17E3B276E}" dt="2025-08-22T00:02:04.774" v="0" actId="1076"/>
          <ac:picMkLst>
            <pc:docMk/>
            <pc:sldMk cId="3000865346" sldId="260"/>
            <ac:picMk id="5122" creationId="{B2018EEF-9041-7F19-1E07-DAC505EDB7B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FE4E7-2774-815B-2E84-FE57B9F19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5E5EB1-2222-2EEA-522D-BCA6FFFDC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A37FE-1CAA-1247-2011-868257AD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2EA2-DCEA-45DC-BF80-63A4330ED25F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9C1F0-6788-4DFD-8B7D-5E194FB3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C9571-63C4-F483-4D10-705C04A7D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05D4F-1900-44C5-B5B6-48ADED663D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2303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077D-2EB3-EC7F-4605-37EC3D3B1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C7547-7F69-4A3D-4D95-C2E37306B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BCF1C-6F1F-F907-A83C-E5AAB0A79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2EA2-DCEA-45DC-BF80-63A4330ED25F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FD25C-AE41-6035-E985-877A487B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9D92A-5FE1-0AA1-8A07-B8CD8474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05D4F-1900-44C5-B5B6-48ADED663D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430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B5226-4B7F-DE79-FE8F-46B8CEA25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DFDA0-894F-3E46-665A-A79EFDE02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84ACA-0B3F-3F8C-9752-60E4B34C6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2EA2-DCEA-45DC-BF80-63A4330ED25F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ED9DD-CA3A-B903-5362-A3DA3746C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E11A1-A841-6D83-6228-A0A479B8F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05D4F-1900-44C5-B5B6-48ADED663D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3949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F481-6735-A20D-6D61-9D6570626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D296E-6528-0FB1-A261-58A4B0B75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B2247-1277-004E-8D9A-3A2A30E21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25688-DE14-2E6B-CD44-8B41E9A5F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2EA2-DCEA-45DC-BF80-63A4330ED25F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05D67-40DB-2E17-D263-8840D295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5B906-FCA9-E742-1B14-1E343077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05D4F-1900-44C5-B5B6-48ADED663D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26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A2718-9939-8665-A0C3-3A3553316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CC08C-EAE2-183C-3BFF-9A2C00896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DADCF-A8E4-782D-7EC7-3041A1188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97F06A-DF13-CBA6-6270-0A79B89CCE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AA7EE1-0A11-22D3-7D29-0784706898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64923B-8EEE-28EA-4BE7-6B1C754DA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2EA2-DCEA-45DC-BF80-63A4330ED25F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F6B402-F217-A201-386B-450E7684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406DF8-33AB-CCA5-C073-594F80AC2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05D4F-1900-44C5-B5B6-48ADED663D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1216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ECD86-F0FF-BB14-0973-195008507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2D228C-C546-9E42-D2A4-D3BB6E959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2EA2-DCEA-45DC-BF80-63A4330ED25F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C008A5-6C9D-4FE1-BA6C-A37D833DA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DD16B-901C-8642-15E0-29BA3DCC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05D4F-1900-44C5-B5B6-48ADED663D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5775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77E9F-A647-1AC6-A21F-553616DFE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2EA2-DCEA-45DC-BF80-63A4330ED25F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B12978-223F-3406-E51D-633DB4DD2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D01B1-CDD4-9EB2-F0A5-9765EA5C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05D4F-1900-44C5-B5B6-48ADED663D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0384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FE40C-6025-F37C-6A4A-C041EF8B7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2FE4C-DB4C-A6D7-1D5D-B3FCC0655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419FEE-2002-F019-B6B5-1F09111EE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A39AE-B607-04A9-7E8E-9CF1151C6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2EA2-DCEA-45DC-BF80-63A4330ED25F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35188-CB69-7121-86EB-8FCB8B0C8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C5831-1242-0539-FB2B-008C14584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05D4F-1900-44C5-B5B6-48ADED663D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516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8D3B7-F45A-C6E3-49B3-FFF24258C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B8E179-38DA-E178-578A-FDB97C78E9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A9703-CE46-C49B-06B1-F986FBB2E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6BF7F-6CD2-991C-B18E-0653B07D2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2EA2-DCEA-45DC-BF80-63A4330ED25F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EB99C-89EC-2F47-DB3A-9C308E152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651AD-87B7-94BD-DDCA-AB491E275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05D4F-1900-44C5-B5B6-48ADED663D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7811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71C7E-A2F1-1B6F-0B2A-FF481DB49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57BF25-4122-2E10-5769-21D12F5E9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8E432-6891-B306-8F5E-D65D024D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2EA2-DCEA-45DC-BF80-63A4330ED25F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D2F83-5C4D-F2E4-C60A-4B6E28BDE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80B8E-F3EE-C604-47DC-23E33FE1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05D4F-1900-44C5-B5B6-48ADED663D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7549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2764B4-E94F-400D-8F0A-459D8B29AC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90DA8-792B-4A62-F739-C43BF3D3D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210B2-3B5D-1C41-CBD1-DE008A22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2EA2-DCEA-45DC-BF80-63A4330ED25F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C116F-97D1-FB34-3071-C6190B601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7C571-BE17-6090-6095-89CBAADA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05D4F-1900-44C5-B5B6-48ADED663D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2382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B5A5ED-4F0D-8890-BA30-159A3CA2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6EC9D-E5AC-54AE-C569-7A29F466D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5EA7D-BB18-DFF9-2980-01B1C518F2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EC2EA2-DCEA-45DC-BF80-63A4330ED25F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29EFE-EB92-C918-AA7D-80C1891F5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7A97A-79F0-F2D5-CCAB-107FA1B4B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F05D4F-1900-44C5-B5B6-48ADED663D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2632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6223F1-34AF-5425-3CFE-F7AEE6449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AU" sz="5400"/>
              <a:t>Oral presentation</a:t>
            </a:r>
            <a:br>
              <a:rPr lang="en-AU" sz="5400"/>
            </a:br>
            <a:r>
              <a:rPr lang="en-AU" sz="5400"/>
              <a:t>CAT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C64712-E202-3394-F595-AE0811A18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AU"/>
              <a:t>Speaking and presenting – </a:t>
            </a:r>
            <a:r>
              <a:rPr lang="en-AU" i="1"/>
              <a:t>The Bone Sparrow</a:t>
            </a:r>
            <a:endParaRPr lang="en-A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60A525-2B1E-715F-2385-DB24E6754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1"/>
          <a:stretch/>
        </p:blipFill>
        <p:spPr bwMode="auto"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10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3" name="Rectangle 2062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1AF6C8-A699-A9E0-3D5E-7892106EF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80" y="86900"/>
            <a:ext cx="6002110" cy="1495425"/>
          </a:xfrm>
        </p:spPr>
        <p:txBody>
          <a:bodyPr>
            <a:normAutofit/>
          </a:bodyPr>
          <a:lstStyle/>
          <a:p>
            <a:r>
              <a:rPr lang="en-AU" sz="4000"/>
              <a:t>What the task involves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07A1B-A7BB-C5AF-4498-8A9443F8C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1582326"/>
            <a:ext cx="6002110" cy="48184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400"/>
              <a:t>The task is to create an oral presentation where you:</a:t>
            </a:r>
          </a:p>
          <a:p>
            <a:pPr marL="446088">
              <a:buClr>
                <a:schemeClr val="tx1"/>
              </a:buClr>
            </a:pPr>
            <a:r>
              <a:rPr lang="en-AU" sz="2400">
                <a:solidFill>
                  <a:schemeClr val="accent1"/>
                </a:solidFill>
              </a:rPr>
              <a:t>demonstrate your understanding of the novel</a:t>
            </a:r>
          </a:p>
          <a:p>
            <a:pPr marL="446088">
              <a:buClr>
                <a:schemeClr val="tx1"/>
              </a:buClr>
            </a:pPr>
            <a:r>
              <a:rPr lang="en-AU" sz="2400">
                <a:solidFill>
                  <a:schemeClr val="accent1"/>
                </a:solidFill>
              </a:rPr>
              <a:t>take on the perspective of a character</a:t>
            </a:r>
          </a:p>
          <a:p>
            <a:pPr marL="446088">
              <a:buClr>
                <a:schemeClr val="tx1"/>
              </a:buClr>
            </a:pPr>
            <a:r>
              <a:rPr lang="en-AU" sz="2400">
                <a:solidFill>
                  <a:schemeClr val="accent1"/>
                </a:solidFill>
              </a:rPr>
              <a:t>act using the “voice” of the character</a:t>
            </a:r>
          </a:p>
          <a:p>
            <a:endParaRPr lang="en-AU" sz="2400"/>
          </a:p>
          <a:p>
            <a:pPr marL="0" indent="0">
              <a:spcAft>
                <a:spcPts val="1200"/>
              </a:spcAft>
              <a:buNone/>
            </a:pPr>
            <a:r>
              <a:rPr lang="en-AU" sz="2400">
                <a:solidFill>
                  <a:schemeClr val="accent2">
                    <a:lumMod val="75000"/>
                  </a:schemeClr>
                </a:solidFill>
              </a:rPr>
              <a:t>You will have time to plan, draft and rehearse your presentation.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sz="2400"/>
              <a:t>You will need to spend some time working on the task at home.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sz="2400" b="1">
                <a:solidFill>
                  <a:schemeClr val="accent2">
                    <a:lumMod val="75000"/>
                  </a:schemeClr>
                </a:solidFill>
              </a:rPr>
              <a:t>Everyone must perform to the class.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6A3C19D-DA73-50A3-FB13-ED2F88346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44" r="-2" b="-2"/>
          <a:stretch/>
        </p:blipFill>
        <p:spPr bwMode="auto">
          <a:xfrm>
            <a:off x="7199440" y="10"/>
            <a:ext cx="4992560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2772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7532A-40D1-42F8-CB1A-988246DD1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purpose and outcomes of the task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D13D9-3844-F5E8-83A8-4AABD29711C4}"/>
              </a:ext>
            </a:extLst>
          </p:cNvPr>
          <p:cNvSpPr>
            <a:spLocks/>
          </p:cNvSpPr>
          <p:nvPr/>
        </p:nvSpPr>
        <p:spPr>
          <a:xfrm>
            <a:off x="1014268" y="1926266"/>
            <a:ext cx="4985068" cy="796322"/>
          </a:xfrm>
          <a:prstGeom prst="rect">
            <a:avLst/>
          </a:prstGeom>
        </p:spPr>
        <p:txBody>
          <a:bodyPr/>
          <a:lstStyle/>
          <a:p>
            <a:pPr defTabSz="877824">
              <a:spcAft>
                <a:spcPts val="600"/>
              </a:spcAft>
            </a:pPr>
            <a:r>
              <a:rPr lang="en-AU" sz="3200" b="1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The goal is to learn:</a:t>
            </a:r>
            <a:endParaRPr lang="en-AU" sz="3600" b="1">
              <a:solidFill>
                <a:schemeClr val="accent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87C9E-8FE3-7BEC-24DE-484980405086}"/>
              </a:ext>
            </a:extLst>
          </p:cNvPr>
          <p:cNvSpPr>
            <a:spLocks/>
          </p:cNvSpPr>
          <p:nvPr/>
        </p:nvSpPr>
        <p:spPr>
          <a:xfrm>
            <a:off x="1014268" y="2722588"/>
            <a:ext cx="4985068" cy="3561202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434340" indent="-434340" defTabSz="87782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demonstrate my understanding of the characters and ideas in the novel</a:t>
            </a:r>
          </a:p>
          <a:p>
            <a:pPr marL="434340" indent="-434340" defTabSz="87782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able to write in the voice of a character</a:t>
            </a:r>
          </a:p>
          <a:p>
            <a:pPr marL="434340" indent="-434340" defTabSz="87782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able to present clearly and confidently in front of an audience</a:t>
            </a:r>
          </a:p>
          <a:p>
            <a:pPr marL="434340" indent="-434340" defTabSz="87782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practice planning and completing a task with multiple steps</a:t>
            </a:r>
            <a:endParaRPr lang="en-AU" sz="28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31DD66-D744-E7C9-6245-78DA2A3B5139}"/>
              </a:ext>
            </a:extLst>
          </p:cNvPr>
          <p:cNvSpPr>
            <a:spLocks/>
          </p:cNvSpPr>
          <p:nvPr/>
        </p:nvSpPr>
        <p:spPr>
          <a:xfrm>
            <a:off x="6168113" y="1926266"/>
            <a:ext cx="5009619" cy="796322"/>
          </a:xfrm>
          <a:prstGeom prst="rect">
            <a:avLst/>
          </a:prstGeom>
        </p:spPr>
        <p:txBody>
          <a:bodyPr/>
          <a:lstStyle/>
          <a:p>
            <a:pPr defTabSz="877824">
              <a:spcAft>
                <a:spcPts val="600"/>
              </a:spcAft>
            </a:pPr>
            <a:r>
              <a:rPr lang="en-AU" sz="3200" b="1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I will be successful when:</a:t>
            </a:r>
            <a:endParaRPr lang="en-AU" sz="3200" b="1">
              <a:solidFill>
                <a:schemeClr val="accent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2A936A-A16C-D73C-308E-13E9D85F0D4A}"/>
              </a:ext>
            </a:extLst>
          </p:cNvPr>
          <p:cNvSpPr>
            <a:spLocks/>
          </p:cNvSpPr>
          <p:nvPr/>
        </p:nvSpPr>
        <p:spPr>
          <a:xfrm>
            <a:off x="6168113" y="2722588"/>
            <a:ext cx="5009619" cy="356120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defTabSz="87782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have chosen, planned and completed a task</a:t>
            </a:r>
          </a:p>
          <a:p>
            <a:pPr marL="342900" indent="-342900" defTabSz="87782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have tried to use the same voice as the characters in the novel</a:t>
            </a:r>
          </a:p>
          <a:p>
            <a:pPr marL="342900" indent="-342900" defTabSz="87782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have presented in front of an audience</a:t>
            </a:r>
            <a:endParaRPr lang="en-AU" sz="2200"/>
          </a:p>
        </p:txBody>
      </p:sp>
    </p:spTree>
    <p:extLst>
      <p:ext uri="{BB962C8B-B14F-4D97-AF65-F5344CB8AC3E}">
        <p14:creationId xmlns:p14="http://schemas.microsoft.com/office/powerpoint/2010/main" val="162345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3" name="Rectangle 8202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4" name="Rectangle 8203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A30E0D6-FFC6-8F0A-426C-2A7A89334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3" r="2118"/>
          <a:stretch/>
        </p:blipFill>
        <p:spPr bwMode="auto">
          <a:xfrm>
            <a:off x="7968222" y="10"/>
            <a:ext cx="4223778" cy="6857990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5AE7FA7-7C1B-A81D-4EFE-16191CFE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185" y="19594"/>
            <a:ext cx="6831188" cy="1124996"/>
          </a:xfrm>
        </p:spPr>
        <p:txBody>
          <a:bodyPr>
            <a:normAutofit/>
          </a:bodyPr>
          <a:lstStyle/>
          <a:p>
            <a:r>
              <a:rPr lang="en-AU"/>
              <a:t>Task details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8527AF7-A868-F5AB-CEE6-2E668EA73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270" y="1054443"/>
            <a:ext cx="8484230" cy="580354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AU" sz="2400" b="1" dirty="0"/>
              <a:t>Due date: </a:t>
            </a:r>
            <a:br>
              <a:rPr lang="en-AU" sz="2400" b="1" dirty="0"/>
            </a:br>
            <a:r>
              <a:rPr lang="en-AU" sz="2400" dirty="0"/>
              <a:t>You must be prepared to present by </a:t>
            </a:r>
            <a:r>
              <a:rPr lang="en-AU" sz="2400" b="1" dirty="0">
                <a:solidFill>
                  <a:schemeClr val="accent1"/>
                </a:solidFill>
              </a:rPr>
              <a:t>Monday 26</a:t>
            </a:r>
            <a:r>
              <a:rPr lang="en-AU" sz="2400" b="1" baseline="30000" dirty="0">
                <a:solidFill>
                  <a:schemeClr val="accent1"/>
                </a:solidFill>
              </a:rPr>
              <a:t>th</a:t>
            </a:r>
            <a:r>
              <a:rPr lang="en-AU" sz="2400" b="1" dirty="0">
                <a:solidFill>
                  <a:schemeClr val="accent1"/>
                </a:solidFill>
              </a:rPr>
              <a:t> August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AU" sz="2400" b="1" dirty="0"/>
              <a:t>Duration:</a:t>
            </a:r>
            <a:br>
              <a:rPr lang="en-AU" sz="2400" b="1" dirty="0"/>
            </a:br>
            <a:r>
              <a:rPr lang="en-AU" sz="2400" dirty="0"/>
              <a:t>Your presentation must be between </a:t>
            </a:r>
            <a:r>
              <a:rPr lang="en-AU" sz="2400" b="1" dirty="0">
                <a:solidFill>
                  <a:schemeClr val="accent1"/>
                </a:solidFill>
              </a:rPr>
              <a:t>2-4 minutes</a:t>
            </a:r>
            <a:r>
              <a:rPr lang="en-AU" sz="2400" dirty="0"/>
              <a:t>.</a:t>
            </a:r>
            <a:br>
              <a:rPr lang="en-AU" sz="2400" dirty="0"/>
            </a:br>
            <a:r>
              <a:rPr lang="en-AU" sz="2400" dirty="0"/>
              <a:t>For paired presentations</a:t>
            </a:r>
            <a:r>
              <a:rPr lang="en-AU" sz="2400" dirty="0">
                <a:solidFill>
                  <a:srgbClr val="C00000"/>
                </a:solidFill>
              </a:rPr>
              <a:t>*</a:t>
            </a:r>
            <a:r>
              <a:rPr lang="en-AU" sz="2400" dirty="0"/>
              <a:t> between </a:t>
            </a:r>
            <a:r>
              <a:rPr lang="en-AU" sz="2400" b="1" dirty="0">
                <a:solidFill>
                  <a:schemeClr val="accent1"/>
                </a:solidFill>
              </a:rPr>
              <a:t>4-5 minutes</a:t>
            </a:r>
            <a:r>
              <a:rPr lang="en-AU" sz="2400" dirty="0"/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AU" sz="2400" b="1" dirty="0"/>
              <a:t>Your presentation must demonstrate:</a:t>
            </a:r>
          </a:p>
          <a:p>
            <a:pPr marL="715645" indent="-40449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AU" sz="2400" dirty="0">
                <a:solidFill>
                  <a:schemeClr val="accent1"/>
                </a:solidFill>
              </a:rPr>
              <a:t>How well you have read the task instructions</a:t>
            </a:r>
          </a:p>
          <a:p>
            <a:pPr marL="715645" indent="-40449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AU" sz="2400" dirty="0">
                <a:solidFill>
                  <a:schemeClr val="accent1"/>
                </a:solidFill>
              </a:rPr>
              <a:t>How much you understand of the novel</a:t>
            </a:r>
          </a:p>
          <a:p>
            <a:pPr marL="715645" indent="-40449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AU" sz="2400" dirty="0">
                <a:solidFill>
                  <a:schemeClr val="accent1"/>
                </a:solidFill>
              </a:rPr>
              <a:t>Evidence of planning, rehearsal and a good </a:t>
            </a:r>
            <a:br>
              <a:rPr lang="en-AU" sz="2400" dirty="0"/>
            </a:br>
            <a:r>
              <a:rPr lang="en-AU" sz="2400" dirty="0">
                <a:solidFill>
                  <a:schemeClr val="accent1"/>
                </a:solidFill>
              </a:rPr>
              <a:t>use of time</a:t>
            </a:r>
          </a:p>
          <a:p>
            <a:pPr marL="715645" indent="-404495">
              <a:spcBef>
                <a:spcPts val="0"/>
              </a:spcBef>
              <a:spcAft>
                <a:spcPts val="1800"/>
              </a:spcAft>
            </a:pPr>
            <a:r>
              <a:rPr lang="en-AU" sz="2400" dirty="0">
                <a:solidFill>
                  <a:schemeClr val="accent1"/>
                </a:solidFill>
              </a:rPr>
              <a:t>Clear and confident speaking skills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AU" sz="1800" dirty="0">
                <a:solidFill>
                  <a:srgbClr val="C00000"/>
                </a:solidFill>
              </a:rPr>
              <a:t>* Not all options can be completed in pairs. </a:t>
            </a:r>
          </a:p>
        </p:txBody>
      </p:sp>
    </p:spTree>
    <p:extLst>
      <p:ext uri="{BB962C8B-B14F-4D97-AF65-F5344CB8AC3E}">
        <p14:creationId xmlns:p14="http://schemas.microsoft.com/office/powerpoint/2010/main" val="21601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89EA2B-146F-48AC-2369-ACB2BFBCE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982881"/>
          </a:xfrm>
        </p:spPr>
        <p:txBody>
          <a:bodyPr anchor="b">
            <a:normAutofit/>
          </a:bodyPr>
          <a:lstStyle/>
          <a:p>
            <a:r>
              <a:rPr lang="en-AU" sz="5400">
                <a:solidFill>
                  <a:schemeClr val="accent1"/>
                </a:solidFill>
              </a:rPr>
              <a:t>Choose an option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2719695-EADA-D4FF-5927-11322EE6B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4" r="3666"/>
          <a:stretch/>
        </p:blipFill>
        <p:spPr bwMode="auto">
          <a:xfrm>
            <a:off x="1" y="10"/>
            <a:ext cx="4196496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CDC31-FB48-AE1D-9208-0ED64BFAE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74564"/>
            <a:ext cx="6798539" cy="4440483"/>
          </a:xfrm>
        </p:spPr>
        <p:txBody>
          <a:bodyPr anchor="ctr">
            <a:normAutofit lnSpcReduction="1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AU">
                <a:solidFill>
                  <a:schemeClr val="accent2">
                    <a:lumMod val="75000"/>
                  </a:schemeClr>
                </a:solidFill>
              </a:rPr>
              <a:t>You must choose between one of the following options:</a:t>
            </a:r>
          </a:p>
          <a:p>
            <a:pPr marL="514350" indent="-514350">
              <a:buAutoNum type="arabicPeriod"/>
            </a:pPr>
            <a:r>
              <a:rPr lang="en-AU"/>
              <a:t>Perform a speech</a:t>
            </a:r>
          </a:p>
          <a:p>
            <a:pPr marL="514350" indent="-514350">
              <a:buAutoNum type="arabicPeriod"/>
            </a:pPr>
            <a:r>
              <a:rPr lang="en-AU"/>
              <a:t>Write and act out a scene</a:t>
            </a:r>
          </a:p>
          <a:p>
            <a:pPr marL="514350" indent="-514350">
              <a:buAutoNum type="arabicPeriod"/>
            </a:pPr>
            <a:r>
              <a:rPr lang="en-AU"/>
              <a:t>Monologue from Subhi's Maa's perspective</a:t>
            </a:r>
          </a:p>
          <a:p>
            <a:pPr marL="514350" indent="-514350">
              <a:buAutoNum type="arabicPeriod"/>
            </a:pPr>
            <a:r>
              <a:rPr lang="en-AU"/>
              <a:t>Make a BTN video</a:t>
            </a:r>
          </a:p>
          <a:p>
            <a:pPr marL="514350" indent="-514350">
              <a:buAutoNum type="arabicPeriod"/>
            </a:pPr>
            <a:r>
              <a:rPr lang="en-AU"/>
              <a:t>Create and conduct a whoosh</a:t>
            </a:r>
          </a:p>
          <a:p>
            <a:pPr marL="514350" indent="-514350">
              <a:buAutoNum type="arabicPeriod"/>
            </a:pPr>
            <a:r>
              <a:rPr lang="en-AU"/>
              <a:t>Write and present a character interview</a:t>
            </a:r>
          </a:p>
        </p:txBody>
      </p:sp>
    </p:spTree>
    <p:extLst>
      <p:ext uri="{BB962C8B-B14F-4D97-AF65-F5344CB8AC3E}">
        <p14:creationId xmlns:p14="http://schemas.microsoft.com/office/powerpoint/2010/main" val="4233668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23FD6-6E95-8AB3-3D74-5C2D29ABD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 fontScale="90000"/>
          </a:bodyPr>
          <a:lstStyle/>
          <a:p>
            <a:r>
              <a:rPr lang="en-AU" sz="4600"/>
              <a:t>Option 1</a:t>
            </a:r>
            <a:br>
              <a:rPr lang="en-AU" sz="4600"/>
            </a:br>
            <a:r>
              <a:rPr lang="en-AU" sz="4600" b="1"/>
              <a:t>Perform a speech</a:t>
            </a:r>
          </a:p>
        </p:txBody>
      </p:sp>
      <p:sp>
        <p:nvSpPr>
          <p:cNvPr id="308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61574-ABA2-F58D-25CA-0C5223AFA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368602" cy="36597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Imagine you are a Rohingya refugee now living in Australia.</a:t>
            </a:r>
          </a:p>
          <a:p>
            <a:pPr marL="0" indent="0">
              <a:buNone/>
            </a:pPr>
            <a:r>
              <a:rPr lang="en-AU" sz="2400" dirty="0"/>
              <a:t>You are very concerned about the plight of women at the heart of the Rohingya refugee crisis</a:t>
            </a:r>
          </a:p>
          <a:p>
            <a:pPr marL="0" indent="0">
              <a:buNone/>
            </a:pPr>
            <a:r>
              <a:rPr lang="en-AU" sz="2400" dirty="0">
                <a:solidFill>
                  <a:schemeClr val="accent1"/>
                </a:solidFill>
              </a:rPr>
              <a:t>Prepare a speech in support of women's education and freedom to the United Nations.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AU" sz="1600" dirty="0">
                <a:solidFill>
                  <a:srgbClr val="C00000"/>
                </a:solidFill>
              </a:rPr>
              <a:t>* Individual task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B2AE5E7-7095-576D-CFFC-FBF74519E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15" r="25373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157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23FD6-6E95-8AB3-3D74-5C2D29ABD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AU" sz="5400"/>
              <a:t>Option 2 – </a:t>
            </a:r>
            <a:r>
              <a:rPr lang="en-AU" sz="5400" b="1"/>
              <a:t>Write and perform a scene</a:t>
            </a:r>
          </a:p>
        </p:txBody>
      </p:sp>
      <p:sp>
        <p:nvSpPr>
          <p:cNvPr id="410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61574-ABA2-F58D-25CA-0C5223AFA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AU" sz="2400" dirty="0"/>
              <a:t>Act out a scene between two of the characters from the text.</a:t>
            </a:r>
          </a:p>
          <a:p>
            <a:pPr marL="0" indent="0">
              <a:buNone/>
            </a:pPr>
            <a:r>
              <a:rPr lang="en-AU" sz="2400" i="1" dirty="0">
                <a:solidFill>
                  <a:schemeClr val="accent1"/>
                </a:solidFill>
              </a:rPr>
              <a:t>The scene is late at night. While the others are sleeping, the characters have a meaningful discussion.</a:t>
            </a:r>
          </a:p>
          <a:p>
            <a:pPr marL="0" indent="0">
              <a:buNone/>
            </a:pPr>
            <a:r>
              <a:rPr lang="en-AU" sz="2400" b="1" dirty="0"/>
              <a:t>Possible topics </a:t>
            </a:r>
            <a:r>
              <a:rPr lang="en-AU" sz="2400" dirty="0"/>
              <a:t>can include the future, how things will change, safety, memories, relatives, education, immigration, or anything that is relative to your chosen characters.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AU" sz="2000" dirty="0">
                <a:solidFill>
                  <a:srgbClr val="C00000"/>
                </a:solidFill>
              </a:rPr>
              <a:t>* With a partner</a:t>
            </a:r>
          </a:p>
          <a:p>
            <a:pPr marL="0" indent="0">
              <a:buNone/>
            </a:pPr>
            <a:endParaRPr lang="en-AU" sz="2400" dirty="0"/>
          </a:p>
        </p:txBody>
      </p:sp>
      <p:pic>
        <p:nvPicPr>
          <p:cNvPr id="4098" name="Picture 2" descr="Review: The Bone Sparrow – Always Time For Theatre">
            <a:extLst>
              <a:ext uri="{FF2B5EF4-FFF2-40B4-BE49-F238E27FC236}">
                <a16:creationId xmlns:a16="http://schemas.microsoft.com/office/drawing/2014/main" id="{BCC3A063-4AF1-D43B-D582-AA44E13F7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797" b="2"/>
          <a:stretch/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250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53" name="Arc 105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AA0337-F9F8-A1FF-C121-7E0724E1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0563" y="479493"/>
            <a:ext cx="6297780" cy="1325563"/>
          </a:xfrm>
        </p:spPr>
        <p:txBody>
          <a:bodyPr>
            <a:normAutofit/>
          </a:bodyPr>
          <a:lstStyle/>
          <a:p>
            <a:r>
              <a:rPr lang="en-US" sz="3200" b="1"/>
              <a:t>Option 3  </a:t>
            </a:r>
            <a:r>
              <a:rPr lang="en-US" sz="3200"/>
              <a:t>- Write a monologue from the perspective of Subhi's Maa</a:t>
            </a:r>
          </a:p>
        </p:txBody>
      </p:sp>
      <p:sp>
        <p:nvSpPr>
          <p:cNvPr id="1055" name="Freeform: Shape 105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The Bone Sparrow' Knowledge Organiser, Year 7">
            <a:extLst>
              <a:ext uri="{FF2B5EF4-FFF2-40B4-BE49-F238E27FC236}">
                <a16:creationId xmlns:a16="http://schemas.microsoft.com/office/drawing/2014/main" id="{9560571E-4D81-3BE0-B147-E31788163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370115"/>
            <a:ext cx="4777381" cy="516521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93D2E-AB7E-0A9C-AC3E-871F23C90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3200" y="1943254"/>
            <a:ext cx="5458838" cy="4192520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/>
              <a:t>As Subhi’s Maa, describe how you feel having lost your past life; career, family, house and freedom. What does this mean to you? </a:t>
            </a:r>
          </a:p>
          <a:p>
            <a:r>
              <a:rPr lang="en-US" dirty="0"/>
              <a:t>How does it make you feel? Are there any positives? </a:t>
            </a:r>
          </a:p>
          <a:p>
            <a:r>
              <a:rPr lang="en-US" dirty="0"/>
              <a:t>What are your hopes for Queeny and Subhi? What kind of life do you want them to have?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AU" sz="2400" dirty="0">
                <a:solidFill>
                  <a:srgbClr val="C00000"/>
                </a:solidFill>
              </a:rPr>
              <a:t>* Individual task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630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41097-0CB7-6B3C-2F2B-06D14259B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534" y="380206"/>
            <a:ext cx="4766330" cy="832145"/>
          </a:xfrm>
        </p:spPr>
        <p:txBody>
          <a:bodyPr>
            <a:noAutofit/>
          </a:bodyPr>
          <a:lstStyle/>
          <a:p>
            <a:r>
              <a:rPr lang="en-AU" sz="5400">
                <a:solidFill>
                  <a:schemeClr val="tx2"/>
                </a:solidFill>
              </a:rPr>
              <a:t>Option 4 - </a:t>
            </a:r>
            <a:r>
              <a:rPr lang="en-AU" sz="5400" b="1">
                <a:solidFill>
                  <a:schemeClr val="tx2"/>
                </a:solidFill>
              </a:rPr>
              <a:t>BTN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9C3C5-FD81-B1AD-12DC-7B2DABAD0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534" y="1592557"/>
            <a:ext cx="7552017" cy="4885236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AU" sz="2200" dirty="0"/>
              <a:t>Having one’s voice and opinion heard is a basic human right. Desperation has driven some, like the men in Alpha, to stitch their lips together in order to stage a protest (p 142). </a:t>
            </a:r>
          </a:p>
          <a:p>
            <a:pPr marL="0" indent="0">
              <a:buNone/>
            </a:pPr>
            <a:r>
              <a:rPr lang="en-AU" sz="2200" dirty="0">
                <a:solidFill>
                  <a:schemeClr val="accent1"/>
                </a:solidFill>
              </a:rPr>
              <a:t>Unfortunately, media coverage often presents such situations in an unfair way.</a:t>
            </a:r>
          </a:p>
          <a:p>
            <a:pPr marL="0" indent="0">
              <a:buNone/>
            </a:pPr>
            <a:r>
              <a:rPr lang="en-AU" sz="2200" dirty="0">
                <a:solidFill>
                  <a:schemeClr val="accent2">
                    <a:lumMod val="75000"/>
                  </a:schemeClr>
                </a:solidFill>
              </a:rPr>
              <a:t>Present a video article (like one you might see on </a:t>
            </a:r>
            <a:r>
              <a:rPr lang="en-AU" sz="2200" i="1" dirty="0">
                <a:solidFill>
                  <a:schemeClr val="accent2">
                    <a:lumMod val="75000"/>
                  </a:schemeClr>
                </a:solidFill>
              </a:rPr>
              <a:t>Behind the News</a:t>
            </a:r>
            <a:r>
              <a:rPr lang="en-AU" sz="2200" dirty="0">
                <a:solidFill>
                  <a:schemeClr val="accent2">
                    <a:lumMod val="75000"/>
                  </a:schemeClr>
                </a:solidFill>
              </a:rPr>
              <a:t>) about the six men who chose to do what they did. </a:t>
            </a:r>
          </a:p>
          <a:p>
            <a:pPr marL="0" indent="0">
              <a:buNone/>
            </a:pPr>
            <a:r>
              <a:rPr lang="en-AU" sz="2200" dirty="0">
                <a:solidFill>
                  <a:schemeClr val="tx2"/>
                </a:solidFill>
              </a:rPr>
              <a:t>Think about the point of view you will take – will your article include why they felt they had to what they did? Will it explain that the men felt they could not speak to anyone? Will it be </a:t>
            </a:r>
            <a:r>
              <a:rPr lang="en-AU" sz="2200">
                <a:solidFill>
                  <a:schemeClr val="tx2"/>
                </a:solidFill>
              </a:rPr>
              <a:t>sympathetic</a:t>
            </a:r>
            <a:r>
              <a:rPr lang="en-AU" sz="2200" dirty="0">
                <a:solidFill>
                  <a:schemeClr val="tx2"/>
                </a:solidFill>
              </a:rPr>
              <a:t> towards the asylum seekers?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AU" sz="2000" dirty="0">
                <a:solidFill>
                  <a:srgbClr val="C00000"/>
                </a:solidFill>
              </a:rPr>
              <a:t>* With a partner</a:t>
            </a:r>
            <a:endParaRPr lang="en-AU" sz="2000" dirty="0">
              <a:solidFill>
                <a:schemeClr val="tx2"/>
              </a:solidFill>
            </a:endParaRPr>
          </a:p>
        </p:txBody>
      </p:sp>
      <p:grpSp>
        <p:nvGrpSpPr>
          <p:cNvPr id="5131" name="Group 513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5132" name="Freeform: Shape 5131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3" name="Freeform: Shape 5132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4" name="Freeform: Shape 5133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5" name="Freeform: Shape 5134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122" name="Picture 2" descr="Behind the News - YouTube">
            <a:extLst>
              <a:ext uri="{FF2B5EF4-FFF2-40B4-BE49-F238E27FC236}">
                <a16:creationId xmlns:a16="http://schemas.microsoft.com/office/drawing/2014/main" id="{B2018EEF-9041-7F19-1E07-DAC505EDB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70392" y="1963430"/>
            <a:ext cx="4142232" cy="4142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865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Review: The Bone Sparrow – Always Time For Theatre">
            <a:extLst>
              <a:ext uri="{FF2B5EF4-FFF2-40B4-BE49-F238E27FC236}">
                <a16:creationId xmlns:a16="http://schemas.microsoft.com/office/drawing/2014/main" id="{6D9F344A-484B-5833-9B64-020488E68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87" r="-1" b="10662"/>
          <a:stretch/>
        </p:blipFill>
        <p:spPr bwMode="auto">
          <a:xfrm>
            <a:off x="-1" y="10"/>
            <a:ext cx="12228129" cy="466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53" name="Group 6152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6154" name="Freeform: Shape 6153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5" name="Freeform: Shape 6154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6" name="Freeform: Shape 6155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6157" name="Freeform: Shape 6156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798632E-0447-168F-6D33-9A2964C2C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51037"/>
            <a:ext cx="3278230" cy="1509931"/>
          </a:xfrm>
        </p:spPr>
        <p:txBody>
          <a:bodyPr>
            <a:noAutofit/>
          </a:bodyPr>
          <a:lstStyle/>
          <a:p>
            <a:r>
              <a:rPr lang="en-AU" sz="5400">
                <a:solidFill>
                  <a:schemeClr val="tx2"/>
                </a:solidFill>
              </a:rPr>
              <a:t>Option 5</a:t>
            </a:r>
            <a:br>
              <a:rPr lang="en-AU" sz="5400">
                <a:solidFill>
                  <a:schemeClr val="tx2"/>
                </a:solidFill>
              </a:rPr>
            </a:br>
            <a:r>
              <a:rPr lang="en-AU" sz="5400" b="1">
                <a:solidFill>
                  <a:schemeClr val="tx2"/>
                </a:solidFill>
              </a:rPr>
              <a:t>Whoosh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0E973-9E26-8816-E4FB-2AEC0CB52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9981" y="4200452"/>
            <a:ext cx="7393929" cy="2323637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AU" sz="2400" dirty="0"/>
              <a:t>Choose an upcoming chapter and create a “whoosh”.</a:t>
            </a:r>
          </a:p>
          <a:p>
            <a:pPr marL="0" indent="0">
              <a:buNone/>
            </a:pPr>
            <a:r>
              <a:rPr lang="en-AU" sz="2400" dirty="0"/>
              <a:t>You’ll need to have a good understanding of the chapter and then write a script for the whoosh.</a:t>
            </a:r>
          </a:p>
          <a:p>
            <a:pPr marL="0" indent="0">
              <a:buNone/>
            </a:pPr>
            <a:r>
              <a:rPr lang="en-AU" sz="2400" dirty="0"/>
              <a:t>Once it’s ready, present the whoosh to the class by acting as its narrator.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AU" sz="2000" dirty="0">
                <a:solidFill>
                  <a:srgbClr val="C00000"/>
                </a:solidFill>
              </a:rPr>
              <a:t>* Individual task</a:t>
            </a:r>
          </a:p>
        </p:txBody>
      </p:sp>
    </p:spTree>
    <p:extLst>
      <p:ext uri="{BB962C8B-B14F-4D97-AF65-F5344CB8AC3E}">
        <p14:creationId xmlns:p14="http://schemas.microsoft.com/office/powerpoint/2010/main" val="2226756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79477870-C64A-4E35-8F2F-05B7114F3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953C8F-20BA-0456-F97A-330681EB5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458" y="840718"/>
            <a:ext cx="6268770" cy="869399"/>
          </a:xfrm>
        </p:spPr>
        <p:txBody>
          <a:bodyPr anchor="b">
            <a:normAutofit/>
          </a:bodyPr>
          <a:lstStyle/>
          <a:p>
            <a:r>
              <a:rPr lang="en-AU" sz="5200"/>
              <a:t>Option 6 - </a:t>
            </a:r>
            <a:r>
              <a:rPr lang="en-AU" sz="5200" b="1"/>
              <a:t>Interview</a:t>
            </a:r>
          </a:p>
        </p:txBody>
      </p:sp>
      <p:sp>
        <p:nvSpPr>
          <p:cNvPr id="7177" name="!!accent">
            <a:extLst>
              <a:ext uri="{FF2B5EF4-FFF2-40B4-BE49-F238E27FC236}">
                <a16:creationId xmlns:a16="http://schemas.microsoft.com/office/drawing/2014/main" id="{8AEA628B-C8FF-4D0B-B111-F101F580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42663BD0-064C-40FC-A331-F49FCA953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422F9-E45F-B99F-AE9E-CEA24D5D7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458" y="1797978"/>
            <a:ext cx="6946322" cy="506002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AU" sz="2200" dirty="0"/>
              <a:t>You are a journalist interviewing either Subhi or Queeny for </a:t>
            </a:r>
            <a:r>
              <a:rPr lang="en-AU" sz="2200" i="1" dirty="0"/>
              <a:t>SBS World News</a:t>
            </a:r>
            <a:r>
              <a:rPr lang="en-AU" sz="2200" dirty="0"/>
              <a:t>.</a:t>
            </a:r>
          </a:p>
          <a:p>
            <a:pPr marL="0" indent="0">
              <a:buNone/>
            </a:pPr>
            <a:r>
              <a:rPr lang="en-AU" sz="2200" dirty="0">
                <a:solidFill>
                  <a:schemeClr val="accent2">
                    <a:lumMod val="75000"/>
                  </a:schemeClr>
                </a:solidFill>
              </a:rPr>
              <a:t>What do you think the TV audience would be interested to learn about the interview subject?</a:t>
            </a:r>
          </a:p>
          <a:p>
            <a:pPr marL="718820" indent="-412750"/>
            <a:r>
              <a:rPr lang="en-AU" sz="2200" dirty="0">
                <a:solidFill>
                  <a:schemeClr val="accent2">
                    <a:lumMod val="75000"/>
                  </a:schemeClr>
                </a:solidFill>
              </a:rPr>
              <a:t>Their experiences of living in the centre. What life is like there and how it makes them feel.</a:t>
            </a:r>
          </a:p>
          <a:p>
            <a:pPr marL="718820" indent="-412750"/>
            <a:r>
              <a:rPr lang="en-AU" sz="2200" dirty="0">
                <a:solidFill>
                  <a:schemeClr val="accent2">
                    <a:lumMod val="75000"/>
                  </a:schemeClr>
                </a:solidFill>
              </a:rPr>
              <a:t>What would they change if they could.</a:t>
            </a:r>
          </a:p>
          <a:p>
            <a:pPr marL="718820" indent="-412750"/>
            <a:r>
              <a:rPr lang="en-AU" sz="2200" dirty="0">
                <a:solidFill>
                  <a:schemeClr val="accent2">
                    <a:lumMod val="75000"/>
                  </a:schemeClr>
                </a:solidFill>
              </a:rPr>
              <a:t>What hopes they have now.</a:t>
            </a:r>
          </a:p>
          <a:p>
            <a:pPr marL="718820" indent="-412750"/>
            <a:r>
              <a:rPr lang="en-AU" sz="2200" dirty="0">
                <a:solidFill>
                  <a:schemeClr val="accent2">
                    <a:lumMod val="75000"/>
                  </a:schemeClr>
                </a:solidFill>
              </a:rPr>
              <a:t>Any other questions you might think of!</a:t>
            </a:r>
          </a:p>
          <a:p>
            <a:pPr marL="0" indent="0">
              <a:buNone/>
            </a:pPr>
            <a:r>
              <a:rPr lang="en-AU" sz="2200" dirty="0"/>
              <a:t>After writing your script, you must perform your interview.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AU" sz="2000" dirty="0">
                <a:solidFill>
                  <a:srgbClr val="C00000"/>
                </a:solidFill>
              </a:rPr>
              <a:t>* With a partner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DE82B23-4670-7ACA-637F-6522C4448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3"/>
          <a:stretch/>
        </p:blipFill>
        <p:spPr bwMode="auto">
          <a:xfrm>
            <a:off x="7684006" y="10"/>
            <a:ext cx="450799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09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539b02d923bb555703caf23504a7cb02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e414e06b879c708180ee4e9731c4d399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Props1.xml><?xml version="1.0" encoding="utf-8"?>
<ds:datastoreItem xmlns:ds="http://schemas.openxmlformats.org/officeDocument/2006/customXml" ds:itemID="{27237EE4-2503-465A-B049-77224EDD55F5}">
  <ds:schemaRefs>
    <ds:schemaRef ds:uri="46846ff6-a39a-4f56-aca6-b2ea1af70d2e"/>
    <ds:schemaRef ds:uri="a8299878-b215-4b71-83d0-6b3d83d7e5d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3C41594-198F-4300-B485-3AED8098F5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B77CEB-DE58-40C7-A953-D61003BC71DE}">
  <ds:schemaRefs>
    <ds:schemaRef ds:uri="a8299878-b215-4b71-83d0-6b3d83d7e5d9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46846ff6-a39a-4f56-aca6-b2ea1af70d2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786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Oral presentation CAT 1</vt:lpstr>
      <vt:lpstr>What the task involves</vt:lpstr>
      <vt:lpstr>The purpose and outcomes of the task</vt:lpstr>
      <vt:lpstr>Task details</vt:lpstr>
      <vt:lpstr>Choose an option</vt:lpstr>
      <vt:lpstr>Option 1 Perform a speech</vt:lpstr>
      <vt:lpstr>Option 2 – Write and perform a scene</vt:lpstr>
      <vt:lpstr>Option 3  - Write a monologue from the perspective of Subhi's Maa</vt:lpstr>
      <vt:lpstr>Option 4 - BTN</vt:lpstr>
      <vt:lpstr>Option 5 Whoosh</vt:lpstr>
      <vt:lpstr>Option 6 - Interview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2024-08-15T23:22:27Z</dcterms:created>
  <dcterms:modified xsi:type="dcterms:W3CDTF">2025-08-25T02:46:22Z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  <property fmtid="{D5CDD505-2E9C-101B-9397-08002B2CF9AE}" pid="3" name="MediaServiceImageTags">
    <vt:lpwstr/>
  </property>
</Properties>
</file>