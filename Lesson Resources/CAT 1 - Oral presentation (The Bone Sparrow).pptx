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65" r:id="rId6"/>
    <p:sldId id="257" r:id="rId7"/>
    <p:sldId id="266" r:id="rId8"/>
    <p:sldId id="267" r:id="rId9"/>
    <p:sldId id="258" r:id="rId10"/>
    <p:sldId id="259" r:id="rId11"/>
    <p:sldId id="269" r:id="rId12"/>
    <p:sldId id="260" r:id="rId13"/>
    <p:sldId id="262" r:id="rId14"/>
    <p:sldId id="26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A813DA-DD30-B526-0F68-D230042EF21B}" v="1" dt="2025-08-25T02:46:22.4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20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lli VAROUSSIADIS" userId="S::02004329@kew.vic.edu.au::6430d0c8-3f35-4a38-b2b6-7872ce444f7e" providerId="AD" clId="Web-{CA1A0176-80DB-68B2-15B9-877B0B49E2EB}"/>
    <pc:docChg chg="addSld delSld modSld">
      <pc:chgData name="Calli VAROUSSIADIS" userId="S::02004329@kew.vic.edu.au::6430d0c8-3f35-4a38-b2b6-7872ce444f7e" providerId="AD" clId="Web-{CA1A0176-80DB-68B2-15B9-877B0B49E2EB}" dt="2025-08-11T04:31:30.664" v="52" actId="20577"/>
      <pc:docMkLst>
        <pc:docMk/>
      </pc:docMkLst>
      <pc:sldChg chg="modSp">
        <pc:chgData name="Calli VAROUSSIADIS" userId="S::02004329@kew.vic.edu.au::6430d0c8-3f35-4a38-b2b6-7872ce444f7e" providerId="AD" clId="Web-{CA1A0176-80DB-68B2-15B9-877B0B49E2EB}" dt="2025-08-11T04:30:27.475" v="26" actId="20577"/>
        <pc:sldMkLst>
          <pc:docMk/>
          <pc:sldMk cId="3000865346" sldId="260"/>
        </pc:sldMkLst>
        <pc:spChg chg="mod">
          <ac:chgData name="Calli VAROUSSIADIS" userId="S::02004329@kew.vic.edu.au::6430d0c8-3f35-4a38-b2b6-7872ce444f7e" providerId="AD" clId="Web-{CA1A0176-80DB-68B2-15B9-877B0B49E2EB}" dt="2025-08-11T04:30:27.475" v="26" actId="20577"/>
          <ac:spMkLst>
            <pc:docMk/>
            <pc:sldMk cId="3000865346" sldId="260"/>
            <ac:spMk id="2" creationId="{3DA41097-0CB7-6B3C-2F2B-06D14259B219}"/>
          </ac:spMkLst>
        </pc:spChg>
      </pc:sldChg>
      <pc:sldChg chg="modSp">
        <pc:chgData name="Calli VAROUSSIADIS" userId="S::02004329@kew.vic.edu.au::6430d0c8-3f35-4a38-b2b6-7872ce444f7e" providerId="AD" clId="Web-{CA1A0176-80DB-68B2-15B9-877B0B49E2EB}" dt="2025-08-11T04:30:33.132" v="27" actId="20577"/>
        <pc:sldMkLst>
          <pc:docMk/>
          <pc:sldMk cId="2226756359" sldId="262"/>
        </pc:sldMkLst>
        <pc:spChg chg="mod">
          <ac:chgData name="Calli VAROUSSIADIS" userId="S::02004329@kew.vic.edu.au::6430d0c8-3f35-4a38-b2b6-7872ce444f7e" providerId="AD" clId="Web-{CA1A0176-80DB-68B2-15B9-877B0B49E2EB}" dt="2025-08-11T04:30:33.132" v="27" actId="20577"/>
          <ac:spMkLst>
            <pc:docMk/>
            <pc:sldMk cId="2226756359" sldId="262"/>
            <ac:spMk id="2" creationId="{6798632E-0447-168F-6D33-9A2964C2C773}"/>
          </ac:spMkLst>
        </pc:spChg>
      </pc:sldChg>
      <pc:sldChg chg="modSp">
        <pc:chgData name="Calli VAROUSSIADIS" userId="S::02004329@kew.vic.edu.au::6430d0c8-3f35-4a38-b2b6-7872ce444f7e" providerId="AD" clId="Web-{CA1A0176-80DB-68B2-15B9-877B0B49E2EB}" dt="2025-08-11T04:30:40.382" v="31" actId="20577"/>
        <pc:sldMkLst>
          <pc:docMk/>
          <pc:sldMk cId="1107096907" sldId="264"/>
        </pc:sldMkLst>
        <pc:spChg chg="mod">
          <ac:chgData name="Calli VAROUSSIADIS" userId="S::02004329@kew.vic.edu.au::6430d0c8-3f35-4a38-b2b6-7872ce444f7e" providerId="AD" clId="Web-{CA1A0176-80DB-68B2-15B9-877B0B49E2EB}" dt="2025-08-11T04:30:40.382" v="31" actId="20577"/>
          <ac:spMkLst>
            <pc:docMk/>
            <pc:sldMk cId="1107096907" sldId="264"/>
            <ac:spMk id="2" creationId="{4F953C8F-20BA-0456-F97A-330681EB532D}"/>
          </ac:spMkLst>
        </pc:spChg>
      </pc:sldChg>
      <pc:sldChg chg="modSp">
        <pc:chgData name="Calli VAROUSSIADIS" userId="S::02004329@kew.vic.edu.au::6430d0c8-3f35-4a38-b2b6-7872ce444f7e" providerId="AD" clId="Web-{CA1A0176-80DB-68B2-15B9-877B0B49E2EB}" dt="2025-08-11T04:30:06.756" v="24" actId="20577"/>
        <pc:sldMkLst>
          <pc:docMk/>
          <pc:sldMk cId="4233668280" sldId="267"/>
        </pc:sldMkLst>
        <pc:spChg chg="mod">
          <ac:chgData name="Calli VAROUSSIADIS" userId="S::02004329@kew.vic.edu.au::6430d0c8-3f35-4a38-b2b6-7872ce444f7e" providerId="AD" clId="Web-{CA1A0176-80DB-68B2-15B9-877B0B49E2EB}" dt="2025-08-11T04:30:06.756" v="24" actId="20577"/>
          <ac:spMkLst>
            <pc:docMk/>
            <pc:sldMk cId="4233668280" sldId="267"/>
            <ac:spMk id="3" creationId="{945CDC31-FB48-AE1D-9208-0ED64BFAEF57}"/>
          </ac:spMkLst>
        </pc:spChg>
      </pc:sldChg>
      <pc:sldChg chg="del">
        <pc:chgData name="Calli VAROUSSIADIS" userId="S::02004329@kew.vic.edu.au::6430d0c8-3f35-4a38-b2b6-7872ce444f7e" providerId="AD" clId="Web-{CA1A0176-80DB-68B2-15B9-877B0B49E2EB}" dt="2025-08-11T04:31:01.788" v="32"/>
        <pc:sldMkLst>
          <pc:docMk/>
          <pc:sldMk cId="2101678776" sldId="268"/>
        </pc:sldMkLst>
      </pc:sldChg>
      <pc:sldChg chg="modSp new">
        <pc:chgData name="Calli VAROUSSIADIS" userId="S::02004329@kew.vic.edu.au::6430d0c8-3f35-4a38-b2b6-7872ce444f7e" providerId="AD" clId="Web-{CA1A0176-80DB-68B2-15B9-877B0B49E2EB}" dt="2025-08-11T04:31:30.664" v="52" actId="20577"/>
        <pc:sldMkLst>
          <pc:docMk/>
          <pc:sldMk cId="4033630513" sldId="269"/>
        </pc:sldMkLst>
        <pc:spChg chg="mod">
          <ac:chgData name="Calli VAROUSSIADIS" userId="S::02004329@kew.vic.edu.au::6430d0c8-3f35-4a38-b2b6-7872ce444f7e" providerId="AD" clId="Web-{CA1A0176-80DB-68B2-15B9-877B0B49E2EB}" dt="2025-08-11T04:31:30.664" v="52" actId="20577"/>
          <ac:spMkLst>
            <pc:docMk/>
            <pc:sldMk cId="4033630513" sldId="269"/>
            <ac:spMk id="2" creationId="{D6AA0337-F9F8-A1FF-C121-7E0724E1CADE}"/>
          </ac:spMkLst>
        </pc:spChg>
      </pc:sldChg>
    </pc:docChg>
  </pc:docChgLst>
  <pc:docChgLst>
    <pc:chgData name="Calli VAROUSSIADIS" userId="S::02004329@kew.vic.edu.au::6430d0c8-3f35-4a38-b2b6-7872ce444f7e" providerId="AD" clId="Web-{B41E3C10-502F-1B69-62C7-2F5E8EFC0EED}"/>
    <pc:docChg chg="modSld">
      <pc:chgData name="Calli VAROUSSIADIS" userId="S::02004329@kew.vic.edu.au::6430d0c8-3f35-4a38-b2b6-7872ce444f7e" providerId="AD" clId="Web-{B41E3C10-502F-1B69-62C7-2F5E8EFC0EED}" dt="2025-08-12T02:16:06.233" v="7" actId="20577"/>
      <pc:docMkLst>
        <pc:docMk/>
      </pc:docMkLst>
      <pc:sldChg chg="modSp">
        <pc:chgData name="Calli VAROUSSIADIS" userId="S::02004329@kew.vic.edu.au::6430d0c8-3f35-4a38-b2b6-7872ce444f7e" providerId="AD" clId="Web-{B41E3C10-502F-1B69-62C7-2F5E8EFC0EED}" dt="2025-08-12T02:16:06.233" v="7" actId="20577"/>
        <pc:sldMkLst>
          <pc:docMk/>
          <pc:sldMk cId="1107096907" sldId="264"/>
        </pc:sldMkLst>
        <pc:spChg chg="mod">
          <ac:chgData name="Calli VAROUSSIADIS" userId="S::02004329@kew.vic.edu.au::6430d0c8-3f35-4a38-b2b6-7872ce444f7e" providerId="AD" clId="Web-{B41E3C10-502F-1B69-62C7-2F5E8EFC0EED}" dt="2025-08-12T02:16:06.233" v="7" actId="20577"/>
          <ac:spMkLst>
            <pc:docMk/>
            <pc:sldMk cId="1107096907" sldId="264"/>
            <ac:spMk id="3" creationId="{F6F422F9-E45F-B99F-AE9E-CEA24D5D7279}"/>
          </ac:spMkLst>
        </pc:spChg>
      </pc:sldChg>
      <pc:sldChg chg="modSp">
        <pc:chgData name="Calli VAROUSSIADIS" userId="S::02004329@kew.vic.edu.au::6430d0c8-3f35-4a38-b2b6-7872ce444f7e" providerId="AD" clId="Web-{B41E3C10-502F-1B69-62C7-2F5E8EFC0EED}" dt="2025-08-12T02:12:20.700" v="3" actId="20577"/>
        <pc:sldMkLst>
          <pc:docMk/>
          <pc:sldMk cId="4033630513" sldId="269"/>
        </pc:sldMkLst>
        <pc:spChg chg="mod">
          <ac:chgData name="Calli VAROUSSIADIS" userId="S::02004329@kew.vic.edu.au::6430d0c8-3f35-4a38-b2b6-7872ce444f7e" providerId="AD" clId="Web-{B41E3C10-502F-1B69-62C7-2F5E8EFC0EED}" dt="2025-08-12T02:12:20.700" v="3" actId="20577"/>
          <ac:spMkLst>
            <pc:docMk/>
            <pc:sldMk cId="4033630513" sldId="269"/>
            <ac:spMk id="3" creationId="{09393D2E-AB7E-0A9C-AC3E-871F23C90F36}"/>
          </ac:spMkLst>
        </pc:spChg>
      </pc:sldChg>
    </pc:docChg>
  </pc:docChgLst>
  <pc:docChgLst>
    <pc:chgData name="Lincoln LE FEVRE" userId="S::09378050@kew.vic.edu.au::b5700677-f4e1-4c3e-a52b-0ea63d0bbf83" providerId="AD" clId="Web-{12A813DA-DD30-B526-0F68-D230042EF21B}"/>
    <pc:docChg chg="modSld">
      <pc:chgData name="Lincoln LE FEVRE" userId="S::09378050@kew.vic.edu.au::b5700677-f4e1-4c3e-a52b-0ea63d0bbf83" providerId="AD" clId="Web-{12A813DA-DD30-B526-0F68-D230042EF21B}" dt="2025-08-25T02:46:22.496" v="0" actId="20577"/>
      <pc:docMkLst>
        <pc:docMk/>
      </pc:docMkLst>
      <pc:sldChg chg="modSp">
        <pc:chgData name="Lincoln LE FEVRE" userId="S::09378050@kew.vic.edu.au::b5700677-f4e1-4c3e-a52b-0ea63d0bbf83" providerId="AD" clId="Web-{12A813DA-DD30-B526-0F68-D230042EF21B}" dt="2025-08-25T02:46:22.496" v="0" actId="20577"/>
        <pc:sldMkLst>
          <pc:docMk/>
          <pc:sldMk cId="3000865346" sldId="260"/>
        </pc:sldMkLst>
        <pc:spChg chg="mod">
          <ac:chgData name="Lincoln LE FEVRE" userId="S::09378050@kew.vic.edu.au::b5700677-f4e1-4c3e-a52b-0ea63d0bbf83" providerId="AD" clId="Web-{12A813DA-DD30-B526-0F68-D230042EF21B}" dt="2025-08-25T02:46:22.496" v="0" actId="20577"/>
          <ac:spMkLst>
            <pc:docMk/>
            <pc:sldMk cId="3000865346" sldId="260"/>
            <ac:spMk id="3" creationId="{18C9C3C5-FD81-B1AD-12DC-7B2DABAD07FA}"/>
          </ac:spMkLst>
        </pc:spChg>
      </pc:sldChg>
    </pc:docChg>
  </pc:docChgLst>
  <pc:docChgLst>
    <pc:chgData name="Lincoln LE FEVRE" userId="S::09378050@kew.vic.edu.au::b5700677-f4e1-4c3e-a52b-0ea63d0bbf83" providerId="AD" clId="Web-{EF46C93C-4B91-A1FD-4B54-B064ECCAD695}"/>
    <pc:docChg chg="modSld">
      <pc:chgData name="Lincoln LE FEVRE" userId="S::09378050@kew.vic.edu.au::b5700677-f4e1-4c3e-a52b-0ea63d0bbf83" providerId="AD" clId="Web-{EF46C93C-4B91-A1FD-4B54-B064ECCAD695}" dt="2025-08-18T02:16:58.448" v="24" actId="20577"/>
      <pc:docMkLst>
        <pc:docMk/>
      </pc:docMkLst>
      <pc:sldChg chg="modSp">
        <pc:chgData name="Lincoln LE FEVRE" userId="S::09378050@kew.vic.edu.au::b5700677-f4e1-4c3e-a52b-0ea63d0bbf83" providerId="AD" clId="Web-{EF46C93C-4B91-A1FD-4B54-B064ECCAD695}" dt="2025-08-18T02:16:58.448" v="24" actId="20577"/>
        <pc:sldMkLst>
          <pc:docMk/>
          <pc:sldMk cId="21601331" sldId="266"/>
        </pc:sldMkLst>
        <pc:spChg chg="mod">
          <ac:chgData name="Lincoln LE FEVRE" userId="S::09378050@kew.vic.edu.au::b5700677-f4e1-4c3e-a52b-0ea63d0bbf83" providerId="AD" clId="Web-{EF46C93C-4B91-A1FD-4B54-B064ECCAD695}" dt="2025-08-18T02:16:58.448" v="24" actId="20577"/>
          <ac:spMkLst>
            <pc:docMk/>
            <pc:sldMk cId="21601331" sldId="266"/>
            <ac:spMk id="10" creationId="{58527AF7-A868-F5AB-CEE6-2E668EA73555}"/>
          </ac:spMkLst>
        </pc:spChg>
      </pc:sldChg>
    </pc:docChg>
  </pc:docChgLst>
  <pc:docChgLst>
    <pc:chgData name="Calli VAROUSSIADIS" userId="6430d0c8-3f35-4a38-b2b6-7872ce444f7e" providerId="ADAL" clId="{50F7C947-E681-4383-A46E-1123699BFFAB}"/>
    <pc:docChg chg="custSel modSld">
      <pc:chgData name="Calli VAROUSSIADIS" userId="6430d0c8-3f35-4a38-b2b6-7872ce444f7e" providerId="ADAL" clId="{50F7C947-E681-4383-A46E-1123699BFFAB}" dt="2025-08-11T04:40:40.180" v="325" actId="14100"/>
      <pc:docMkLst>
        <pc:docMk/>
      </pc:docMkLst>
      <pc:sldChg chg="addSp delSp modSp mod setBg">
        <pc:chgData name="Calli VAROUSSIADIS" userId="6430d0c8-3f35-4a38-b2b6-7872ce444f7e" providerId="ADAL" clId="{50F7C947-E681-4383-A46E-1123699BFFAB}" dt="2025-08-11T04:40:40.180" v="325" actId="14100"/>
        <pc:sldMkLst>
          <pc:docMk/>
          <pc:sldMk cId="4033630513" sldId="269"/>
        </pc:sldMkLst>
        <pc:spChg chg="mod">
          <ac:chgData name="Calli VAROUSSIADIS" userId="6430d0c8-3f35-4a38-b2b6-7872ce444f7e" providerId="ADAL" clId="{50F7C947-E681-4383-A46E-1123699BFFAB}" dt="2025-08-11T04:40:35.046" v="323" actId="255"/>
          <ac:spMkLst>
            <pc:docMk/>
            <pc:sldMk cId="4033630513" sldId="269"/>
            <ac:spMk id="2" creationId="{D6AA0337-F9F8-A1FF-C121-7E0724E1CADE}"/>
          </ac:spMkLst>
        </pc:spChg>
        <pc:spChg chg="mod ord">
          <ac:chgData name="Calli VAROUSSIADIS" userId="6430d0c8-3f35-4a38-b2b6-7872ce444f7e" providerId="ADAL" clId="{50F7C947-E681-4383-A46E-1123699BFFAB}" dt="2025-08-11T04:40:20.794" v="320" actId="26606"/>
          <ac:spMkLst>
            <pc:docMk/>
            <pc:sldMk cId="4033630513" sldId="269"/>
            <ac:spMk id="3" creationId="{09393D2E-AB7E-0A9C-AC3E-871F23C90F36}"/>
          </ac:spMkLst>
        </pc:spChg>
        <pc:spChg chg="add">
          <ac:chgData name="Calli VAROUSSIADIS" userId="6430d0c8-3f35-4a38-b2b6-7872ce444f7e" providerId="ADAL" clId="{50F7C947-E681-4383-A46E-1123699BFFAB}" dt="2025-08-11T04:40:20.794" v="320" actId="26606"/>
          <ac:spMkLst>
            <pc:docMk/>
            <pc:sldMk cId="4033630513" sldId="269"/>
            <ac:spMk id="1051" creationId="{2EB492CD-616E-47F8-933B-5E2D952A0593}"/>
          </ac:spMkLst>
        </pc:spChg>
        <pc:spChg chg="add">
          <ac:chgData name="Calli VAROUSSIADIS" userId="6430d0c8-3f35-4a38-b2b6-7872ce444f7e" providerId="ADAL" clId="{50F7C947-E681-4383-A46E-1123699BFFAB}" dt="2025-08-11T04:40:20.794" v="320" actId="26606"/>
          <ac:spMkLst>
            <pc:docMk/>
            <pc:sldMk cId="4033630513" sldId="269"/>
            <ac:spMk id="1053" creationId="{59383CF9-23B5-4335-9B21-1791C4CF1C75}"/>
          </ac:spMkLst>
        </pc:spChg>
        <pc:spChg chg="add">
          <ac:chgData name="Calli VAROUSSIADIS" userId="6430d0c8-3f35-4a38-b2b6-7872ce444f7e" providerId="ADAL" clId="{50F7C947-E681-4383-A46E-1123699BFFAB}" dt="2025-08-11T04:40:20.794" v="320" actId="26606"/>
          <ac:spMkLst>
            <pc:docMk/>
            <pc:sldMk cId="4033630513" sldId="269"/>
            <ac:spMk id="1055" creationId="{0007FE00-9498-4706-B255-6437B0252C02}"/>
          </ac:spMkLst>
        </pc:spChg>
        <pc:picChg chg="add mod">
          <ac:chgData name="Calli VAROUSSIADIS" userId="6430d0c8-3f35-4a38-b2b6-7872ce444f7e" providerId="ADAL" clId="{50F7C947-E681-4383-A46E-1123699BFFAB}" dt="2025-08-11T04:40:40.180" v="325" actId="14100"/>
          <ac:picMkLst>
            <pc:docMk/>
            <pc:sldMk cId="4033630513" sldId="269"/>
            <ac:picMk id="1026" creationId="{9560571E-4D81-3BE0-B147-E3178816333B}"/>
          </ac:picMkLst>
        </pc:picChg>
      </pc:sldChg>
    </pc:docChg>
  </pc:docChgLst>
  <pc:docChgLst>
    <pc:chgData name="Calli VAROUSSIADIS" userId="S::02004329@kew.vic.edu.au::6430d0c8-3f35-4a38-b2b6-7872ce444f7e" providerId="AD" clId="Web-{22FC1FC6-63EB-C868-320E-C0208510AB95}"/>
    <pc:docChg chg="modSld">
      <pc:chgData name="Calli VAROUSSIADIS" userId="S::02004329@kew.vic.edu.au::6430d0c8-3f35-4a38-b2b6-7872ce444f7e" providerId="AD" clId="Web-{22FC1FC6-63EB-C868-320E-C0208510AB95}" dt="2025-08-11T04:42:08.716" v="3" actId="20577"/>
      <pc:docMkLst>
        <pc:docMk/>
      </pc:docMkLst>
      <pc:sldChg chg="modSp">
        <pc:chgData name="Calli VAROUSSIADIS" userId="S::02004329@kew.vic.edu.au::6430d0c8-3f35-4a38-b2b6-7872ce444f7e" providerId="AD" clId="Web-{22FC1FC6-63EB-C868-320E-C0208510AB95}" dt="2025-08-11T04:41:37.512" v="2" actId="20577"/>
        <pc:sldMkLst>
          <pc:docMk/>
          <pc:sldMk cId="1757250546" sldId="259"/>
        </pc:sldMkLst>
        <pc:spChg chg="mod">
          <ac:chgData name="Calli VAROUSSIADIS" userId="S::02004329@kew.vic.edu.au::6430d0c8-3f35-4a38-b2b6-7872ce444f7e" providerId="AD" clId="Web-{22FC1FC6-63EB-C868-320E-C0208510AB95}" dt="2025-08-11T04:41:37.512" v="2" actId="20577"/>
          <ac:spMkLst>
            <pc:docMk/>
            <pc:sldMk cId="1757250546" sldId="259"/>
            <ac:spMk id="3" creationId="{4F061574-ABA2-F58D-25CA-0C5223AFA10B}"/>
          </ac:spMkLst>
        </pc:spChg>
      </pc:sldChg>
      <pc:sldChg chg="modSp">
        <pc:chgData name="Calli VAROUSSIADIS" userId="S::02004329@kew.vic.edu.au::6430d0c8-3f35-4a38-b2b6-7872ce444f7e" providerId="AD" clId="Web-{22FC1FC6-63EB-C868-320E-C0208510AB95}" dt="2025-08-11T04:42:08.716" v="3" actId="20577"/>
        <pc:sldMkLst>
          <pc:docMk/>
          <pc:sldMk cId="1107096907" sldId="264"/>
        </pc:sldMkLst>
        <pc:spChg chg="mod">
          <ac:chgData name="Calli VAROUSSIADIS" userId="S::02004329@kew.vic.edu.au::6430d0c8-3f35-4a38-b2b6-7872ce444f7e" providerId="AD" clId="Web-{22FC1FC6-63EB-C868-320E-C0208510AB95}" dt="2025-08-11T04:42:08.716" v="3" actId="20577"/>
          <ac:spMkLst>
            <pc:docMk/>
            <pc:sldMk cId="1107096907" sldId="264"/>
            <ac:spMk id="3" creationId="{F6F422F9-E45F-B99F-AE9E-CEA24D5D7279}"/>
          </ac:spMkLst>
        </pc:spChg>
      </pc:sldChg>
    </pc:docChg>
  </pc:docChgLst>
  <pc:docChgLst>
    <pc:chgData name="Lincoln LE FEVRE" userId="b5700677-f4e1-4c3e-a52b-0ea63d0bbf83" providerId="ADAL" clId="{04902C64-2D43-4AE7-968C-FAC70127AD67}"/>
    <pc:docChg chg="modSld">
      <pc:chgData name="Lincoln LE FEVRE" userId="b5700677-f4e1-4c3e-a52b-0ea63d0bbf83" providerId="ADAL" clId="{04902C64-2D43-4AE7-968C-FAC70127AD67}" dt="2024-08-16T05:07:50.051" v="56" actId="20577"/>
      <pc:docMkLst>
        <pc:docMk/>
      </pc:docMkLst>
      <pc:sldChg chg="modSp">
        <pc:chgData name="Lincoln LE FEVRE" userId="b5700677-f4e1-4c3e-a52b-0ea63d0bbf83" providerId="ADAL" clId="{04902C64-2D43-4AE7-968C-FAC70127AD67}" dt="2024-08-16T05:07:50.051" v="56" actId="20577"/>
        <pc:sldMkLst>
          <pc:docMk/>
          <pc:sldMk cId="2806010511" sldId="256"/>
        </pc:sldMkLst>
      </pc:sldChg>
    </pc:docChg>
  </pc:docChgLst>
  <pc:docChgLst>
    <pc:chgData name="Lincoln LE FEVRE" userId="S::09378050@kew.vic.edu.au::b5700677-f4e1-4c3e-a52b-0ea63d0bbf83" providerId="AD" clId="Web-{42C72795-28F3-8182-4C8B-E256F4CF60BE}"/>
    <pc:docChg chg="modSld">
      <pc:chgData name="Lincoln LE FEVRE" userId="S::09378050@kew.vic.edu.au::b5700677-f4e1-4c3e-a52b-0ea63d0bbf83" providerId="AD" clId="Web-{42C72795-28F3-8182-4C8B-E256F4CF60BE}" dt="2025-08-14T01:09:47.913" v="6" actId="20577"/>
      <pc:docMkLst>
        <pc:docMk/>
      </pc:docMkLst>
      <pc:sldChg chg="modSp">
        <pc:chgData name="Lincoln LE FEVRE" userId="S::09378050@kew.vic.edu.au::b5700677-f4e1-4c3e-a52b-0ea63d0bbf83" providerId="AD" clId="Web-{42C72795-28F3-8182-4C8B-E256F4CF60BE}" dt="2025-08-14T01:08:55.989" v="5" actId="20577"/>
        <pc:sldMkLst>
          <pc:docMk/>
          <pc:sldMk cId="21601331" sldId="266"/>
        </pc:sldMkLst>
        <pc:spChg chg="mod">
          <ac:chgData name="Lincoln LE FEVRE" userId="S::09378050@kew.vic.edu.au::b5700677-f4e1-4c3e-a52b-0ea63d0bbf83" providerId="AD" clId="Web-{42C72795-28F3-8182-4C8B-E256F4CF60BE}" dt="2025-08-14T01:08:55.989" v="5" actId="20577"/>
          <ac:spMkLst>
            <pc:docMk/>
            <pc:sldMk cId="21601331" sldId="266"/>
            <ac:spMk id="10" creationId="{58527AF7-A868-F5AB-CEE6-2E668EA73555}"/>
          </ac:spMkLst>
        </pc:spChg>
      </pc:sldChg>
      <pc:sldChg chg="modSp">
        <pc:chgData name="Lincoln LE FEVRE" userId="S::09378050@kew.vic.edu.au::b5700677-f4e1-4c3e-a52b-0ea63d0bbf83" providerId="AD" clId="Web-{42C72795-28F3-8182-4C8B-E256F4CF60BE}" dt="2025-08-14T01:09:47.913" v="6" actId="20577"/>
        <pc:sldMkLst>
          <pc:docMk/>
          <pc:sldMk cId="4233668280" sldId="267"/>
        </pc:sldMkLst>
        <pc:spChg chg="mod">
          <ac:chgData name="Lincoln LE FEVRE" userId="S::09378050@kew.vic.edu.au::b5700677-f4e1-4c3e-a52b-0ea63d0bbf83" providerId="AD" clId="Web-{42C72795-28F3-8182-4C8B-E256F4CF60BE}" dt="2025-08-14T01:09:47.913" v="6" actId="20577"/>
          <ac:spMkLst>
            <pc:docMk/>
            <pc:sldMk cId="4233668280" sldId="267"/>
            <ac:spMk id="3" creationId="{945CDC31-FB48-AE1D-9208-0ED64BFAEF57}"/>
          </ac:spMkLst>
        </pc:spChg>
      </pc:sldChg>
    </pc:docChg>
  </pc:docChgLst>
  <pc:docChgLst>
    <pc:chgData name="Lincoln LE FEVRE" userId="b5700677-f4e1-4c3e-a52b-0ea63d0bbf83" providerId="ADAL" clId="{BD0387AA-A928-495B-8660-B566983B469A}"/>
    <pc:docChg chg="undo custSel modSld">
      <pc:chgData name="Lincoln LE FEVRE" userId="b5700677-f4e1-4c3e-a52b-0ea63d0bbf83" providerId="ADAL" clId="{BD0387AA-A928-495B-8660-B566983B469A}" dt="2025-08-18T02:21:18.337" v="222" actId="6549"/>
      <pc:docMkLst>
        <pc:docMk/>
      </pc:docMkLst>
      <pc:sldChg chg="modSp mod">
        <pc:chgData name="Lincoln LE FEVRE" userId="b5700677-f4e1-4c3e-a52b-0ea63d0bbf83" providerId="ADAL" clId="{BD0387AA-A928-495B-8660-B566983B469A}" dt="2025-08-18T02:19:04.143" v="121" actId="948"/>
        <pc:sldMkLst>
          <pc:docMk/>
          <pc:sldMk cId="457157854" sldId="258"/>
        </pc:sldMkLst>
        <pc:spChg chg="mod">
          <ac:chgData name="Lincoln LE FEVRE" userId="b5700677-f4e1-4c3e-a52b-0ea63d0bbf83" providerId="ADAL" clId="{BD0387AA-A928-495B-8660-B566983B469A}" dt="2025-08-18T02:19:04.143" v="121" actId="948"/>
          <ac:spMkLst>
            <pc:docMk/>
            <pc:sldMk cId="457157854" sldId="258"/>
            <ac:spMk id="3" creationId="{4F061574-ABA2-F58D-25CA-0C5223AFA10B}"/>
          </ac:spMkLst>
        </pc:spChg>
      </pc:sldChg>
      <pc:sldChg chg="modSp mod">
        <pc:chgData name="Lincoln LE FEVRE" userId="b5700677-f4e1-4c3e-a52b-0ea63d0bbf83" providerId="ADAL" clId="{BD0387AA-A928-495B-8660-B566983B469A}" dt="2025-08-18T02:19:29.573" v="158" actId="948"/>
        <pc:sldMkLst>
          <pc:docMk/>
          <pc:sldMk cId="1757250546" sldId="259"/>
        </pc:sldMkLst>
        <pc:spChg chg="mod">
          <ac:chgData name="Lincoln LE FEVRE" userId="b5700677-f4e1-4c3e-a52b-0ea63d0bbf83" providerId="ADAL" clId="{BD0387AA-A928-495B-8660-B566983B469A}" dt="2025-08-18T02:19:29.573" v="158" actId="948"/>
          <ac:spMkLst>
            <pc:docMk/>
            <pc:sldMk cId="1757250546" sldId="259"/>
            <ac:spMk id="3" creationId="{4F061574-ABA2-F58D-25CA-0C5223AFA10B}"/>
          </ac:spMkLst>
        </pc:spChg>
      </pc:sldChg>
      <pc:sldChg chg="modSp mod">
        <pc:chgData name="Lincoln LE FEVRE" userId="b5700677-f4e1-4c3e-a52b-0ea63d0bbf83" providerId="ADAL" clId="{BD0387AA-A928-495B-8660-B566983B469A}" dt="2025-08-18T02:19:46.546" v="164" actId="404"/>
        <pc:sldMkLst>
          <pc:docMk/>
          <pc:sldMk cId="3000865346" sldId="260"/>
        </pc:sldMkLst>
        <pc:spChg chg="mod">
          <ac:chgData name="Lincoln LE FEVRE" userId="b5700677-f4e1-4c3e-a52b-0ea63d0bbf83" providerId="ADAL" clId="{BD0387AA-A928-495B-8660-B566983B469A}" dt="2025-08-18T02:19:46.546" v="164" actId="404"/>
          <ac:spMkLst>
            <pc:docMk/>
            <pc:sldMk cId="3000865346" sldId="260"/>
            <ac:spMk id="3" creationId="{18C9C3C5-FD81-B1AD-12DC-7B2DABAD07FA}"/>
          </ac:spMkLst>
        </pc:spChg>
      </pc:sldChg>
      <pc:sldChg chg="modSp mod">
        <pc:chgData name="Lincoln LE FEVRE" userId="b5700677-f4e1-4c3e-a52b-0ea63d0bbf83" providerId="ADAL" clId="{BD0387AA-A928-495B-8660-B566983B469A}" dt="2025-08-18T02:20:28.160" v="207" actId="948"/>
        <pc:sldMkLst>
          <pc:docMk/>
          <pc:sldMk cId="2226756359" sldId="262"/>
        </pc:sldMkLst>
        <pc:spChg chg="mod">
          <ac:chgData name="Lincoln LE FEVRE" userId="b5700677-f4e1-4c3e-a52b-0ea63d0bbf83" providerId="ADAL" clId="{BD0387AA-A928-495B-8660-B566983B469A}" dt="2025-08-18T02:20:28.160" v="207" actId="948"/>
          <ac:spMkLst>
            <pc:docMk/>
            <pc:sldMk cId="2226756359" sldId="262"/>
            <ac:spMk id="3" creationId="{FCD0E973-9E26-8816-E4FB-2AEC0CB52CD0}"/>
          </ac:spMkLst>
        </pc:spChg>
      </pc:sldChg>
      <pc:sldChg chg="modSp mod">
        <pc:chgData name="Lincoln LE FEVRE" userId="b5700677-f4e1-4c3e-a52b-0ea63d0bbf83" providerId="ADAL" clId="{BD0387AA-A928-495B-8660-B566983B469A}" dt="2025-08-18T02:21:18.337" v="222" actId="6549"/>
        <pc:sldMkLst>
          <pc:docMk/>
          <pc:sldMk cId="1107096907" sldId="264"/>
        </pc:sldMkLst>
        <pc:spChg chg="mod">
          <ac:chgData name="Lincoln LE FEVRE" userId="b5700677-f4e1-4c3e-a52b-0ea63d0bbf83" providerId="ADAL" clId="{BD0387AA-A928-495B-8660-B566983B469A}" dt="2025-08-18T02:21:18.337" v="222" actId="6549"/>
          <ac:spMkLst>
            <pc:docMk/>
            <pc:sldMk cId="1107096907" sldId="264"/>
            <ac:spMk id="3" creationId="{F6F422F9-E45F-B99F-AE9E-CEA24D5D7279}"/>
          </ac:spMkLst>
        </pc:spChg>
      </pc:sldChg>
      <pc:sldChg chg="modSp mod">
        <pc:chgData name="Lincoln LE FEVRE" userId="b5700677-f4e1-4c3e-a52b-0ea63d0bbf83" providerId="ADAL" clId="{BD0387AA-A928-495B-8660-B566983B469A}" dt="2025-08-18T02:18:32.769" v="92" actId="948"/>
        <pc:sldMkLst>
          <pc:docMk/>
          <pc:sldMk cId="21601331" sldId="266"/>
        </pc:sldMkLst>
        <pc:spChg chg="mod">
          <ac:chgData name="Lincoln LE FEVRE" userId="b5700677-f4e1-4c3e-a52b-0ea63d0bbf83" providerId="ADAL" clId="{BD0387AA-A928-495B-8660-B566983B469A}" dt="2025-08-18T02:18:32.769" v="92" actId="948"/>
          <ac:spMkLst>
            <pc:docMk/>
            <pc:sldMk cId="21601331" sldId="266"/>
            <ac:spMk id="10" creationId="{58527AF7-A868-F5AB-CEE6-2E668EA73555}"/>
          </ac:spMkLst>
        </pc:spChg>
      </pc:sldChg>
      <pc:sldChg chg="modSp mod">
        <pc:chgData name="Lincoln LE FEVRE" userId="b5700677-f4e1-4c3e-a52b-0ea63d0bbf83" providerId="ADAL" clId="{BD0387AA-A928-495B-8660-B566983B469A}" dt="2025-08-18T02:21:05.030" v="221" actId="27636"/>
        <pc:sldMkLst>
          <pc:docMk/>
          <pc:sldMk cId="4033630513" sldId="269"/>
        </pc:sldMkLst>
        <pc:spChg chg="mod">
          <ac:chgData name="Lincoln LE FEVRE" userId="b5700677-f4e1-4c3e-a52b-0ea63d0bbf83" providerId="ADAL" clId="{BD0387AA-A928-495B-8660-B566983B469A}" dt="2025-08-18T02:21:05.030" v="221" actId="27636"/>
          <ac:spMkLst>
            <pc:docMk/>
            <pc:sldMk cId="4033630513" sldId="269"/>
            <ac:spMk id="3" creationId="{09393D2E-AB7E-0A9C-AC3E-871F23C90F36}"/>
          </ac:spMkLst>
        </pc:spChg>
      </pc:sldChg>
    </pc:docChg>
  </pc:docChgLst>
  <pc:docChgLst>
    <pc:chgData name="Kelly WONG" userId="S::10992176@kew.vic.edu.au::d9e599d2-2b55-465c-8699-20a0cfdf18e2" providerId="AD" clId="Web-{8A6D75C9-5E63-110A-A05D-A2A17E3B276E}"/>
    <pc:docChg chg="modSld">
      <pc:chgData name="Kelly WONG" userId="S::10992176@kew.vic.edu.au::d9e599d2-2b55-465c-8699-20a0cfdf18e2" providerId="AD" clId="Web-{8A6D75C9-5E63-110A-A05D-A2A17E3B276E}" dt="2025-08-22T00:02:04.774" v="0" actId="1076"/>
      <pc:docMkLst>
        <pc:docMk/>
      </pc:docMkLst>
      <pc:sldChg chg="modSp">
        <pc:chgData name="Kelly WONG" userId="S::10992176@kew.vic.edu.au::d9e599d2-2b55-465c-8699-20a0cfdf18e2" providerId="AD" clId="Web-{8A6D75C9-5E63-110A-A05D-A2A17E3B276E}" dt="2025-08-22T00:02:04.774" v="0" actId="1076"/>
        <pc:sldMkLst>
          <pc:docMk/>
          <pc:sldMk cId="3000865346" sldId="260"/>
        </pc:sldMkLst>
        <pc:picChg chg="mod">
          <ac:chgData name="Kelly WONG" userId="S::10992176@kew.vic.edu.au::d9e599d2-2b55-465c-8699-20a0cfdf18e2" providerId="AD" clId="Web-{8A6D75C9-5E63-110A-A05D-A2A17E3B276E}" dt="2025-08-22T00:02:04.774" v="0" actId="1076"/>
          <ac:picMkLst>
            <pc:docMk/>
            <pc:sldMk cId="3000865346" sldId="260"/>
            <ac:picMk id="5122" creationId="{B2018EEF-9041-7F19-1E07-DAC505EDB7B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FE4E7-2774-815B-2E84-FE57B9F195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5E5EB1-2222-2EEA-522D-BCA6FFFDCB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A37FE-1CAA-1247-2011-868257AD4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C2EA2-DCEA-45DC-BF80-63A4330ED25F}" type="datetimeFigureOut">
              <a:rPr lang="en-AU" smtClean="0"/>
              <a:t>24/08/2025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69C1F0-6788-4DFD-8B7D-5E194FB3D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C9571-63C4-F483-4D10-705C04A7D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05D4F-1900-44C5-B5B6-48ADED663D4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62303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9077D-2EB3-EC7F-4605-37EC3D3B1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8C7547-7F69-4A3D-4D95-C2E37306B3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EBCF1C-6F1F-F907-A83C-E5AAB0A79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C2EA2-DCEA-45DC-BF80-63A4330ED25F}" type="datetimeFigureOut">
              <a:rPr lang="en-AU" smtClean="0"/>
              <a:t>24/08/2025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FD25C-AE41-6035-E985-877A487BE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B9D92A-5FE1-0AA1-8A07-B8CD8474A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05D4F-1900-44C5-B5B6-48ADED663D4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34306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B5226-4B7F-DE79-FE8F-46B8CEA25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9DFDA0-894F-3E46-665A-A79EFDE02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84ACA-0B3F-3F8C-9752-60E4B34C6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C2EA2-DCEA-45DC-BF80-63A4330ED25F}" type="datetimeFigureOut">
              <a:rPr lang="en-AU" smtClean="0"/>
              <a:t>24/08/2025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ED9DD-CA3A-B903-5362-A3DA3746C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8E11A1-A841-6D83-6228-A0A479B8F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05D4F-1900-44C5-B5B6-48ADED663D4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83949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BF481-6735-A20D-6D61-9D6570626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7D296E-6528-0FB1-A261-58A4B0B756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4B2247-1277-004E-8D9A-3A2A30E219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425688-DE14-2E6B-CD44-8B41E9A5F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C2EA2-DCEA-45DC-BF80-63A4330ED25F}" type="datetimeFigureOut">
              <a:rPr lang="en-AU" smtClean="0"/>
              <a:t>24/08/2025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05D67-40DB-2E17-D263-8840D2950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F5B906-FCA9-E742-1B14-1E3430775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05D4F-1900-44C5-B5B6-48ADED663D4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726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A2718-9939-8665-A0C3-3A3553316E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9CC08C-EAE2-183C-3BFF-9A2C008965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7DADCF-A8E4-782D-7EC7-3041A1188F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97F06A-DF13-CBA6-6270-0A79B89CCE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AA7EE1-0A11-22D3-7D29-0784706898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64923B-8EEE-28EA-4BE7-6B1C754DA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C2EA2-DCEA-45DC-BF80-63A4330ED25F}" type="datetimeFigureOut">
              <a:rPr lang="en-AU" smtClean="0"/>
              <a:t>24/08/2025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F6B402-F217-A201-386B-450E76843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406DF8-33AB-CCA5-C073-594F80AC2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05D4F-1900-44C5-B5B6-48ADED663D4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212167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ECD86-F0FF-BB14-0973-195008507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2D228C-C546-9E42-D2A4-D3BB6E959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C2EA2-DCEA-45DC-BF80-63A4330ED25F}" type="datetimeFigureOut">
              <a:rPr lang="en-AU" smtClean="0"/>
              <a:t>24/08/2025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C008A5-6C9D-4FE1-BA6C-A37D833DA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1DD16B-901C-8642-15E0-29BA3DCCC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05D4F-1900-44C5-B5B6-48ADED663D4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65775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777E9F-A647-1AC6-A21F-553616DFE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C2EA2-DCEA-45DC-BF80-63A4330ED25F}" type="datetimeFigureOut">
              <a:rPr lang="en-AU" smtClean="0"/>
              <a:t>24/08/2025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B12978-223F-3406-E51D-633DB4DD2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9D01B1-CDD4-9EB2-F0A5-9765EA5C5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05D4F-1900-44C5-B5B6-48ADED663D4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503847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FE40C-6025-F37C-6A4A-C041EF8B7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2FE4C-DB4C-A6D7-1D5D-B3FCC0655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419FEE-2002-F019-B6B5-1F09111EEF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EA39AE-B607-04A9-7E8E-9CF1151C6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C2EA2-DCEA-45DC-BF80-63A4330ED25F}" type="datetimeFigureOut">
              <a:rPr lang="en-AU" smtClean="0"/>
              <a:t>24/08/2025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635188-CB69-7121-86EB-8FCB8B0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6C5831-1242-0539-FB2B-008C14584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05D4F-1900-44C5-B5B6-48ADED663D4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55169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8D3B7-F45A-C6E3-49B3-FFF24258C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B8E179-38DA-E178-578A-FDB97C78E9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A9703-CE46-C49B-06B1-F986FBB2E9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66BF7F-6CD2-991C-B18E-0653B07D2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C2EA2-DCEA-45DC-BF80-63A4330ED25F}" type="datetimeFigureOut">
              <a:rPr lang="en-AU" smtClean="0"/>
              <a:t>24/08/2025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CEB99C-89EC-2F47-DB3A-9C308E152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9651AD-87B7-94BD-DDCA-AB491E275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05D4F-1900-44C5-B5B6-48ADED663D4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17811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71C7E-A2F1-1B6F-0B2A-FF481DB49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57BF25-4122-2E10-5769-21D12F5E99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E8E432-6891-B306-8F5E-D65D024D2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C2EA2-DCEA-45DC-BF80-63A4330ED25F}" type="datetimeFigureOut">
              <a:rPr lang="en-AU" smtClean="0"/>
              <a:t>24/08/2025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BD2F83-5C4D-F2E4-C60A-4B6E28BDE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680B8E-F3EE-C604-47DC-23E33FE1E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05D4F-1900-44C5-B5B6-48ADED663D4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17549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2764B4-E94F-400D-8F0A-459D8B29AC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390DA8-792B-4A62-F739-C43BF3D3DB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2210B2-3B5D-1C41-CBD1-DE008A223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C2EA2-DCEA-45DC-BF80-63A4330ED25F}" type="datetimeFigureOut">
              <a:rPr lang="en-AU" smtClean="0"/>
              <a:t>24/08/2025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7C116F-97D1-FB34-3071-C6190B601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C7C571-BE17-6090-6095-89CBAADA5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05D4F-1900-44C5-B5B6-48ADED663D4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72382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B5A5ED-4F0D-8890-BA30-159A3CA2B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D6EC9D-E5AC-54AE-C569-7A29F466D9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5EA7D-BB18-DFF9-2980-01B1C518F2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EC2EA2-DCEA-45DC-BF80-63A4330ED25F}" type="datetimeFigureOut">
              <a:rPr lang="en-AU" smtClean="0"/>
              <a:t>24/08/2025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29EFE-EB92-C918-AA7D-80C1891F5D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D7A97A-79F0-F2D5-CCAB-107FA1B4B9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F05D4F-1900-44C5-B5B6-48ADED663D4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42632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6223F1-34AF-5425-3CFE-F7AEE64493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97762" y="640080"/>
            <a:ext cx="6251110" cy="3566160"/>
          </a:xfrm>
        </p:spPr>
        <p:txBody>
          <a:bodyPr anchor="b">
            <a:normAutofit/>
          </a:bodyPr>
          <a:lstStyle/>
          <a:p>
            <a:pPr algn="l"/>
            <a:r>
              <a:rPr lang="en-AU" sz="5400"/>
              <a:t>Oral presentation</a:t>
            </a:r>
            <a:br>
              <a:rPr lang="en-AU" sz="5400"/>
            </a:br>
            <a:r>
              <a:rPr lang="en-AU" sz="5400"/>
              <a:t>CAT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C64712-E202-3394-F595-AE0811A18A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97760" y="4636008"/>
            <a:ext cx="6251111" cy="1572768"/>
          </a:xfrm>
        </p:spPr>
        <p:txBody>
          <a:bodyPr>
            <a:normAutofit/>
          </a:bodyPr>
          <a:lstStyle/>
          <a:p>
            <a:pPr algn="l"/>
            <a:r>
              <a:rPr lang="en-AU"/>
              <a:t>Speaking and presenting – </a:t>
            </a:r>
            <a:r>
              <a:rPr lang="en-AU" i="1"/>
              <a:t>The Bone Sparrow</a:t>
            </a:r>
            <a:endParaRPr lang="en-AU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560A525-2B1E-715F-2385-DB24E6754A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91"/>
          <a:stretch/>
        </p:blipFill>
        <p:spPr bwMode="auto"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3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2862" y="440926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563791 w 4243589"/>
              <a:gd name="connsiteY1" fmla="*/ 0 h 18288"/>
              <a:gd name="connsiteX2" fmla="*/ 1042710 w 4243589"/>
              <a:gd name="connsiteY2" fmla="*/ 0 h 18288"/>
              <a:gd name="connsiteX3" fmla="*/ 1564066 w 4243589"/>
              <a:gd name="connsiteY3" fmla="*/ 0 h 18288"/>
              <a:gd name="connsiteX4" fmla="*/ 2212729 w 4243589"/>
              <a:gd name="connsiteY4" fmla="*/ 0 h 18288"/>
              <a:gd name="connsiteX5" fmla="*/ 2776520 w 4243589"/>
              <a:gd name="connsiteY5" fmla="*/ 0 h 18288"/>
              <a:gd name="connsiteX6" fmla="*/ 3297875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637362 w 4243589"/>
              <a:gd name="connsiteY9" fmla="*/ 18288 h 18288"/>
              <a:gd name="connsiteX10" fmla="*/ 3116007 w 4243589"/>
              <a:gd name="connsiteY10" fmla="*/ 18288 h 18288"/>
              <a:gd name="connsiteX11" fmla="*/ 2424908 w 4243589"/>
              <a:gd name="connsiteY11" fmla="*/ 18288 h 18288"/>
              <a:gd name="connsiteX12" fmla="*/ 1861117 w 4243589"/>
              <a:gd name="connsiteY12" fmla="*/ 18288 h 18288"/>
              <a:gd name="connsiteX13" fmla="*/ 1382198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010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3" name="Rectangle 2062">
            <a:extLst>
              <a:ext uri="{FF2B5EF4-FFF2-40B4-BE49-F238E27FC236}">
                <a16:creationId xmlns:a16="http://schemas.microsoft.com/office/drawing/2014/main" id="{D1D34770-47A8-402C-AF23-2B653F2D8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1AF6C8-A699-A9E0-3D5E-7892106EF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80" y="86900"/>
            <a:ext cx="6002110" cy="1495425"/>
          </a:xfrm>
        </p:spPr>
        <p:txBody>
          <a:bodyPr>
            <a:normAutofit/>
          </a:bodyPr>
          <a:lstStyle/>
          <a:p>
            <a:r>
              <a:rPr lang="en-AU" sz="4000"/>
              <a:t>What the task involves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07A1B-A7BB-C5AF-4498-8A9443F8C3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680" y="1582326"/>
            <a:ext cx="6002110" cy="481847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AU" sz="2400"/>
              <a:t>The task is to create an oral presentation where you:</a:t>
            </a:r>
          </a:p>
          <a:p>
            <a:pPr marL="446088">
              <a:buClr>
                <a:schemeClr val="tx1"/>
              </a:buClr>
            </a:pPr>
            <a:r>
              <a:rPr lang="en-AU" sz="2400">
                <a:solidFill>
                  <a:schemeClr val="accent1"/>
                </a:solidFill>
              </a:rPr>
              <a:t>demonstrate your understanding of the novel</a:t>
            </a:r>
          </a:p>
          <a:p>
            <a:pPr marL="446088">
              <a:buClr>
                <a:schemeClr val="tx1"/>
              </a:buClr>
            </a:pPr>
            <a:r>
              <a:rPr lang="en-AU" sz="2400">
                <a:solidFill>
                  <a:schemeClr val="accent1"/>
                </a:solidFill>
              </a:rPr>
              <a:t>take on the perspective of a character</a:t>
            </a:r>
          </a:p>
          <a:p>
            <a:pPr marL="446088">
              <a:buClr>
                <a:schemeClr val="tx1"/>
              </a:buClr>
            </a:pPr>
            <a:r>
              <a:rPr lang="en-AU" sz="2400">
                <a:solidFill>
                  <a:schemeClr val="accent1"/>
                </a:solidFill>
              </a:rPr>
              <a:t>act using the “voice” of the character</a:t>
            </a:r>
          </a:p>
          <a:p>
            <a:endParaRPr lang="en-AU" sz="2400"/>
          </a:p>
          <a:p>
            <a:pPr marL="0" indent="0">
              <a:spcAft>
                <a:spcPts val="1200"/>
              </a:spcAft>
              <a:buNone/>
            </a:pPr>
            <a:r>
              <a:rPr lang="en-AU" sz="2400">
                <a:solidFill>
                  <a:schemeClr val="accent2">
                    <a:lumMod val="75000"/>
                  </a:schemeClr>
                </a:solidFill>
              </a:rPr>
              <a:t>You will have time to plan, draft and rehearse your presentation.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AU" sz="2400"/>
              <a:t>You will need to spend some time working on the task at home.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AU" sz="2400" b="1">
                <a:solidFill>
                  <a:schemeClr val="accent2">
                    <a:lumMod val="75000"/>
                  </a:schemeClr>
                </a:solidFill>
              </a:rPr>
              <a:t>Everyone must perform to the class.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6A3C19D-DA73-50A3-FB13-ED2F88346A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44" r="-2" b="-2"/>
          <a:stretch/>
        </p:blipFill>
        <p:spPr bwMode="auto">
          <a:xfrm>
            <a:off x="7199440" y="10"/>
            <a:ext cx="4992560" cy="6857990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27729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77532A-40D1-42F8-CB1A-988246DD1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purpose and outcomes of the task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5953" y="1634502"/>
            <a:ext cx="10451592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1538176"/>
            <a:ext cx="1873457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0D13D9-3844-F5E8-83A8-4AABD29711C4}"/>
              </a:ext>
            </a:extLst>
          </p:cNvPr>
          <p:cNvSpPr>
            <a:spLocks/>
          </p:cNvSpPr>
          <p:nvPr/>
        </p:nvSpPr>
        <p:spPr>
          <a:xfrm>
            <a:off x="1014268" y="1926266"/>
            <a:ext cx="4985068" cy="796322"/>
          </a:xfrm>
          <a:prstGeom prst="rect">
            <a:avLst/>
          </a:prstGeom>
        </p:spPr>
        <p:txBody>
          <a:bodyPr/>
          <a:lstStyle/>
          <a:p>
            <a:pPr defTabSz="877824">
              <a:spcAft>
                <a:spcPts val="600"/>
              </a:spcAft>
            </a:pPr>
            <a:r>
              <a:rPr lang="en-AU" sz="3200" b="1" kern="120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The goal is to learn:</a:t>
            </a:r>
            <a:endParaRPr lang="en-AU" sz="3600" b="1">
              <a:solidFill>
                <a:schemeClr val="accent1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C87C9E-8FE3-7BEC-24DE-484980405086}"/>
              </a:ext>
            </a:extLst>
          </p:cNvPr>
          <p:cNvSpPr>
            <a:spLocks/>
          </p:cNvSpPr>
          <p:nvPr/>
        </p:nvSpPr>
        <p:spPr>
          <a:xfrm>
            <a:off x="1014268" y="2722588"/>
            <a:ext cx="4985068" cy="3561202"/>
          </a:xfrm>
          <a:prstGeom prst="rect">
            <a:avLst/>
          </a:prstGeom>
        </p:spPr>
        <p:txBody>
          <a:bodyPr>
            <a:normAutofit fontScale="92500"/>
          </a:bodyPr>
          <a:lstStyle/>
          <a:p>
            <a:pPr marL="434340" indent="-434340" defTabSz="877824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 demonstrate my understanding of the characters and ideas in the novel</a:t>
            </a:r>
          </a:p>
          <a:p>
            <a:pPr marL="434340" indent="-434340" defTabSz="877824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 be able to write in the voice of a character</a:t>
            </a:r>
          </a:p>
          <a:p>
            <a:pPr marL="434340" indent="-434340" defTabSz="877824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 be able to present clearly and confidently in front of an audience</a:t>
            </a:r>
          </a:p>
          <a:p>
            <a:pPr marL="434340" indent="-434340" defTabSz="877824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 practice planning and completing a task with multiple steps</a:t>
            </a:r>
            <a:endParaRPr lang="en-AU" sz="28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31DD66-D744-E7C9-6245-78DA2A3B5139}"/>
              </a:ext>
            </a:extLst>
          </p:cNvPr>
          <p:cNvSpPr>
            <a:spLocks/>
          </p:cNvSpPr>
          <p:nvPr/>
        </p:nvSpPr>
        <p:spPr>
          <a:xfrm>
            <a:off x="6168113" y="1926266"/>
            <a:ext cx="5009619" cy="796322"/>
          </a:xfrm>
          <a:prstGeom prst="rect">
            <a:avLst/>
          </a:prstGeom>
        </p:spPr>
        <p:txBody>
          <a:bodyPr/>
          <a:lstStyle/>
          <a:p>
            <a:pPr defTabSz="877824">
              <a:spcAft>
                <a:spcPts val="600"/>
              </a:spcAft>
            </a:pPr>
            <a:r>
              <a:rPr lang="en-AU" sz="3200" b="1" kern="120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I will be successful when:</a:t>
            </a:r>
            <a:endParaRPr lang="en-AU" sz="3200" b="1">
              <a:solidFill>
                <a:schemeClr val="accent1"/>
              </a:solidFill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2A936A-A16C-D73C-308E-13E9D85F0D4A}"/>
              </a:ext>
            </a:extLst>
          </p:cNvPr>
          <p:cNvSpPr>
            <a:spLocks/>
          </p:cNvSpPr>
          <p:nvPr/>
        </p:nvSpPr>
        <p:spPr>
          <a:xfrm>
            <a:off x="6168113" y="2722588"/>
            <a:ext cx="5009619" cy="3561202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342900" indent="-342900" defTabSz="877824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 have chosen, planned and completed a task</a:t>
            </a:r>
          </a:p>
          <a:p>
            <a:pPr marL="342900" indent="-342900" defTabSz="877824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 have tried to use the same voice as the characters in the novel</a:t>
            </a:r>
          </a:p>
          <a:p>
            <a:pPr marL="342900" indent="-342900" defTabSz="877824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 have presented in front of an audience</a:t>
            </a:r>
            <a:endParaRPr lang="en-AU" sz="2200"/>
          </a:p>
        </p:txBody>
      </p:sp>
    </p:spTree>
    <p:extLst>
      <p:ext uri="{BB962C8B-B14F-4D97-AF65-F5344CB8AC3E}">
        <p14:creationId xmlns:p14="http://schemas.microsoft.com/office/powerpoint/2010/main" val="162345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03" name="Rectangle 8202">
            <a:extLst>
              <a:ext uri="{FF2B5EF4-FFF2-40B4-BE49-F238E27FC236}">
                <a16:creationId xmlns:a16="http://schemas.microsoft.com/office/drawing/2014/main" id="{5D13CC36-B950-4F02-9BAF-9A7EB2673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04" name="Rectangle 8203">
            <a:extLst>
              <a:ext uri="{FF2B5EF4-FFF2-40B4-BE49-F238E27FC236}">
                <a16:creationId xmlns:a16="http://schemas.microsoft.com/office/drawing/2014/main" id="{D1BDED99-B35B-4FEE-A274-8E8DB6FEE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024730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EA30E0D6-FFC6-8F0A-426C-2A7A89334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3" r="2118"/>
          <a:stretch/>
        </p:blipFill>
        <p:spPr bwMode="auto">
          <a:xfrm>
            <a:off x="7968222" y="10"/>
            <a:ext cx="4223778" cy="6857990"/>
          </a:xfrm>
          <a:custGeom>
            <a:avLst/>
            <a:gdLst/>
            <a:ahLst/>
            <a:cxnLst/>
            <a:rect l="l" t="t" r="r" b="b"/>
            <a:pathLst>
              <a:path w="4223778" h="6865951">
                <a:moveTo>
                  <a:pt x="478794" y="0"/>
                </a:moveTo>
                <a:lnTo>
                  <a:pt x="4223778" y="0"/>
                </a:lnTo>
                <a:lnTo>
                  <a:pt x="4223778" y="6865951"/>
                </a:lnTo>
                <a:lnTo>
                  <a:pt x="52221" y="6865951"/>
                </a:lnTo>
                <a:lnTo>
                  <a:pt x="49989" y="6844695"/>
                </a:lnTo>
                <a:cubicBezTo>
                  <a:pt x="46440" y="6810509"/>
                  <a:pt x="42891" y="6776323"/>
                  <a:pt x="41304" y="6765443"/>
                </a:cubicBezTo>
                <a:cubicBezTo>
                  <a:pt x="35681" y="6732842"/>
                  <a:pt x="13533" y="6716945"/>
                  <a:pt x="11182" y="6694817"/>
                </a:cubicBezTo>
                <a:cubicBezTo>
                  <a:pt x="16764" y="6697663"/>
                  <a:pt x="14835" y="6635151"/>
                  <a:pt x="10913" y="6627127"/>
                </a:cubicBezTo>
                <a:cubicBezTo>
                  <a:pt x="19564" y="6579282"/>
                  <a:pt x="-12861" y="6585665"/>
                  <a:pt x="5999" y="6527525"/>
                </a:cubicBezTo>
                <a:cubicBezTo>
                  <a:pt x="12287" y="6468687"/>
                  <a:pt x="19003" y="6409739"/>
                  <a:pt x="7685" y="6346547"/>
                </a:cubicBezTo>
                <a:cubicBezTo>
                  <a:pt x="31149" y="6240430"/>
                  <a:pt x="5895" y="6134229"/>
                  <a:pt x="12535" y="6084924"/>
                </a:cubicBezTo>
                <a:cubicBezTo>
                  <a:pt x="14696" y="6024961"/>
                  <a:pt x="53867" y="6020785"/>
                  <a:pt x="45320" y="5989742"/>
                </a:cubicBezTo>
                <a:cubicBezTo>
                  <a:pt x="41264" y="5940899"/>
                  <a:pt x="43258" y="5932095"/>
                  <a:pt x="40418" y="5889597"/>
                </a:cubicBezTo>
                <a:cubicBezTo>
                  <a:pt x="20860" y="5848611"/>
                  <a:pt x="51187" y="5792775"/>
                  <a:pt x="49796" y="5755774"/>
                </a:cubicBezTo>
                <a:cubicBezTo>
                  <a:pt x="43522" y="5734342"/>
                  <a:pt x="37368" y="5692606"/>
                  <a:pt x="49956" y="5684909"/>
                </a:cubicBezTo>
                <a:cubicBezTo>
                  <a:pt x="52825" y="5660429"/>
                  <a:pt x="62553" y="5623499"/>
                  <a:pt x="67011" y="5608897"/>
                </a:cubicBezTo>
                <a:lnTo>
                  <a:pt x="76701" y="5597290"/>
                </a:lnTo>
                <a:cubicBezTo>
                  <a:pt x="87717" y="5587442"/>
                  <a:pt x="82431" y="5550877"/>
                  <a:pt x="89120" y="5529641"/>
                </a:cubicBezTo>
                <a:cubicBezTo>
                  <a:pt x="69291" y="5496375"/>
                  <a:pt x="118554" y="5526326"/>
                  <a:pt x="94330" y="5470852"/>
                </a:cubicBezTo>
                <a:cubicBezTo>
                  <a:pt x="95483" y="5449506"/>
                  <a:pt x="114690" y="5429653"/>
                  <a:pt x="116139" y="5390946"/>
                </a:cubicBezTo>
                <a:cubicBezTo>
                  <a:pt x="127589" y="5337323"/>
                  <a:pt x="132794" y="5338384"/>
                  <a:pt x="135560" y="5284344"/>
                </a:cubicBezTo>
                <a:cubicBezTo>
                  <a:pt x="143629" y="5226223"/>
                  <a:pt x="148113" y="5192743"/>
                  <a:pt x="158141" y="5143920"/>
                </a:cubicBezTo>
                <a:cubicBezTo>
                  <a:pt x="170128" y="5118849"/>
                  <a:pt x="159838" y="5102006"/>
                  <a:pt x="174950" y="5088188"/>
                </a:cubicBezTo>
                <a:cubicBezTo>
                  <a:pt x="197620" y="5107654"/>
                  <a:pt x="181875" y="4983257"/>
                  <a:pt x="203603" y="5010764"/>
                </a:cubicBezTo>
                <a:lnTo>
                  <a:pt x="258582" y="4919969"/>
                </a:lnTo>
                <a:cubicBezTo>
                  <a:pt x="238838" y="4883087"/>
                  <a:pt x="271098" y="4853332"/>
                  <a:pt x="287910" y="4849612"/>
                </a:cubicBezTo>
                <a:cubicBezTo>
                  <a:pt x="294156" y="4811643"/>
                  <a:pt x="286101" y="4834074"/>
                  <a:pt x="305439" y="4799017"/>
                </a:cubicBezTo>
                <a:cubicBezTo>
                  <a:pt x="322572" y="4758926"/>
                  <a:pt x="352642" y="4705848"/>
                  <a:pt x="373456" y="4667754"/>
                </a:cubicBezTo>
                <a:cubicBezTo>
                  <a:pt x="384080" y="4649919"/>
                  <a:pt x="401158" y="4670663"/>
                  <a:pt x="407944" y="4574050"/>
                </a:cubicBezTo>
                <a:cubicBezTo>
                  <a:pt x="408098" y="4548109"/>
                  <a:pt x="427782" y="4503327"/>
                  <a:pt x="425133" y="4462469"/>
                </a:cubicBezTo>
                <a:lnTo>
                  <a:pt x="433890" y="4364681"/>
                </a:lnTo>
                <a:cubicBezTo>
                  <a:pt x="430018" y="4339230"/>
                  <a:pt x="435361" y="4287915"/>
                  <a:pt x="440691" y="4222147"/>
                </a:cubicBezTo>
                <a:cubicBezTo>
                  <a:pt x="451463" y="4164562"/>
                  <a:pt x="497377" y="4067298"/>
                  <a:pt x="503057" y="3977136"/>
                </a:cubicBezTo>
                <a:cubicBezTo>
                  <a:pt x="519229" y="3939837"/>
                  <a:pt x="472839" y="3875689"/>
                  <a:pt x="507582" y="3776020"/>
                </a:cubicBezTo>
                <a:cubicBezTo>
                  <a:pt x="497716" y="3757477"/>
                  <a:pt x="518006" y="3707185"/>
                  <a:pt x="521577" y="3692206"/>
                </a:cubicBezTo>
                <a:cubicBezTo>
                  <a:pt x="525148" y="3677227"/>
                  <a:pt x="526352" y="3687655"/>
                  <a:pt x="529009" y="3686147"/>
                </a:cubicBezTo>
                <a:cubicBezTo>
                  <a:pt x="531848" y="3650325"/>
                  <a:pt x="545504" y="3563351"/>
                  <a:pt x="551870" y="3514534"/>
                </a:cubicBezTo>
                <a:cubicBezTo>
                  <a:pt x="561331" y="3487751"/>
                  <a:pt x="581973" y="3426419"/>
                  <a:pt x="567205" y="3393248"/>
                </a:cubicBezTo>
                <a:cubicBezTo>
                  <a:pt x="585208" y="3400657"/>
                  <a:pt x="563566" y="3353906"/>
                  <a:pt x="579630" y="3344723"/>
                </a:cubicBezTo>
                <a:cubicBezTo>
                  <a:pt x="592861" y="3339338"/>
                  <a:pt x="589379" y="3323900"/>
                  <a:pt x="592672" y="3310978"/>
                </a:cubicBezTo>
                <a:cubicBezTo>
                  <a:pt x="605351" y="3299735"/>
                  <a:pt x="594296" y="3237176"/>
                  <a:pt x="589270" y="3216655"/>
                </a:cubicBezTo>
                <a:cubicBezTo>
                  <a:pt x="566909" y="3160431"/>
                  <a:pt x="626099" y="3142203"/>
                  <a:pt x="609663" y="3096973"/>
                </a:cubicBezTo>
                <a:cubicBezTo>
                  <a:pt x="609191" y="3084373"/>
                  <a:pt x="615889" y="3033331"/>
                  <a:pt x="618886" y="3023628"/>
                </a:cubicBezTo>
                <a:lnTo>
                  <a:pt x="630425" y="2998646"/>
                </a:lnTo>
                <a:lnTo>
                  <a:pt x="640017" y="2995914"/>
                </a:lnTo>
                <a:lnTo>
                  <a:pt x="643600" y="2978244"/>
                </a:lnTo>
                <a:lnTo>
                  <a:pt x="659520" y="2950805"/>
                </a:lnTo>
                <a:cubicBezTo>
                  <a:pt x="620152" y="2937671"/>
                  <a:pt x="687598" y="2860550"/>
                  <a:pt x="650890" y="2864933"/>
                </a:cubicBezTo>
                <a:cubicBezTo>
                  <a:pt x="663707" y="2817056"/>
                  <a:pt x="662078" y="2779813"/>
                  <a:pt x="640210" y="2741864"/>
                </a:cubicBezTo>
                <a:cubicBezTo>
                  <a:pt x="634452" y="2649732"/>
                  <a:pt x="665268" y="2597914"/>
                  <a:pt x="639387" y="2510931"/>
                </a:cubicBezTo>
                <a:cubicBezTo>
                  <a:pt x="645574" y="2407642"/>
                  <a:pt x="671719" y="2317589"/>
                  <a:pt x="680438" y="2227415"/>
                </a:cubicBezTo>
                <a:cubicBezTo>
                  <a:pt x="664175" y="2189847"/>
                  <a:pt x="704423" y="2141655"/>
                  <a:pt x="688135" y="2054289"/>
                </a:cubicBezTo>
                <a:cubicBezTo>
                  <a:pt x="683239" y="2048201"/>
                  <a:pt x="684029" y="1979567"/>
                  <a:pt x="681480" y="1972202"/>
                </a:cubicBezTo>
                <a:lnTo>
                  <a:pt x="686247" y="1917474"/>
                </a:lnTo>
                <a:lnTo>
                  <a:pt x="679783" y="1862721"/>
                </a:lnTo>
                <a:cubicBezTo>
                  <a:pt x="683677" y="1851209"/>
                  <a:pt x="688980" y="1824057"/>
                  <a:pt x="686639" y="1818227"/>
                </a:cubicBezTo>
                <a:lnTo>
                  <a:pt x="658235" y="1742488"/>
                </a:lnTo>
                <a:cubicBezTo>
                  <a:pt x="645662" y="1715201"/>
                  <a:pt x="661423" y="1719638"/>
                  <a:pt x="636990" y="1638389"/>
                </a:cubicBezTo>
                <a:cubicBezTo>
                  <a:pt x="626351" y="1601441"/>
                  <a:pt x="629414" y="1617134"/>
                  <a:pt x="602059" y="1570807"/>
                </a:cubicBezTo>
                <a:lnTo>
                  <a:pt x="570903" y="1513173"/>
                </a:lnTo>
                <a:cubicBezTo>
                  <a:pt x="570781" y="1503175"/>
                  <a:pt x="550561" y="1468055"/>
                  <a:pt x="550438" y="1458058"/>
                </a:cubicBezTo>
                <a:cubicBezTo>
                  <a:pt x="556848" y="1428101"/>
                  <a:pt x="546263" y="1422712"/>
                  <a:pt x="531416" y="1385478"/>
                </a:cubicBezTo>
                <a:cubicBezTo>
                  <a:pt x="527790" y="1370753"/>
                  <a:pt x="490725" y="1304050"/>
                  <a:pt x="501981" y="1265452"/>
                </a:cubicBezTo>
                <a:cubicBezTo>
                  <a:pt x="501825" y="1234781"/>
                  <a:pt x="490462" y="1187660"/>
                  <a:pt x="487370" y="1141743"/>
                </a:cubicBezTo>
                <a:cubicBezTo>
                  <a:pt x="484278" y="1095826"/>
                  <a:pt x="483852" y="1028118"/>
                  <a:pt x="483427" y="989948"/>
                </a:cubicBezTo>
                <a:cubicBezTo>
                  <a:pt x="483001" y="951779"/>
                  <a:pt x="494678" y="945984"/>
                  <a:pt x="484820" y="912725"/>
                </a:cubicBezTo>
                <a:cubicBezTo>
                  <a:pt x="467566" y="854951"/>
                  <a:pt x="510777" y="860797"/>
                  <a:pt x="475093" y="812798"/>
                </a:cubicBezTo>
                <a:cubicBezTo>
                  <a:pt x="461960" y="787034"/>
                  <a:pt x="498505" y="551948"/>
                  <a:pt x="461972" y="450605"/>
                </a:cubicBezTo>
                <a:cubicBezTo>
                  <a:pt x="470167" y="357604"/>
                  <a:pt x="458694" y="431306"/>
                  <a:pt x="465015" y="372906"/>
                </a:cubicBezTo>
                <a:cubicBezTo>
                  <a:pt x="503427" y="364177"/>
                  <a:pt x="489736" y="290341"/>
                  <a:pt x="490377" y="246134"/>
                </a:cubicBezTo>
                <a:cubicBezTo>
                  <a:pt x="491019" y="201927"/>
                  <a:pt x="449725" y="138160"/>
                  <a:pt x="468864" y="107666"/>
                </a:cubicBezTo>
                <a:cubicBezTo>
                  <a:pt x="468282" y="89794"/>
                  <a:pt x="477749" y="76947"/>
                  <a:pt x="477167" y="59075"/>
                </a:cubicBezTo>
                <a:lnTo>
                  <a:pt x="472992" y="1456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5AE7FA7-7C1B-A81D-4EFE-16191CFE6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185" y="19594"/>
            <a:ext cx="6831188" cy="1124996"/>
          </a:xfrm>
        </p:spPr>
        <p:txBody>
          <a:bodyPr>
            <a:normAutofit/>
          </a:bodyPr>
          <a:lstStyle/>
          <a:p>
            <a:r>
              <a:rPr lang="en-AU"/>
              <a:t>Task details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8527AF7-A868-F5AB-CEE6-2E668EA73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0270" y="1054443"/>
            <a:ext cx="8484230" cy="580354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AU" sz="2400" b="1" dirty="0"/>
              <a:t>Due date: </a:t>
            </a:r>
            <a:br>
              <a:rPr lang="en-AU" sz="2400" b="1" dirty="0"/>
            </a:br>
            <a:r>
              <a:rPr lang="en-AU" sz="2400" dirty="0"/>
              <a:t>You must be prepared to present by </a:t>
            </a:r>
            <a:r>
              <a:rPr lang="en-AU" sz="2400" b="1" dirty="0">
                <a:solidFill>
                  <a:schemeClr val="accent1"/>
                </a:solidFill>
              </a:rPr>
              <a:t>Monday 26</a:t>
            </a:r>
            <a:r>
              <a:rPr lang="en-AU" sz="2400" b="1" baseline="30000" dirty="0">
                <a:solidFill>
                  <a:schemeClr val="accent1"/>
                </a:solidFill>
              </a:rPr>
              <a:t>th</a:t>
            </a:r>
            <a:r>
              <a:rPr lang="en-AU" sz="2400" b="1" dirty="0">
                <a:solidFill>
                  <a:schemeClr val="accent1"/>
                </a:solidFill>
              </a:rPr>
              <a:t> August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AU" sz="2400" b="1" dirty="0"/>
              <a:t>Duration:</a:t>
            </a:r>
            <a:br>
              <a:rPr lang="en-AU" sz="2400" b="1" dirty="0"/>
            </a:br>
            <a:r>
              <a:rPr lang="en-AU" sz="2400" dirty="0"/>
              <a:t>Your presentation must be between </a:t>
            </a:r>
            <a:r>
              <a:rPr lang="en-AU" sz="2400" b="1" dirty="0">
                <a:solidFill>
                  <a:schemeClr val="accent1"/>
                </a:solidFill>
              </a:rPr>
              <a:t>2-4 minutes</a:t>
            </a:r>
            <a:r>
              <a:rPr lang="en-AU" sz="2400" dirty="0"/>
              <a:t>.</a:t>
            </a:r>
            <a:br>
              <a:rPr lang="en-AU" sz="2400" dirty="0"/>
            </a:br>
            <a:r>
              <a:rPr lang="en-AU" sz="2400" dirty="0"/>
              <a:t>For paired presentations</a:t>
            </a:r>
            <a:r>
              <a:rPr lang="en-AU" sz="2400" dirty="0">
                <a:solidFill>
                  <a:srgbClr val="C00000"/>
                </a:solidFill>
              </a:rPr>
              <a:t>*</a:t>
            </a:r>
            <a:r>
              <a:rPr lang="en-AU" sz="2400" dirty="0"/>
              <a:t> between </a:t>
            </a:r>
            <a:r>
              <a:rPr lang="en-AU" sz="2400" b="1" dirty="0">
                <a:solidFill>
                  <a:schemeClr val="accent1"/>
                </a:solidFill>
              </a:rPr>
              <a:t>4-5 minutes</a:t>
            </a:r>
            <a:r>
              <a:rPr lang="en-AU" sz="2400" dirty="0"/>
              <a:t>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AU" sz="2400" b="1" dirty="0"/>
              <a:t>Your presentation must demonstrate:</a:t>
            </a:r>
          </a:p>
          <a:p>
            <a:pPr marL="715645" indent="-404495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lang="en-AU" sz="2400" dirty="0">
                <a:solidFill>
                  <a:schemeClr val="accent1"/>
                </a:solidFill>
              </a:rPr>
              <a:t>How well you have read the task instructions</a:t>
            </a:r>
          </a:p>
          <a:p>
            <a:pPr marL="715645" indent="-404495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lang="en-AU" sz="2400" dirty="0">
                <a:solidFill>
                  <a:schemeClr val="accent1"/>
                </a:solidFill>
              </a:rPr>
              <a:t>How much you understand of the novel</a:t>
            </a:r>
          </a:p>
          <a:p>
            <a:pPr marL="715645" indent="-404495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lang="en-AU" sz="2400" dirty="0">
                <a:solidFill>
                  <a:schemeClr val="accent1"/>
                </a:solidFill>
              </a:rPr>
              <a:t>Evidence of planning, rehearsal and a good </a:t>
            </a:r>
            <a:br>
              <a:rPr lang="en-AU" sz="2400" dirty="0"/>
            </a:br>
            <a:r>
              <a:rPr lang="en-AU" sz="2400" dirty="0">
                <a:solidFill>
                  <a:schemeClr val="accent1"/>
                </a:solidFill>
              </a:rPr>
              <a:t>use of time</a:t>
            </a:r>
          </a:p>
          <a:p>
            <a:pPr marL="715645" indent="-404495">
              <a:spcBef>
                <a:spcPts val="0"/>
              </a:spcBef>
              <a:spcAft>
                <a:spcPts val="1800"/>
              </a:spcAft>
            </a:pPr>
            <a:r>
              <a:rPr lang="en-AU" sz="2400" dirty="0">
                <a:solidFill>
                  <a:schemeClr val="accent1"/>
                </a:solidFill>
              </a:rPr>
              <a:t>Clear and confident speaking skills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AU" sz="1800" dirty="0">
                <a:solidFill>
                  <a:srgbClr val="C00000"/>
                </a:solidFill>
              </a:rPr>
              <a:t>* Not all options can be completed in pairs. </a:t>
            </a:r>
          </a:p>
        </p:txBody>
      </p:sp>
    </p:spTree>
    <p:extLst>
      <p:ext uri="{BB962C8B-B14F-4D97-AF65-F5344CB8AC3E}">
        <p14:creationId xmlns:p14="http://schemas.microsoft.com/office/powerpoint/2010/main" val="21601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89EA2B-146F-48AC-2369-ACB2BFBCE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982881"/>
          </a:xfrm>
        </p:spPr>
        <p:txBody>
          <a:bodyPr anchor="b">
            <a:normAutofit/>
          </a:bodyPr>
          <a:lstStyle/>
          <a:p>
            <a:r>
              <a:rPr lang="en-AU" sz="5400">
                <a:solidFill>
                  <a:schemeClr val="accent1"/>
                </a:solidFill>
              </a:rPr>
              <a:t>Choose an option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2719695-EADA-D4FF-5927-11322EE6BE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4" r="3666"/>
          <a:stretch/>
        </p:blipFill>
        <p:spPr bwMode="auto">
          <a:xfrm>
            <a:off x="1" y="10"/>
            <a:ext cx="4196496" cy="6857990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5CDC31-FB48-AE1D-9208-0ED64BFAEF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3734" y="1674564"/>
            <a:ext cx="6798539" cy="4440483"/>
          </a:xfrm>
        </p:spPr>
        <p:txBody>
          <a:bodyPr anchor="ctr">
            <a:normAutofit lnSpcReduction="10000"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AU">
                <a:solidFill>
                  <a:schemeClr val="accent2">
                    <a:lumMod val="75000"/>
                  </a:schemeClr>
                </a:solidFill>
              </a:rPr>
              <a:t>You must choose between one of the following options:</a:t>
            </a:r>
          </a:p>
          <a:p>
            <a:pPr marL="514350" indent="-514350">
              <a:buAutoNum type="arabicPeriod"/>
            </a:pPr>
            <a:r>
              <a:rPr lang="en-AU"/>
              <a:t>Perform a speech</a:t>
            </a:r>
          </a:p>
          <a:p>
            <a:pPr marL="514350" indent="-514350">
              <a:buAutoNum type="arabicPeriod"/>
            </a:pPr>
            <a:r>
              <a:rPr lang="en-AU"/>
              <a:t>Write and act out a scene</a:t>
            </a:r>
          </a:p>
          <a:p>
            <a:pPr marL="514350" indent="-514350">
              <a:buAutoNum type="arabicPeriod"/>
            </a:pPr>
            <a:r>
              <a:rPr lang="en-AU"/>
              <a:t>Monologue from Subhi's Maa's perspective</a:t>
            </a:r>
          </a:p>
          <a:p>
            <a:pPr marL="514350" indent="-514350">
              <a:buAutoNum type="arabicPeriod"/>
            </a:pPr>
            <a:r>
              <a:rPr lang="en-AU"/>
              <a:t>Make a BTN video</a:t>
            </a:r>
          </a:p>
          <a:p>
            <a:pPr marL="514350" indent="-514350">
              <a:buAutoNum type="arabicPeriod"/>
            </a:pPr>
            <a:r>
              <a:rPr lang="en-AU"/>
              <a:t>Create and conduct a whoosh</a:t>
            </a:r>
          </a:p>
          <a:p>
            <a:pPr marL="514350" indent="-514350">
              <a:buAutoNum type="arabicPeriod"/>
            </a:pPr>
            <a:r>
              <a:rPr lang="en-AU"/>
              <a:t>Write and present a character interview</a:t>
            </a:r>
          </a:p>
        </p:txBody>
      </p:sp>
    </p:spTree>
    <p:extLst>
      <p:ext uri="{BB962C8B-B14F-4D97-AF65-F5344CB8AC3E}">
        <p14:creationId xmlns:p14="http://schemas.microsoft.com/office/powerpoint/2010/main" val="4233668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9" name="Rectangle 3078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A23FD6-6E95-8AB3-3D74-5C2D29ABD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 fontScale="90000"/>
          </a:bodyPr>
          <a:lstStyle/>
          <a:p>
            <a:r>
              <a:rPr lang="en-AU" sz="4600"/>
              <a:t>Option 1</a:t>
            </a:r>
            <a:br>
              <a:rPr lang="en-AU" sz="4600"/>
            </a:br>
            <a:r>
              <a:rPr lang="en-AU" sz="4600" b="1"/>
              <a:t>Perform a speech</a:t>
            </a:r>
          </a:p>
        </p:txBody>
      </p:sp>
      <p:sp>
        <p:nvSpPr>
          <p:cNvPr id="3081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61574-ABA2-F58D-25CA-0C5223AFA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368602" cy="3659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Imagine you are a Rohingya refugee now living in Australia.</a:t>
            </a:r>
          </a:p>
          <a:p>
            <a:pPr marL="0" indent="0">
              <a:buNone/>
            </a:pPr>
            <a:r>
              <a:rPr lang="en-AU" sz="2400" dirty="0"/>
              <a:t>You are very concerned about the plight of women at the heart of the Rohingya refugee crisis</a:t>
            </a:r>
          </a:p>
          <a:p>
            <a:pPr marL="0" indent="0">
              <a:buNone/>
            </a:pPr>
            <a:r>
              <a:rPr lang="en-AU" sz="2400" dirty="0">
                <a:solidFill>
                  <a:schemeClr val="accent1"/>
                </a:solidFill>
              </a:rPr>
              <a:t>Prepare a speech in support of women's education and freedom to the United Nations. </a:t>
            </a:r>
          </a:p>
          <a:p>
            <a:pPr marL="0" indent="0">
              <a:spcBef>
                <a:spcPts val="1800"/>
              </a:spcBef>
              <a:buNone/>
            </a:pPr>
            <a:r>
              <a:rPr lang="en-AU" sz="1600" dirty="0">
                <a:solidFill>
                  <a:srgbClr val="C00000"/>
                </a:solidFill>
              </a:rPr>
              <a:t>* Individual task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B2AE5E7-7095-576D-CFFC-FBF74519E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15" r="25373"/>
          <a:stretch/>
        </p:blipFill>
        <p:spPr bwMode="auto"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71578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03" name="Rectangle 4102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A23FD6-6E95-8AB3-3D74-5C2D29ABD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AU" sz="5400"/>
              <a:t>Option 2 – </a:t>
            </a:r>
            <a:r>
              <a:rPr lang="en-AU" sz="5400" b="1"/>
              <a:t>Write and perform a scene</a:t>
            </a:r>
          </a:p>
        </p:txBody>
      </p:sp>
      <p:sp>
        <p:nvSpPr>
          <p:cNvPr id="4105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61574-ABA2-F58D-25CA-0C5223AFA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AU" sz="2400" dirty="0"/>
              <a:t>Act out a scene between two of the characters from the text.</a:t>
            </a:r>
          </a:p>
          <a:p>
            <a:pPr marL="0" indent="0">
              <a:buNone/>
            </a:pPr>
            <a:r>
              <a:rPr lang="en-AU" sz="2400" i="1" dirty="0">
                <a:solidFill>
                  <a:schemeClr val="accent1"/>
                </a:solidFill>
              </a:rPr>
              <a:t>The scene is late at night. While the others are sleeping, the characters have a meaningful discussion.</a:t>
            </a:r>
          </a:p>
          <a:p>
            <a:pPr marL="0" indent="0">
              <a:buNone/>
            </a:pPr>
            <a:r>
              <a:rPr lang="en-AU" sz="2400" b="1" dirty="0"/>
              <a:t>Possible topics </a:t>
            </a:r>
            <a:r>
              <a:rPr lang="en-AU" sz="2400" dirty="0"/>
              <a:t>can include the future, how things will change, safety, memories, relatives, education, immigration, or anything that is relative to your chosen characters.</a:t>
            </a:r>
          </a:p>
          <a:p>
            <a:pPr marL="0" indent="0">
              <a:spcBef>
                <a:spcPts val="1800"/>
              </a:spcBef>
              <a:buNone/>
            </a:pPr>
            <a:r>
              <a:rPr lang="en-AU" sz="2000" dirty="0">
                <a:solidFill>
                  <a:srgbClr val="C00000"/>
                </a:solidFill>
              </a:rPr>
              <a:t>* With a partner</a:t>
            </a:r>
          </a:p>
          <a:p>
            <a:pPr marL="0" indent="0">
              <a:buNone/>
            </a:pPr>
            <a:endParaRPr lang="en-AU" sz="2400" dirty="0"/>
          </a:p>
        </p:txBody>
      </p:sp>
      <p:pic>
        <p:nvPicPr>
          <p:cNvPr id="4098" name="Picture 2" descr="Review: The Bone Sparrow – Always Time For Theatre">
            <a:extLst>
              <a:ext uri="{FF2B5EF4-FFF2-40B4-BE49-F238E27FC236}">
                <a16:creationId xmlns:a16="http://schemas.microsoft.com/office/drawing/2014/main" id="{BCC3A063-4AF1-D43B-D582-AA44E13F75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797" b="2"/>
          <a:stretch/>
        </p:blipFill>
        <p:spPr bwMode="auto">
          <a:xfrm>
            <a:off x="7675658" y="2093976"/>
            <a:ext cx="3941064" cy="4096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250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1" name="Rectangle 1050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053" name="Arc 1052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AA0337-F9F8-A1FF-C121-7E0724E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0563" y="479493"/>
            <a:ext cx="6297780" cy="1325563"/>
          </a:xfrm>
        </p:spPr>
        <p:txBody>
          <a:bodyPr>
            <a:normAutofit/>
          </a:bodyPr>
          <a:lstStyle/>
          <a:p>
            <a:r>
              <a:rPr lang="en-US" sz="3200" b="1"/>
              <a:t>Option 3  </a:t>
            </a:r>
            <a:r>
              <a:rPr lang="en-US" sz="3200"/>
              <a:t>- Write a monologue from the perspective of Subhi's Maa</a:t>
            </a:r>
          </a:p>
        </p:txBody>
      </p:sp>
      <p:sp>
        <p:nvSpPr>
          <p:cNvPr id="1055" name="Freeform: Shape 1054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26" name="Picture 2" descr="The Bone Sparrow' Knowledge Organiser, Year 7">
            <a:extLst>
              <a:ext uri="{FF2B5EF4-FFF2-40B4-BE49-F238E27FC236}">
                <a16:creationId xmlns:a16="http://schemas.microsoft.com/office/drawing/2014/main" id="{9560571E-4D81-3BE0-B147-E31788163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3182" y="370115"/>
            <a:ext cx="4777381" cy="5165214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393D2E-AB7E-0A9C-AC3E-871F23C90F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3200" y="1943254"/>
            <a:ext cx="5458838" cy="4192520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r>
              <a:rPr lang="en-US" dirty="0"/>
              <a:t>As Subhi’s Maa, describe how you feel having lost your past life; career, family, house and freedom. What does this mean to you? </a:t>
            </a:r>
          </a:p>
          <a:p>
            <a:r>
              <a:rPr lang="en-US" dirty="0"/>
              <a:t>How does it make you feel? Are there any positives? </a:t>
            </a:r>
          </a:p>
          <a:p>
            <a:r>
              <a:rPr lang="en-US" dirty="0"/>
              <a:t>What are your hopes for Queeny and Subhi? What kind of life do you want them to have?</a:t>
            </a:r>
          </a:p>
          <a:p>
            <a:pPr marL="0" indent="0">
              <a:spcBef>
                <a:spcPts val="1800"/>
              </a:spcBef>
              <a:buNone/>
            </a:pPr>
            <a:r>
              <a:rPr lang="en-AU" sz="2400" dirty="0">
                <a:solidFill>
                  <a:srgbClr val="C00000"/>
                </a:solidFill>
              </a:rPr>
              <a:t>* Individual task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36305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7" name="Rectangle 5126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29" name="Rectangle 5128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A41097-0CB7-6B3C-2F2B-06D14259B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534" y="380206"/>
            <a:ext cx="4766330" cy="832145"/>
          </a:xfrm>
        </p:spPr>
        <p:txBody>
          <a:bodyPr>
            <a:noAutofit/>
          </a:bodyPr>
          <a:lstStyle/>
          <a:p>
            <a:r>
              <a:rPr lang="en-AU" sz="5400">
                <a:solidFill>
                  <a:schemeClr val="tx2"/>
                </a:solidFill>
              </a:rPr>
              <a:t>Option 4 - </a:t>
            </a:r>
            <a:r>
              <a:rPr lang="en-AU" sz="5400" b="1">
                <a:solidFill>
                  <a:schemeClr val="tx2"/>
                </a:solidFill>
              </a:rPr>
              <a:t>BTN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9C3C5-FD81-B1AD-12DC-7B2DABAD0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534" y="1592557"/>
            <a:ext cx="7552017" cy="4885236"/>
          </a:xfrm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en-AU" sz="2200" dirty="0"/>
              <a:t>Having one’s voice and opinion heard is a basic human right. Desperation has driven some, like the men in Alpha, to stitch their lips together in order to stage a protest (p 142). </a:t>
            </a:r>
          </a:p>
          <a:p>
            <a:pPr marL="0" indent="0">
              <a:buNone/>
            </a:pPr>
            <a:r>
              <a:rPr lang="en-AU" sz="2200" dirty="0">
                <a:solidFill>
                  <a:schemeClr val="accent1"/>
                </a:solidFill>
              </a:rPr>
              <a:t>Unfortunately, media coverage often presents such situations in an unfair way.</a:t>
            </a:r>
          </a:p>
          <a:p>
            <a:pPr marL="0" indent="0">
              <a:buNone/>
            </a:pPr>
            <a:r>
              <a:rPr lang="en-AU" sz="2200" dirty="0">
                <a:solidFill>
                  <a:schemeClr val="accent2">
                    <a:lumMod val="75000"/>
                  </a:schemeClr>
                </a:solidFill>
              </a:rPr>
              <a:t>Present a video article (like one you might see on </a:t>
            </a:r>
            <a:r>
              <a:rPr lang="en-AU" sz="2200" i="1" dirty="0">
                <a:solidFill>
                  <a:schemeClr val="accent2">
                    <a:lumMod val="75000"/>
                  </a:schemeClr>
                </a:solidFill>
              </a:rPr>
              <a:t>Behind the News</a:t>
            </a:r>
            <a:r>
              <a:rPr lang="en-AU" sz="2200" dirty="0">
                <a:solidFill>
                  <a:schemeClr val="accent2">
                    <a:lumMod val="75000"/>
                  </a:schemeClr>
                </a:solidFill>
              </a:rPr>
              <a:t>) about the six men who chose to do what they did. </a:t>
            </a:r>
          </a:p>
          <a:p>
            <a:pPr marL="0" indent="0">
              <a:buNone/>
            </a:pPr>
            <a:r>
              <a:rPr lang="en-AU" sz="2200" dirty="0">
                <a:solidFill>
                  <a:schemeClr val="tx2"/>
                </a:solidFill>
              </a:rPr>
              <a:t>Think about the point of view you will take – will your article include why they felt they had to what they did? Will it explain that the men felt they could not speak to anyone? Will it be </a:t>
            </a:r>
            <a:r>
              <a:rPr lang="en-AU" sz="2200">
                <a:solidFill>
                  <a:schemeClr val="tx2"/>
                </a:solidFill>
              </a:rPr>
              <a:t>sympathetic</a:t>
            </a:r>
            <a:r>
              <a:rPr lang="en-AU" sz="2200" dirty="0">
                <a:solidFill>
                  <a:schemeClr val="tx2"/>
                </a:solidFill>
              </a:rPr>
              <a:t> towards the asylum seekers? </a:t>
            </a:r>
          </a:p>
          <a:p>
            <a:pPr marL="0" indent="0">
              <a:spcBef>
                <a:spcPts val="1800"/>
              </a:spcBef>
              <a:buNone/>
            </a:pPr>
            <a:r>
              <a:rPr lang="en-AU" sz="2000" dirty="0">
                <a:solidFill>
                  <a:srgbClr val="C00000"/>
                </a:solidFill>
              </a:rPr>
              <a:t>* With a partner</a:t>
            </a:r>
            <a:endParaRPr lang="en-AU" sz="2000" dirty="0">
              <a:solidFill>
                <a:schemeClr val="tx2"/>
              </a:solidFill>
            </a:endParaRPr>
          </a:p>
        </p:txBody>
      </p:sp>
      <p:grpSp>
        <p:nvGrpSpPr>
          <p:cNvPr id="5131" name="Group 5130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5132" name="Freeform: Shape 5131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33" name="Freeform: Shape 5132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34" name="Freeform: Shape 5133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35" name="Freeform: Shape 5134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122" name="Picture 2" descr="Behind the News - YouTube">
            <a:extLst>
              <a:ext uri="{FF2B5EF4-FFF2-40B4-BE49-F238E27FC236}">
                <a16:creationId xmlns:a16="http://schemas.microsoft.com/office/drawing/2014/main" id="{B2018EEF-9041-7F19-1E07-DAC505EDB7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70392" y="1963430"/>
            <a:ext cx="4142232" cy="4142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0865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1" name="Rectangle 6150">
            <a:extLst>
              <a:ext uri="{FF2B5EF4-FFF2-40B4-BE49-F238E27FC236}">
                <a16:creationId xmlns:a16="http://schemas.microsoft.com/office/drawing/2014/main" id="{3BA513B0-82FF-4F41-8178-885375D1C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46" name="Picture 2" descr="Review: The Bone Sparrow – Always Time For Theatre">
            <a:extLst>
              <a:ext uri="{FF2B5EF4-FFF2-40B4-BE49-F238E27FC236}">
                <a16:creationId xmlns:a16="http://schemas.microsoft.com/office/drawing/2014/main" id="{6D9F344A-484B-5833-9B64-020488E686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487" r="-1" b="10662"/>
          <a:stretch/>
        </p:blipFill>
        <p:spPr bwMode="auto">
          <a:xfrm>
            <a:off x="-1" y="10"/>
            <a:ext cx="12228129" cy="4666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153" name="Group 6152">
            <a:extLst>
              <a:ext uri="{FF2B5EF4-FFF2-40B4-BE49-F238E27FC236}">
                <a16:creationId xmlns:a16="http://schemas.microsoft.com/office/drawing/2014/main" id="{93DB8501-F9F2-4ACD-B56A-9019CD5006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2987478"/>
            <a:ext cx="12228128" cy="1828800"/>
            <a:chOff x="-305" y="2987478"/>
            <a:chExt cx="12188952" cy="1828800"/>
          </a:xfrm>
        </p:grpSpPr>
        <p:sp>
          <p:nvSpPr>
            <p:cNvPr id="6154" name="Freeform: Shape 6153">
              <a:extLst>
                <a:ext uri="{FF2B5EF4-FFF2-40B4-BE49-F238E27FC236}">
                  <a16:creationId xmlns:a16="http://schemas.microsoft.com/office/drawing/2014/main" id="{DD03A94A-ADF5-4334-86B1-DBA5F70ACD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2987478"/>
              <a:ext cx="12188952" cy="1099712"/>
            </a:xfrm>
            <a:custGeom>
              <a:avLst/>
              <a:gdLst>
                <a:gd name="connsiteX0" fmla="*/ 9182100 w 9182100"/>
                <a:gd name="connsiteY0" fmla="*/ 396420 h 932744"/>
                <a:gd name="connsiteX1" fmla="*/ 9103805 w 9182100"/>
                <a:gd name="connsiteY1" fmla="*/ 392229 h 932744"/>
                <a:gd name="connsiteX2" fmla="*/ 8712422 w 9182100"/>
                <a:gd name="connsiteY2" fmla="*/ 359749 h 932744"/>
                <a:gd name="connsiteX3" fmla="*/ 8322755 w 9182100"/>
                <a:gd name="connsiteY3" fmla="*/ 313362 h 932744"/>
                <a:gd name="connsiteX4" fmla="*/ 8134826 w 9182100"/>
                <a:gd name="connsiteY4" fmla="*/ 283930 h 932744"/>
                <a:gd name="connsiteX5" fmla="*/ 8090916 w 9182100"/>
                <a:gd name="connsiteY5" fmla="*/ 275643 h 932744"/>
                <a:gd name="connsiteX6" fmla="*/ 8069485 w 9182100"/>
                <a:gd name="connsiteY6" fmla="*/ 271262 h 932744"/>
                <a:gd name="connsiteX7" fmla="*/ 8041862 w 9182100"/>
                <a:gd name="connsiteY7" fmla="*/ 266595 h 932744"/>
                <a:gd name="connsiteX8" fmla="*/ 7986903 w 9182100"/>
                <a:gd name="connsiteY8" fmla="*/ 257546 h 932744"/>
                <a:gd name="connsiteX9" fmla="*/ 7934230 w 9182100"/>
                <a:gd name="connsiteY9" fmla="*/ 249640 h 932744"/>
                <a:gd name="connsiteX10" fmla="*/ 7727537 w 9182100"/>
                <a:gd name="connsiteY10" fmla="*/ 221922 h 932744"/>
                <a:gd name="connsiteX11" fmla="*/ 7625239 w 9182100"/>
                <a:gd name="connsiteY11" fmla="*/ 209730 h 932744"/>
                <a:gd name="connsiteX12" fmla="*/ 7523227 w 9182100"/>
                <a:gd name="connsiteY12" fmla="*/ 198110 h 932744"/>
                <a:gd name="connsiteX13" fmla="*/ 7115651 w 9182100"/>
                <a:gd name="connsiteY13" fmla="*/ 158010 h 932744"/>
                <a:gd name="connsiteX14" fmla="*/ 6706839 w 9182100"/>
                <a:gd name="connsiteY14" fmla="*/ 126958 h 932744"/>
                <a:gd name="connsiteX15" fmla="*/ 6604064 w 9182100"/>
                <a:gd name="connsiteY15" fmla="*/ 120862 h 932744"/>
                <a:gd name="connsiteX16" fmla="*/ 6501003 w 9182100"/>
                <a:gd name="connsiteY16" fmla="*/ 115338 h 932744"/>
                <a:gd name="connsiteX17" fmla="*/ 6397467 w 9182100"/>
                <a:gd name="connsiteY17" fmla="*/ 110385 h 932744"/>
                <a:gd name="connsiteX18" fmla="*/ 6293168 w 9182100"/>
                <a:gd name="connsiteY18" fmla="*/ 106860 h 932744"/>
                <a:gd name="connsiteX19" fmla="*/ 6079712 w 9182100"/>
                <a:gd name="connsiteY19" fmla="*/ 103908 h 932744"/>
                <a:gd name="connsiteX20" fmla="*/ 6024563 w 9182100"/>
                <a:gd name="connsiteY20" fmla="*/ 104479 h 932744"/>
                <a:gd name="connsiteX21" fmla="*/ 5968080 w 9182100"/>
                <a:gd name="connsiteY21" fmla="*/ 106479 h 932744"/>
                <a:gd name="connsiteX22" fmla="*/ 5855875 w 9182100"/>
                <a:gd name="connsiteY22" fmla="*/ 113242 h 932744"/>
                <a:gd name="connsiteX23" fmla="*/ 5439251 w 9182100"/>
                <a:gd name="connsiteY23" fmla="*/ 160105 h 932744"/>
                <a:gd name="connsiteX24" fmla="*/ 5075396 w 9182100"/>
                <a:gd name="connsiteY24" fmla="*/ 186585 h 932744"/>
                <a:gd name="connsiteX25" fmla="*/ 4712780 w 9182100"/>
                <a:gd name="connsiteY25" fmla="*/ 171249 h 932744"/>
                <a:gd name="connsiteX26" fmla="*/ 4666679 w 9182100"/>
                <a:gd name="connsiteY26" fmla="*/ 166773 h 932744"/>
                <a:gd name="connsiteX27" fmla="*/ 4620292 w 9182100"/>
                <a:gd name="connsiteY27" fmla="*/ 161629 h 932744"/>
                <a:gd name="connsiteX28" fmla="*/ 4573810 w 9182100"/>
                <a:gd name="connsiteY28" fmla="*/ 156009 h 932744"/>
                <a:gd name="connsiteX29" fmla="*/ 4550569 w 9182100"/>
                <a:gd name="connsiteY29" fmla="*/ 153057 h 932744"/>
                <a:gd name="connsiteX30" fmla="*/ 4538948 w 9182100"/>
                <a:gd name="connsiteY30" fmla="*/ 151628 h 932744"/>
                <a:gd name="connsiteX31" fmla="*/ 4526566 w 9182100"/>
                <a:gd name="connsiteY31" fmla="*/ 149913 h 932744"/>
                <a:gd name="connsiteX32" fmla="*/ 4327779 w 9182100"/>
                <a:gd name="connsiteY32" fmla="*/ 122862 h 932744"/>
                <a:gd name="connsiteX33" fmla="*/ 3929729 w 9182100"/>
                <a:gd name="connsiteY33" fmla="*/ 68189 h 932744"/>
                <a:gd name="connsiteX34" fmla="*/ 3729133 w 9182100"/>
                <a:gd name="connsiteY34" fmla="*/ 41900 h 932744"/>
                <a:gd name="connsiteX35" fmla="*/ 3628930 w 9182100"/>
                <a:gd name="connsiteY35" fmla="*/ 28946 h 932744"/>
                <a:gd name="connsiteX36" fmla="*/ 3573399 w 9182100"/>
                <a:gd name="connsiteY36" fmla="*/ 22278 h 932744"/>
                <a:gd name="connsiteX37" fmla="*/ 3516916 w 9182100"/>
                <a:gd name="connsiteY37" fmla="*/ 16468 h 932744"/>
                <a:gd name="connsiteX38" fmla="*/ 3074670 w 9182100"/>
                <a:gd name="connsiteY38" fmla="*/ 752 h 932744"/>
                <a:gd name="connsiteX39" fmla="*/ 2858738 w 9182100"/>
                <a:gd name="connsiteY39" fmla="*/ 8753 h 932744"/>
                <a:gd name="connsiteX40" fmla="*/ 2645474 w 9182100"/>
                <a:gd name="connsiteY40" fmla="*/ 25326 h 932744"/>
                <a:gd name="connsiteX41" fmla="*/ 1810798 w 9182100"/>
                <a:gd name="connsiteY41" fmla="*/ 158010 h 932744"/>
                <a:gd name="connsiteX42" fmla="*/ 1602772 w 9182100"/>
                <a:gd name="connsiteY42" fmla="*/ 208111 h 932744"/>
                <a:gd name="connsiteX43" fmla="*/ 1548860 w 9182100"/>
                <a:gd name="connsiteY43" fmla="*/ 222780 h 932744"/>
                <a:gd name="connsiteX44" fmla="*/ 1501331 w 9182100"/>
                <a:gd name="connsiteY44" fmla="*/ 236115 h 932744"/>
                <a:gd name="connsiteX45" fmla="*/ 1411224 w 9182100"/>
                <a:gd name="connsiteY45" fmla="*/ 260880 h 932744"/>
                <a:gd name="connsiteX46" fmla="*/ 1050893 w 9182100"/>
                <a:gd name="connsiteY46" fmla="*/ 338032 h 932744"/>
                <a:gd name="connsiteX47" fmla="*/ 871252 w 9182100"/>
                <a:gd name="connsiteY47" fmla="*/ 360511 h 932744"/>
                <a:gd name="connsiteX48" fmla="*/ 781812 w 9182100"/>
                <a:gd name="connsiteY48" fmla="*/ 366512 h 932744"/>
                <a:gd name="connsiteX49" fmla="*/ 692563 w 9182100"/>
                <a:gd name="connsiteY49" fmla="*/ 369655 h 932744"/>
                <a:gd name="connsiteX50" fmla="*/ 515017 w 9182100"/>
                <a:gd name="connsiteY50" fmla="*/ 363940 h 932744"/>
                <a:gd name="connsiteX51" fmla="*/ 337661 w 9182100"/>
                <a:gd name="connsiteY51" fmla="*/ 341937 h 932744"/>
                <a:gd name="connsiteX52" fmla="*/ 156972 w 9182100"/>
                <a:gd name="connsiteY52" fmla="*/ 303456 h 932744"/>
                <a:gd name="connsiteX53" fmla="*/ 0 w 9182100"/>
                <a:gd name="connsiteY53" fmla="*/ 261642 h 932744"/>
                <a:gd name="connsiteX54" fmla="*/ 0 w 9182100"/>
                <a:gd name="connsiteY54" fmla="*/ 713412 h 932744"/>
                <a:gd name="connsiteX55" fmla="*/ 9144 w 9182100"/>
                <a:gd name="connsiteY55" fmla="*/ 717699 h 932744"/>
                <a:gd name="connsiteX56" fmla="*/ 213360 w 9182100"/>
                <a:gd name="connsiteY56" fmla="*/ 801042 h 932744"/>
                <a:gd name="connsiteX57" fmla="*/ 653510 w 9182100"/>
                <a:gd name="connsiteY57" fmla="*/ 908199 h 932744"/>
                <a:gd name="connsiteX58" fmla="*/ 1101947 w 9182100"/>
                <a:gd name="connsiteY58" fmla="*/ 930773 h 932744"/>
                <a:gd name="connsiteX59" fmla="*/ 1540002 w 9182100"/>
                <a:gd name="connsiteY59" fmla="*/ 889434 h 932744"/>
                <a:gd name="connsiteX60" fmla="*/ 1647158 w 9182100"/>
                <a:gd name="connsiteY60" fmla="*/ 871242 h 932744"/>
                <a:gd name="connsiteX61" fmla="*/ 1698117 w 9182100"/>
                <a:gd name="connsiteY61" fmla="*/ 862193 h 932744"/>
                <a:gd name="connsiteX62" fmla="*/ 1742789 w 9182100"/>
                <a:gd name="connsiteY62" fmla="*/ 854668 h 932744"/>
                <a:gd name="connsiteX63" fmla="*/ 1931003 w 9182100"/>
                <a:gd name="connsiteY63" fmla="*/ 826950 h 932744"/>
                <a:gd name="connsiteX64" fmla="*/ 2314861 w 9182100"/>
                <a:gd name="connsiteY64" fmla="*/ 783897 h 932744"/>
                <a:gd name="connsiteX65" fmla="*/ 2506885 w 9182100"/>
                <a:gd name="connsiteY65" fmla="*/ 768086 h 932744"/>
                <a:gd name="connsiteX66" fmla="*/ 2602611 w 9182100"/>
                <a:gd name="connsiteY66" fmla="*/ 762085 h 932744"/>
                <a:gd name="connsiteX67" fmla="*/ 2698052 w 9182100"/>
                <a:gd name="connsiteY67" fmla="*/ 756846 h 932744"/>
                <a:gd name="connsiteX68" fmla="*/ 2887980 w 9182100"/>
                <a:gd name="connsiteY68" fmla="*/ 750846 h 932744"/>
                <a:gd name="connsiteX69" fmla="*/ 3075813 w 9182100"/>
                <a:gd name="connsiteY69" fmla="*/ 750179 h 932744"/>
                <a:gd name="connsiteX70" fmla="*/ 3168587 w 9182100"/>
                <a:gd name="connsiteY70" fmla="*/ 752751 h 932744"/>
                <a:gd name="connsiteX71" fmla="*/ 3260408 w 9182100"/>
                <a:gd name="connsiteY71" fmla="*/ 756656 h 932744"/>
                <a:gd name="connsiteX72" fmla="*/ 3440049 w 9182100"/>
                <a:gd name="connsiteY72" fmla="*/ 771610 h 932744"/>
                <a:gd name="connsiteX73" fmla="*/ 3483864 w 9182100"/>
                <a:gd name="connsiteY73" fmla="*/ 776849 h 932744"/>
                <a:gd name="connsiteX74" fmla="*/ 3528536 w 9182100"/>
                <a:gd name="connsiteY74" fmla="*/ 782469 h 932744"/>
                <a:gd name="connsiteX75" fmla="*/ 3628549 w 9182100"/>
                <a:gd name="connsiteY75" fmla="*/ 796089 h 932744"/>
                <a:gd name="connsiteX76" fmla="*/ 3828574 w 9182100"/>
                <a:gd name="connsiteY76" fmla="*/ 823140 h 932744"/>
                <a:gd name="connsiteX77" fmla="*/ 4231196 w 9182100"/>
                <a:gd name="connsiteY77" fmla="*/ 874099 h 932744"/>
                <a:gd name="connsiteX78" fmla="*/ 4433126 w 9182100"/>
                <a:gd name="connsiteY78" fmla="*/ 897435 h 932744"/>
                <a:gd name="connsiteX79" fmla="*/ 4485990 w 9182100"/>
                <a:gd name="connsiteY79" fmla="*/ 903246 h 932744"/>
                <a:gd name="connsiteX80" fmla="*/ 4539806 w 9182100"/>
                <a:gd name="connsiteY80" fmla="*/ 908961 h 932744"/>
                <a:gd name="connsiteX81" fmla="*/ 4593908 w 9182100"/>
                <a:gd name="connsiteY81" fmla="*/ 914199 h 932744"/>
                <a:gd name="connsiteX82" fmla="*/ 4648296 w 9182100"/>
                <a:gd name="connsiteY82" fmla="*/ 918771 h 932744"/>
                <a:gd name="connsiteX83" fmla="*/ 5092446 w 9182100"/>
                <a:gd name="connsiteY83" fmla="*/ 931154 h 932744"/>
                <a:gd name="connsiteX84" fmla="*/ 5533168 w 9182100"/>
                <a:gd name="connsiteY84" fmla="*/ 891816 h 932744"/>
                <a:gd name="connsiteX85" fmla="*/ 5918169 w 9182100"/>
                <a:gd name="connsiteY85" fmla="*/ 840666 h 932744"/>
                <a:gd name="connsiteX86" fmla="*/ 6007323 w 9182100"/>
                <a:gd name="connsiteY86" fmla="*/ 833237 h 932744"/>
                <a:gd name="connsiteX87" fmla="*/ 6051709 w 9182100"/>
                <a:gd name="connsiteY87" fmla="*/ 830570 h 932744"/>
                <a:gd name="connsiteX88" fmla="*/ 6097429 w 9182100"/>
                <a:gd name="connsiteY88" fmla="*/ 828379 h 932744"/>
                <a:gd name="connsiteX89" fmla="*/ 6287834 w 9182100"/>
                <a:gd name="connsiteY89" fmla="*/ 822569 h 932744"/>
                <a:gd name="connsiteX90" fmla="*/ 6681597 w 9182100"/>
                <a:gd name="connsiteY90" fmla="*/ 821235 h 932744"/>
                <a:gd name="connsiteX91" fmla="*/ 7079647 w 9182100"/>
                <a:gd name="connsiteY91" fmla="*/ 826569 h 932744"/>
                <a:gd name="connsiteX92" fmla="*/ 7478173 w 9182100"/>
                <a:gd name="connsiteY92" fmla="*/ 836094 h 932744"/>
                <a:gd name="connsiteX93" fmla="*/ 7871937 w 9182100"/>
                <a:gd name="connsiteY93" fmla="*/ 851430 h 932744"/>
                <a:gd name="connsiteX94" fmla="*/ 7919657 w 9182100"/>
                <a:gd name="connsiteY94" fmla="*/ 854097 h 932744"/>
                <a:gd name="connsiteX95" fmla="*/ 7964901 w 9182100"/>
                <a:gd name="connsiteY95" fmla="*/ 857240 h 932744"/>
                <a:gd name="connsiteX96" fmla="*/ 8015955 w 9182100"/>
                <a:gd name="connsiteY96" fmla="*/ 861050 h 932744"/>
                <a:gd name="connsiteX97" fmla="*/ 8072247 w 9182100"/>
                <a:gd name="connsiteY97" fmla="*/ 864384 h 932744"/>
                <a:gd name="connsiteX98" fmla="*/ 8286750 w 9182100"/>
                <a:gd name="connsiteY98" fmla="*/ 868384 h 932744"/>
                <a:gd name="connsiteX99" fmla="*/ 8704040 w 9182100"/>
                <a:gd name="connsiteY99" fmla="*/ 853716 h 932744"/>
                <a:gd name="connsiteX100" fmla="*/ 9120188 w 9182100"/>
                <a:gd name="connsiteY100" fmla="*/ 814092 h 932744"/>
                <a:gd name="connsiteX101" fmla="*/ 9181909 w 9182100"/>
                <a:gd name="connsiteY101" fmla="*/ 805519 h 932744"/>
                <a:gd name="connsiteX102" fmla="*/ 9181909 w 9182100"/>
                <a:gd name="connsiteY102" fmla="*/ 396420 h 93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55" name="Freeform: Shape 6154">
              <a:extLst>
                <a:ext uri="{FF2B5EF4-FFF2-40B4-BE49-F238E27FC236}">
                  <a16:creationId xmlns:a16="http://schemas.microsoft.com/office/drawing/2014/main" id="{385A18E1-CBE3-4BBD-B1B7-CDBCA685E0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199381"/>
              <a:ext cx="12188952" cy="902694"/>
            </a:xfrm>
            <a:custGeom>
              <a:avLst/>
              <a:gdLst>
                <a:gd name="connsiteX0" fmla="*/ 9182100 w 9182100"/>
                <a:gd name="connsiteY0" fmla="*/ 351088 h 765639"/>
                <a:gd name="connsiteX1" fmla="*/ 9178480 w 9182100"/>
                <a:gd name="connsiteY1" fmla="*/ 350993 h 765639"/>
                <a:gd name="connsiteX2" fmla="*/ 8783955 w 9182100"/>
                <a:gd name="connsiteY2" fmla="*/ 327561 h 765639"/>
                <a:gd name="connsiteX3" fmla="*/ 8390763 w 9182100"/>
                <a:gd name="connsiteY3" fmla="*/ 288795 h 765639"/>
                <a:gd name="connsiteX4" fmla="*/ 8199502 w 9182100"/>
                <a:gd name="connsiteY4" fmla="*/ 262601 h 765639"/>
                <a:gd name="connsiteX5" fmla="*/ 8153972 w 9182100"/>
                <a:gd name="connsiteY5" fmla="*/ 254886 h 765639"/>
                <a:gd name="connsiteX6" fmla="*/ 8131588 w 9182100"/>
                <a:gd name="connsiteY6" fmla="*/ 250790 h 765639"/>
                <a:gd name="connsiteX7" fmla="*/ 8104632 w 9182100"/>
                <a:gd name="connsiteY7" fmla="*/ 246504 h 765639"/>
                <a:gd name="connsiteX8" fmla="*/ 8050911 w 9182100"/>
                <a:gd name="connsiteY8" fmla="*/ 238217 h 765639"/>
                <a:gd name="connsiteX9" fmla="*/ 7998810 w 9182100"/>
                <a:gd name="connsiteY9" fmla="*/ 230978 h 765639"/>
                <a:gd name="connsiteX10" fmla="*/ 7589902 w 9182100"/>
                <a:gd name="connsiteY10" fmla="*/ 183925 h 765639"/>
                <a:gd name="connsiteX11" fmla="*/ 7183469 w 9182100"/>
                <a:gd name="connsiteY11" fmla="*/ 147634 h 765639"/>
                <a:gd name="connsiteX12" fmla="*/ 6775990 w 9182100"/>
                <a:gd name="connsiteY12" fmla="*/ 119821 h 765639"/>
                <a:gd name="connsiteX13" fmla="*/ 6364795 w 9182100"/>
                <a:gd name="connsiteY13" fmla="*/ 102391 h 765639"/>
                <a:gd name="connsiteX14" fmla="*/ 6154293 w 9182100"/>
                <a:gd name="connsiteY14" fmla="*/ 100581 h 765639"/>
                <a:gd name="connsiteX15" fmla="*/ 6100287 w 9182100"/>
                <a:gd name="connsiteY15" fmla="*/ 101343 h 765639"/>
                <a:gd name="connsiteX16" fmla="*/ 6045327 w 9182100"/>
                <a:gd name="connsiteY16" fmla="*/ 103438 h 765639"/>
                <a:gd name="connsiteX17" fmla="*/ 5935980 w 9182100"/>
                <a:gd name="connsiteY17" fmla="*/ 110296 h 765639"/>
                <a:gd name="connsiteX18" fmla="*/ 5523357 w 9182100"/>
                <a:gd name="connsiteY18" fmla="*/ 157635 h 765639"/>
                <a:gd name="connsiteX19" fmla="*/ 5149882 w 9182100"/>
                <a:gd name="connsiteY19" fmla="*/ 185639 h 765639"/>
                <a:gd name="connsiteX20" fmla="*/ 4777073 w 9182100"/>
                <a:gd name="connsiteY20" fmla="*/ 170685 h 765639"/>
                <a:gd name="connsiteX21" fmla="*/ 4729925 w 9182100"/>
                <a:gd name="connsiteY21" fmla="*/ 166208 h 765639"/>
                <a:gd name="connsiteX22" fmla="*/ 4682585 w 9182100"/>
                <a:gd name="connsiteY22" fmla="*/ 161064 h 765639"/>
                <a:gd name="connsiteX23" fmla="*/ 4635151 w 9182100"/>
                <a:gd name="connsiteY23" fmla="*/ 155445 h 765639"/>
                <a:gd name="connsiteX24" fmla="*/ 4611434 w 9182100"/>
                <a:gd name="connsiteY24" fmla="*/ 152492 h 765639"/>
                <a:gd name="connsiteX25" fmla="*/ 4587145 w 9182100"/>
                <a:gd name="connsiteY25" fmla="*/ 149349 h 765639"/>
                <a:gd name="connsiteX26" fmla="*/ 4387977 w 9182100"/>
                <a:gd name="connsiteY26" fmla="*/ 122774 h 765639"/>
                <a:gd name="connsiteX27" fmla="*/ 3989356 w 9182100"/>
                <a:gd name="connsiteY27" fmla="*/ 68577 h 765639"/>
                <a:gd name="connsiteX28" fmla="*/ 3789140 w 9182100"/>
                <a:gd name="connsiteY28" fmla="*/ 42192 h 765639"/>
                <a:gd name="connsiteX29" fmla="*/ 3689033 w 9182100"/>
                <a:gd name="connsiteY29" fmla="*/ 29143 h 765639"/>
                <a:gd name="connsiteX30" fmla="*/ 3634835 w 9182100"/>
                <a:gd name="connsiteY30" fmla="*/ 22571 h 765639"/>
                <a:gd name="connsiteX31" fmla="*/ 3579876 w 9182100"/>
                <a:gd name="connsiteY31" fmla="*/ 16856 h 765639"/>
                <a:gd name="connsiteX32" fmla="*/ 3147441 w 9182100"/>
                <a:gd name="connsiteY32" fmla="*/ 473 h 765639"/>
                <a:gd name="connsiteX33" fmla="*/ 2724722 w 9182100"/>
                <a:gd name="connsiteY33" fmla="*/ 22857 h 765639"/>
                <a:gd name="connsiteX34" fmla="*/ 1898428 w 9182100"/>
                <a:gd name="connsiteY34" fmla="*/ 147730 h 765639"/>
                <a:gd name="connsiteX35" fmla="*/ 1692878 w 9182100"/>
                <a:gd name="connsiteY35" fmla="*/ 195069 h 765639"/>
                <a:gd name="connsiteX36" fmla="*/ 1640205 w 9182100"/>
                <a:gd name="connsiteY36" fmla="*/ 208785 h 765639"/>
                <a:gd name="connsiteX37" fmla="*/ 1592294 w 9182100"/>
                <a:gd name="connsiteY37" fmla="*/ 221643 h 765639"/>
                <a:gd name="connsiteX38" fmla="*/ 1500092 w 9182100"/>
                <a:gd name="connsiteY38" fmla="*/ 245551 h 765639"/>
                <a:gd name="connsiteX39" fmla="*/ 1130046 w 9182100"/>
                <a:gd name="connsiteY39" fmla="*/ 318227 h 765639"/>
                <a:gd name="connsiteX40" fmla="*/ 944880 w 9182100"/>
                <a:gd name="connsiteY40" fmla="*/ 337658 h 765639"/>
                <a:gd name="connsiteX41" fmla="*/ 852583 w 9182100"/>
                <a:gd name="connsiteY41" fmla="*/ 341944 h 765639"/>
                <a:gd name="connsiteX42" fmla="*/ 760476 w 9182100"/>
                <a:gd name="connsiteY42" fmla="*/ 343087 h 765639"/>
                <a:gd name="connsiteX43" fmla="*/ 577215 w 9182100"/>
                <a:gd name="connsiteY43" fmla="*/ 332800 h 765639"/>
                <a:gd name="connsiteX44" fmla="*/ 394907 w 9182100"/>
                <a:gd name="connsiteY44" fmla="*/ 305463 h 765639"/>
                <a:gd name="connsiteX45" fmla="*/ 211265 w 9182100"/>
                <a:gd name="connsiteY45" fmla="*/ 261363 h 765639"/>
                <a:gd name="connsiteX46" fmla="*/ 17526 w 9182100"/>
                <a:gd name="connsiteY46" fmla="*/ 204880 h 765639"/>
                <a:gd name="connsiteX47" fmla="*/ 0 w 9182100"/>
                <a:gd name="connsiteY47" fmla="*/ 199927 h 765639"/>
                <a:gd name="connsiteX48" fmla="*/ 0 w 9182100"/>
                <a:gd name="connsiteY48" fmla="*/ 526920 h 765639"/>
                <a:gd name="connsiteX49" fmla="*/ 100298 w 9182100"/>
                <a:gd name="connsiteY49" fmla="*/ 571973 h 765639"/>
                <a:gd name="connsiteX50" fmla="*/ 301562 w 9182100"/>
                <a:gd name="connsiteY50" fmla="*/ 649697 h 765639"/>
                <a:gd name="connsiteX51" fmla="*/ 731044 w 9182100"/>
                <a:gd name="connsiteY51" fmla="*/ 746947 h 765639"/>
                <a:gd name="connsiteX52" fmla="*/ 1168241 w 9182100"/>
                <a:gd name="connsiteY52" fmla="*/ 762759 h 765639"/>
                <a:gd name="connsiteX53" fmla="*/ 1596581 w 9182100"/>
                <a:gd name="connsiteY53" fmla="*/ 716944 h 765639"/>
                <a:gd name="connsiteX54" fmla="*/ 1701641 w 9182100"/>
                <a:gd name="connsiteY54" fmla="*/ 697894 h 765639"/>
                <a:gd name="connsiteX55" fmla="*/ 1752124 w 9182100"/>
                <a:gd name="connsiteY55" fmla="*/ 688273 h 765639"/>
                <a:gd name="connsiteX56" fmla="*/ 1797939 w 9182100"/>
                <a:gd name="connsiteY56" fmla="*/ 679891 h 765639"/>
                <a:gd name="connsiteX57" fmla="*/ 1988630 w 9182100"/>
                <a:gd name="connsiteY57" fmla="*/ 649316 h 765639"/>
                <a:gd name="connsiteX58" fmla="*/ 2376297 w 9182100"/>
                <a:gd name="connsiteY58" fmla="*/ 601691 h 765639"/>
                <a:gd name="connsiteX59" fmla="*/ 2570416 w 9182100"/>
                <a:gd name="connsiteY59" fmla="*/ 584165 h 765639"/>
                <a:gd name="connsiteX60" fmla="*/ 2764155 w 9182100"/>
                <a:gd name="connsiteY60" fmla="*/ 571497 h 765639"/>
                <a:gd name="connsiteX61" fmla="*/ 2956941 w 9182100"/>
                <a:gd name="connsiteY61" fmla="*/ 564163 h 765639"/>
                <a:gd name="connsiteX62" fmla="*/ 3148298 w 9182100"/>
                <a:gd name="connsiteY62" fmla="*/ 562639 h 765639"/>
                <a:gd name="connsiteX63" fmla="*/ 3337274 w 9182100"/>
                <a:gd name="connsiteY63" fmla="*/ 568544 h 765639"/>
                <a:gd name="connsiteX64" fmla="*/ 3522345 w 9182100"/>
                <a:gd name="connsiteY64" fmla="*/ 583308 h 765639"/>
                <a:gd name="connsiteX65" fmla="*/ 3567779 w 9182100"/>
                <a:gd name="connsiteY65" fmla="*/ 588642 h 765639"/>
                <a:gd name="connsiteX66" fmla="*/ 3613785 w 9182100"/>
                <a:gd name="connsiteY66" fmla="*/ 594357 h 765639"/>
                <a:gd name="connsiteX67" fmla="*/ 3713798 w 9182100"/>
                <a:gd name="connsiteY67" fmla="*/ 607882 h 765639"/>
                <a:gd name="connsiteX68" fmla="*/ 3913823 w 9182100"/>
                <a:gd name="connsiteY68" fmla="*/ 634838 h 765639"/>
                <a:gd name="connsiteX69" fmla="*/ 4315873 w 9182100"/>
                <a:gd name="connsiteY69" fmla="*/ 686273 h 765639"/>
                <a:gd name="connsiteX70" fmla="*/ 4517422 w 9182100"/>
                <a:gd name="connsiteY70" fmla="*/ 710086 h 765639"/>
                <a:gd name="connsiteX71" fmla="*/ 4728972 w 9182100"/>
                <a:gd name="connsiteY71" fmla="*/ 731422 h 765639"/>
                <a:gd name="connsiteX72" fmla="*/ 5162931 w 9182100"/>
                <a:gd name="connsiteY72" fmla="*/ 744185 h 765639"/>
                <a:gd name="connsiteX73" fmla="*/ 5594033 w 9182100"/>
                <a:gd name="connsiteY73" fmla="*/ 706466 h 765639"/>
                <a:gd name="connsiteX74" fmla="*/ 5982939 w 9182100"/>
                <a:gd name="connsiteY74" fmla="*/ 655793 h 765639"/>
                <a:gd name="connsiteX75" fmla="*/ 6075045 w 9182100"/>
                <a:gd name="connsiteY75" fmla="*/ 648459 h 765639"/>
                <a:gd name="connsiteX76" fmla="*/ 6167819 w 9182100"/>
                <a:gd name="connsiteY76" fmla="*/ 643887 h 765639"/>
                <a:gd name="connsiteX77" fmla="*/ 6361081 w 9182100"/>
                <a:gd name="connsiteY77" fmla="*/ 639124 h 765639"/>
                <a:gd name="connsiteX78" fmla="*/ 6757321 w 9182100"/>
                <a:gd name="connsiteY78" fmla="*/ 640458 h 765639"/>
                <a:gd name="connsiteX79" fmla="*/ 7156704 w 9182100"/>
                <a:gd name="connsiteY79" fmla="*/ 649030 h 765639"/>
                <a:gd name="connsiteX80" fmla="*/ 7556373 w 9182100"/>
                <a:gd name="connsiteY80" fmla="*/ 662365 h 765639"/>
                <a:gd name="connsiteX81" fmla="*/ 7952328 w 9182100"/>
                <a:gd name="connsiteY81" fmla="*/ 682177 h 765639"/>
                <a:gd name="connsiteX82" fmla="*/ 8000714 w 9182100"/>
                <a:gd name="connsiteY82" fmla="*/ 685511 h 765639"/>
                <a:gd name="connsiteX83" fmla="*/ 8047196 w 9182100"/>
                <a:gd name="connsiteY83" fmla="*/ 689416 h 765639"/>
                <a:gd name="connsiteX84" fmla="*/ 8097965 w 9182100"/>
                <a:gd name="connsiteY84" fmla="*/ 693893 h 765639"/>
                <a:gd name="connsiteX85" fmla="*/ 8152733 w 9182100"/>
                <a:gd name="connsiteY85" fmla="*/ 697894 h 765639"/>
                <a:gd name="connsiteX86" fmla="*/ 8363903 w 9182100"/>
                <a:gd name="connsiteY86" fmla="*/ 705133 h 765639"/>
                <a:gd name="connsiteX87" fmla="*/ 8777764 w 9182100"/>
                <a:gd name="connsiteY87" fmla="*/ 698084 h 765639"/>
                <a:gd name="connsiteX88" fmla="*/ 9182005 w 9182100"/>
                <a:gd name="connsiteY88" fmla="*/ 668366 h 765639"/>
                <a:gd name="connsiteX89" fmla="*/ 9182005 w 9182100"/>
                <a:gd name="connsiteY89" fmla="*/ 351088 h 76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56" name="Freeform: Shape 6155">
              <a:extLst>
                <a:ext uri="{FF2B5EF4-FFF2-40B4-BE49-F238E27FC236}">
                  <a16:creationId xmlns:a16="http://schemas.microsoft.com/office/drawing/2014/main" id="{133EDCAA-1D6C-4710-9DA1-C7FC946D8E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501488"/>
              <a:ext cx="12188952" cy="641669"/>
            </a:xfrm>
            <a:custGeom>
              <a:avLst/>
              <a:gdLst>
                <a:gd name="connsiteX0" fmla="*/ 9182100 w 9182100"/>
                <a:gd name="connsiteY0" fmla="*/ 154189 h 544245"/>
                <a:gd name="connsiteX1" fmla="*/ 9047702 w 9182100"/>
                <a:gd name="connsiteY1" fmla="*/ 162762 h 544245"/>
                <a:gd name="connsiteX2" fmla="*/ 8652224 w 9182100"/>
                <a:gd name="connsiteY2" fmla="*/ 178287 h 544245"/>
                <a:gd name="connsiteX3" fmla="*/ 8255603 w 9182100"/>
                <a:gd name="connsiteY3" fmla="*/ 161047 h 544245"/>
                <a:gd name="connsiteX4" fmla="*/ 8060722 w 9182100"/>
                <a:gd name="connsiteY4" fmla="*/ 140854 h 544245"/>
                <a:gd name="connsiteX5" fmla="*/ 8013478 w 9182100"/>
                <a:gd name="connsiteY5" fmla="*/ 134187 h 544245"/>
                <a:gd name="connsiteX6" fmla="*/ 7990428 w 9182100"/>
                <a:gd name="connsiteY6" fmla="*/ 130567 h 544245"/>
                <a:gd name="connsiteX7" fmla="*/ 7964139 w 9182100"/>
                <a:gd name="connsiteY7" fmla="*/ 126853 h 544245"/>
                <a:gd name="connsiteX8" fmla="*/ 7911656 w 9182100"/>
                <a:gd name="connsiteY8" fmla="*/ 119518 h 544245"/>
                <a:gd name="connsiteX9" fmla="*/ 7860220 w 9182100"/>
                <a:gd name="connsiteY9" fmla="*/ 113232 h 544245"/>
                <a:gd name="connsiteX10" fmla="*/ 7453884 w 9182100"/>
                <a:gd name="connsiteY10" fmla="*/ 70369 h 544245"/>
                <a:gd name="connsiteX11" fmla="*/ 7048976 w 9182100"/>
                <a:gd name="connsiteY11" fmla="*/ 36556 h 544245"/>
                <a:gd name="connsiteX12" fmla="*/ 6846285 w 9182100"/>
                <a:gd name="connsiteY12" fmla="*/ 22649 h 544245"/>
                <a:gd name="connsiteX13" fmla="*/ 6643212 w 9182100"/>
                <a:gd name="connsiteY13" fmla="*/ 11600 h 544245"/>
                <a:gd name="connsiteX14" fmla="*/ 6541485 w 9182100"/>
                <a:gd name="connsiteY14" fmla="*/ 7314 h 544245"/>
                <a:gd name="connsiteX15" fmla="*/ 6439567 w 9182100"/>
                <a:gd name="connsiteY15" fmla="*/ 3885 h 544245"/>
                <a:gd name="connsiteX16" fmla="*/ 6337459 w 9182100"/>
                <a:gd name="connsiteY16" fmla="*/ 1313 h 544245"/>
                <a:gd name="connsiteX17" fmla="*/ 6234970 w 9182100"/>
                <a:gd name="connsiteY17" fmla="*/ 75 h 544245"/>
                <a:gd name="connsiteX18" fmla="*/ 6027802 w 9182100"/>
                <a:gd name="connsiteY18" fmla="*/ 2265 h 544245"/>
                <a:gd name="connsiteX19" fmla="*/ 5921978 w 9182100"/>
                <a:gd name="connsiteY19" fmla="*/ 6552 h 544245"/>
                <a:gd name="connsiteX20" fmla="*/ 5815965 w 9182100"/>
                <a:gd name="connsiteY20" fmla="*/ 14362 h 544245"/>
                <a:gd name="connsiteX21" fmla="*/ 5408390 w 9182100"/>
                <a:gd name="connsiteY21" fmla="*/ 67036 h 544245"/>
                <a:gd name="connsiteX22" fmla="*/ 5023866 w 9182100"/>
                <a:gd name="connsiteY22" fmla="*/ 103992 h 544245"/>
                <a:gd name="connsiteX23" fmla="*/ 4831556 w 9182100"/>
                <a:gd name="connsiteY23" fmla="*/ 106374 h 544245"/>
                <a:gd name="connsiteX24" fmla="*/ 4637723 w 9182100"/>
                <a:gd name="connsiteY24" fmla="*/ 98754 h 544245"/>
                <a:gd name="connsiteX25" fmla="*/ 4442460 w 9182100"/>
                <a:gd name="connsiteY25" fmla="*/ 83038 h 544245"/>
                <a:gd name="connsiteX26" fmla="*/ 4341686 w 9182100"/>
                <a:gd name="connsiteY26" fmla="*/ 77227 h 544245"/>
                <a:gd name="connsiteX27" fmla="*/ 4241006 w 9182100"/>
                <a:gd name="connsiteY27" fmla="*/ 71989 h 544245"/>
                <a:gd name="connsiteX28" fmla="*/ 3836956 w 9182100"/>
                <a:gd name="connsiteY28" fmla="*/ 54177 h 544245"/>
                <a:gd name="connsiteX29" fmla="*/ 3634549 w 9182100"/>
                <a:gd name="connsiteY29" fmla="*/ 45414 h 544245"/>
                <a:gd name="connsiteX30" fmla="*/ 3533394 w 9182100"/>
                <a:gd name="connsiteY30" fmla="*/ 40461 h 544245"/>
                <a:gd name="connsiteX31" fmla="*/ 3481959 w 9182100"/>
                <a:gd name="connsiteY31" fmla="*/ 37889 h 544245"/>
                <a:gd name="connsiteX32" fmla="*/ 3430238 w 9182100"/>
                <a:gd name="connsiteY32" fmla="*/ 35889 h 544245"/>
                <a:gd name="connsiteX33" fmla="*/ 3020473 w 9182100"/>
                <a:gd name="connsiteY33" fmla="*/ 37603 h 544245"/>
                <a:gd name="connsiteX34" fmla="*/ 2614422 w 9182100"/>
                <a:gd name="connsiteY34" fmla="*/ 56844 h 544245"/>
                <a:gd name="connsiteX35" fmla="*/ 2208657 w 9182100"/>
                <a:gd name="connsiteY35" fmla="*/ 81609 h 544245"/>
                <a:gd name="connsiteX36" fmla="*/ 1800606 w 9182100"/>
                <a:gd name="connsiteY36" fmla="*/ 107612 h 544245"/>
                <a:gd name="connsiteX37" fmla="*/ 1594676 w 9182100"/>
                <a:gd name="connsiteY37" fmla="*/ 124948 h 544245"/>
                <a:gd name="connsiteX38" fmla="*/ 1491996 w 9182100"/>
                <a:gd name="connsiteY38" fmla="*/ 136568 h 544245"/>
                <a:gd name="connsiteX39" fmla="*/ 1442942 w 9182100"/>
                <a:gd name="connsiteY39" fmla="*/ 141902 h 544245"/>
                <a:gd name="connsiteX40" fmla="*/ 1418463 w 9182100"/>
                <a:gd name="connsiteY40" fmla="*/ 144664 h 544245"/>
                <a:gd name="connsiteX41" fmla="*/ 1393984 w 9182100"/>
                <a:gd name="connsiteY41" fmla="*/ 146855 h 544245"/>
                <a:gd name="connsiteX42" fmla="*/ 1006697 w 9182100"/>
                <a:gd name="connsiteY42" fmla="*/ 169810 h 544245"/>
                <a:gd name="connsiteX43" fmla="*/ 816864 w 9182100"/>
                <a:gd name="connsiteY43" fmla="*/ 170953 h 544245"/>
                <a:gd name="connsiteX44" fmla="*/ 769906 w 9182100"/>
                <a:gd name="connsiteY44" fmla="*/ 169715 h 544245"/>
                <a:gd name="connsiteX45" fmla="*/ 723043 w 9182100"/>
                <a:gd name="connsiteY45" fmla="*/ 168096 h 544245"/>
                <a:gd name="connsiteX46" fmla="*/ 676370 w 9182100"/>
                <a:gd name="connsiteY46" fmla="*/ 166286 h 544245"/>
                <a:gd name="connsiteX47" fmla="*/ 629888 w 9182100"/>
                <a:gd name="connsiteY47" fmla="*/ 163333 h 544245"/>
                <a:gd name="connsiteX48" fmla="*/ 445484 w 9182100"/>
                <a:gd name="connsiteY48" fmla="*/ 146093 h 544245"/>
                <a:gd name="connsiteX49" fmla="*/ 263366 w 9182100"/>
                <a:gd name="connsiteY49" fmla="*/ 115232 h 544245"/>
                <a:gd name="connsiteX50" fmla="*/ 81439 w 9182100"/>
                <a:gd name="connsiteY50" fmla="*/ 70369 h 544245"/>
                <a:gd name="connsiteX51" fmla="*/ 35338 w 9182100"/>
                <a:gd name="connsiteY51" fmla="*/ 57034 h 544245"/>
                <a:gd name="connsiteX52" fmla="*/ 0 w 9182100"/>
                <a:gd name="connsiteY52" fmla="*/ 46652 h 544245"/>
                <a:gd name="connsiteX53" fmla="*/ 0 w 9182100"/>
                <a:gd name="connsiteY53" fmla="*/ 426795 h 544245"/>
                <a:gd name="connsiteX54" fmla="*/ 178594 w 9182100"/>
                <a:gd name="connsiteY54" fmla="*/ 479658 h 544245"/>
                <a:gd name="connsiteX55" fmla="*/ 610457 w 9182100"/>
                <a:gd name="connsiteY55" fmla="*/ 542619 h 544245"/>
                <a:gd name="connsiteX56" fmla="*/ 826865 w 9182100"/>
                <a:gd name="connsiteY56" fmla="*/ 539666 h 544245"/>
                <a:gd name="connsiteX57" fmla="*/ 1039654 w 9182100"/>
                <a:gd name="connsiteY57" fmla="*/ 515187 h 544245"/>
                <a:gd name="connsiteX58" fmla="*/ 1449705 w 9182100"/>
                <a:gd name="connsiteY58" fmla="*/ 415270 h 544245"/>
                <a:gd name="connsiteX59" fmla="*/ 1548765 w 9182100"/>
                <a:gd name="connsiteY59" fmla="*/ 382123 h 544245"/>
                <a:gd name="connsiteX60" fmla="*/ 1642872 w 9182100"/>
                <a:gd name="connsiteY60" fmla="*/ 349261 h 544245"/>
                <a:gd name="connsiteX61" fmla="*/ 1832991 w 9182100"/>
                <a:gd name="connsiteY61" fmla="*/ 289158 h 544245"/>
                <a:gd name="connsiteX62" fmla="*/ 2222754 w 9182100"/>
                <a:gd name="connsiteY62" fmla="*/ 193623 h 544245"/>
                <a:gd name="connsiteX63" fmla="*/ 2620137 w 9182100"/>
                <a:gd name="connsiteY63" fmla="*/ 138378 h 544245"/>
                <a:gd name="connsiteX64" fmla="*/ 3020473 w 9182100"/>
                <a:gd name="connsiteY64" fmla="*/ 127234 h 544245"/>
                <a:gd name="connsiteX65" fmla="*/ 3219736 w 9182100"/>
                <a:gd name="connsiteY65" fmla="*/ 139807 h 544245"/>
                <a:gd name="connsiteX66" fmla="*/ 3318605 w 9182100"/>
                <a:gd name="connsiteY66" fmla="*/ 151713 h 544245"/>
                <a:gd name="connsiteX67" fmla="*/ 3367754 w 9182100"/>
                <a:gd name="connsiteY67" fmla="*/ 158666 h 544245"/>
                <a:gd name="connsiteX68" fmla="*/ 3416618 w 9182100"/>
                <a:gd name="connsiteY68" fmla="*/ 166858 h 544245"/>
                <a:gd name="connsiteX69" fmla="*/ 3465195 w 9182100"/>
                <a:gd name="connsiteY69" fmla="*/ 176097 h 544245"/>
                <a:gd name="connsiteX70" fmla="*/ 3513868 w 9182100"/>
                <a:gd name="connsiteY70" fmla="*/ 185908 h 544245"/>
                <a:gd name="connsiteX71" fmla="*/ 3612737 w 9182100"/>
                <a:gd name="connsiteY71" fmla="*/ 207625 h 544245"/>
                <a:gd name="connsiteX72" fmla="*/ 3810381 w 9182100"/>
                <a:gd name="connsiteY72" fmla="*/ 252106 h 544245"/>
                <a:gd name="connsiteX73" fmla="*/ 4206621 w 9182100"/>
                <a:gd name="connsiteY73" fmla="*/ 339736 h 544245"/>
                <a:gd name="connsiteX74" fmla="*/ 4306062 w 9182100"/>
                <a:gd name="connsiteY74" fmla="*/ 359834 h 544245"/>
                <a:gd name="connsiteX75" fmla="*/ 4405503 w 9182100"/>
                <a:gd name="connsiteY75" fmla="*/ 378979 h 544245"/>
                <a:gd name="connsiteX76" fmla="*/ 4611529 w 9182100"/>
                <a:gd name="connsiteY76" fmla="*/ 405745 h 544245"/>
                <a:gd name="connsiteX77" fmla="*/ 5031677 w 9182100"/>
                <a:gd name="connsiteY77" fmla="*/ 427462 h 544245"/>
                <a:gd name="connsiteX78" fmla="*/ 5243227 w 9182100"/>
                <a:gd name="connsiteY78" fmla="*/ 418699 h 544245"/>
                <a:gd name="connsiteX79" fmla="*/ 5451062 w 9182100"/>
                <a:gd name="connsiteY79" fmla="*/ 398029 h 544245"/>
                <a:gd name="connsiteX80" fmla="*/ 5844635 w 9182100"/>
                <a:gd name="connsiteY80" fmla="*/ 353071 h 544245"/>
                <a:gd name="connsiteX81" fmla="*/ 5939981 w 9182100"/>
                <a:gd name="connsiteY81" fmla="*/ 346975 h 544245"/>
                <a:gd name="connsiteX82" fmla="*/ 6035898 w 9182100"/>
                <a:gd name="connsiteY82" fmla="*/ 344118 h 544245"/>
                <a:gd name="connsiteX83" fmla="*/ 6232303 w 9182100"/>
                <a:gd name="connsiteY83" fmla="*/ 343642 h 544245"/>
                <a:gd name="connsiteX84" fmla="*/ 6630924 w 9182100"/>
                <a:gd name="connsiteY84" fmla="*/ 351071 h 544245"/>
                <a:gd name="connsiteX85" fmla="*/ 6831140 w 9182100"/>
                <a:gd name="connsiteY85" fmla="*/ 356596 h 544245"/>
                <a:gd name="connsiteX86" fmla="*/ 7031545 w 9182100"/>
                <a:gd name="connsiteY86" fmla="*/ 362501 h 544245"/>
                <a:gd name="connsiteX87" fmla="*/ 7432262 w 9182100"/>
                <a:gd name="connsiteY87" fmla="*/ 378408 h 544245"/>
                <a:gd name="connsiteX88" fmla="*/ 7830312 w 9182100"/>
                <a:gd name="connsiteY88" fmla="*/ 402506 h 544245"/>
                <a:gd name="connsiteX89" fmla="*/ 7879270 w 9182100"/>
                <a:gd name="connsiteY89" fmla="*/ 406792 h 544245"/>
                <a:gd name="connsiteX90" fmla="*/ 7926895 w 9182100"/>
                <a:gd name="connsiteY90" fmla="*/ 411745 h 544245"/>
                <a:gd name="connsiteX91" fmla="*/ 7977569 w 9182100"/>
                <a:gd name="connsiteY91" fmla="*/ 417175 h 544245"/>
                <a:gd name="connsiteX92" fmla="*/ 8030623 w 9182100"/>
                <a:gd name="connsiteY92" fmla="*/ 422127 h 544245"/>
                <a:gd name="connsiteX93" fmla="*/ 8237982 w 9182100"/>
                <a:gd name="connsiteY93" fmla="*/ 435177 h 544245"/>
                <a:gd name="connsiteX94" fmla="*/ 8647748 w 9182100"/>
                <a:gd name="connsiteY94" fmla="*/ 449464 h 544245"/>
                <a:gd name="connsiteX95" fmla="*/ 8852821 w 9182100"/>
                <a:gd name="connsiteY95" fmla="*/ 456132 h 544245"/>
                <a:gd name="connsiteX96" fmla="*/ 8955786 w 9182100"/>
                <a:gd name="connsiteY96" fmla="*/ 458132 h 544245"/>
                <a:gd name="connsiteX97" fmla="*/ 9059227 w 9182100"/>
                <a:gd name="connsiteY97" fmla="*/ 457751 h 544245"/>
                <a:gd name="connsiteX98" fmla="*/ 9182005 w 9182100"/>
                <a:gd name="connsiteY98" fmla="*/ 452512 h 544245"/>
                <a:gd name="connsiteX99" fmla="*/ 9182005 w 9182100"/>
                <a:gd name="connsiteY99" fmla="*/ 154189 h 5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 useBgFill="1">
          <p:nvSpPr>
            <p:cNvPr id="6157" name="Freeform: Shape 6156">
              <a:extLst>
                <a:ext uri="{FF2B5EF4-FFF2-40B4-BE49-F238E27FC236}">
                  <a16:creationId xmlns:a16="http://schemas.microsoft.com/office/drawing/2014/main" id="{3916FBF2-1CC9-460D-A42B-FB77E515EC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614750"/>
              <a:ext cx="12188952" cy="1201528"/>
            </a:xfrm>
            <a:custGeom>
              <a:avLst/>
              <a:gdLst>
                <a:gd name="connsiteX0" fmla="*/ 0 w 9182100"/>
                <a:gd name="connsiteY0" fmla="*/ 1019102 h 1019102"/>
                <a:gd name="connsiteX1" fmla="*/ 9182100 w 9182100"/>
                <a:gd name="connsiteY1" fmla="*/ 1019102 h 1019102"/>
                <a:gd name="connsiteX2" fmla="*/ 9182100 w 9182100"/>
                <a:gd name="connsiteY2" fmla="*/ 273009 h 1019102"/>
                <a:gd name="connsiteX3" fmla="*/ 9065895 w 9182100"/>
                <a:gd name="connsiteY3" fmla="*/ 278343 h 1019102"/>
                <a:gd name="connsiteX4" fmla="*/ 8261890 w 9182100"/>
                <a:gd name="connsiteY4" fmla="*/ 257769 h 1019102"/>
                <a:gd name="connsiteX5" fmla="*/ 8038624 w 9182100"/>
                <a:gd name="connsiteY5" fmla="*/ 235956 h 1019102"/>
                <a:gd name="connsiteX6" fmla="*/ 7862221 w 9182100"/>
                <a:gd name="connsiteY6" fmla="*/ 213097 h 1019102"/>
                <a:gd name="connsiteX7" fmla="*/ 6238780 w 9182100"/>
                <a:gd name="connsiteY7" fmla="*/ 126419 h 1019102"/>
                <a:gd name="connsiteX8" fmla="*/ 5828729 w 9182100"/>
                <a:gd name="connsiteY8" fmla="*/ 142421 h 1019102"/>
                <a:gd name="connsiteX9" fmla="*/ 5227606 w 9182100"/>
                <a:gd name="connsiteY9" fmla="*/ 219764 h 1019102"/>
                <a:gd name="connsiteX10" fmla="*/ 4394359 w 9182100"/>
                <a:gd name="connsiteY10" fmla="*/ 190713 h 1019102"/>
                <a:gd name="connsiteX11" fmla="*/ 3789236 w 9182100"/>
                <a:gd name="connsiteY11" fmla="*/ 107655 h 1019102"/>
                <a:gd name="connsiteX12" fmla="*/ 3391567 w 9182100"/>
                <a:gd name="connsiteY12" fmla="*/ 30502 h 1019102"/>
                <a:gd name="connsiteX13" fmla="*/ 2180177 w 9182100"/>
                <a:gd name="connsiteY13" fmla="*/ 67745 h 1019102"/>
                <a:gd name="connsiteX14" fmla="*/ 1543336 w 9182100"/>
                <a:gd name="connsiteY14" fmla="*/ 209953 h 1019102"/>
                <a:gd name="connsiteX15" fmla="*/ 1276731 w 9182100"/>
                <a:gd name="connsiteY15" fmla="*/ 286439 h 1019102"/>
                <a:gd name="connsiteX16" fmla="*/ 441293 w 9182100"/>
                <a:gd name="connsiteY16" fmla="*/ 292345 h 1019102"/>
                <a:gd name="connsiteX17" fmla="*/ 0 w 9182100"/>
                <a:gd name="connsiteY17" fmla="*/ 135563 h 1019102"/>
                <a:gd name="connsiteX18" fmla="*/ 0 w 9182100"/>
                <a:gd name="connsiteY18" fmla="*/ 1019102 h 10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98632E-0447-168F-6D33-9A2964C2C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51037"/>
            <a:ext cx="3278230" cy="1509931"/>
          </a:xfrm>
        </p:spPr>
        <p:txBody>
          <a:bodyPr>
            <a:noAutofit/>
          </a:bodyPr>
          <a:lstStyle/>
          <a:p>
            <a:r>
              <a:rPr lang="en-AU" sz="5400">
                <a:solidFill>
                  <a:schemeClr val="tx2"/>
                </a:solidFill>
              </a:rPr>
              <a:t>Option 5</a:t>
            </a:r>
            <a:br>
              <a:rPr lang="en-AU" sz="5400">
                <a:solidFill>
                  <a:schemeClr val="tx2"/>
                </a:solidFill>
              </a:rPr>
            </a:br>
            <a:r>
              <a:rPr lang="en-AU" sz="5400" b="1">
                <a:solidFill>
                  <a:schemeClr val="tx2"/>
                </a:solidFill>
              </a:rPr>
              <a:t>Whoosh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D0E973-9E26-8816-E4FB-2AEC0CB52C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69981" y="4200452"/>
            <a:ext cx="7393929" cy="2323637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AU" sz="2400" dirty="0"/>
              <a:t>Choose an upcoming chapter and create a “whoosh”.</a:t>
            </a:r>
          </a:p>
          <a:p>
            <a:pPr marL="0" indent="0">
              <a:buNone/>
            </a:pPr>
            <a:r>
              <a:rPr lang="en-AU" sz="2400" dirty="0"/>
              <a:t>You’ll need to have a good understanding of the chapter and then write a script for the whoosh.</a:t>
            </a:r>
          </a:p>
          <a:p>
            <a:pPr marL="0" indent="0">
              <a:buNone/>
            </a:pPr>
            <a:r>
              <a:rPr lang="en-AU" sz="2400" dirty="0"/>
              <a:t>Once it’s ready, present the whoosh to the class by acting as its narrator.</a:t>
            </a:r>
          </a:p>
          <a:p>
            <a:pPr marL="0" indent="0">
              <a:spcBef>
                <a:spcPts val="1800"/>
              </a:spcBef>
              <a:buNone/>
            </a:pPr>
            <a:r>
              <a:rPr lang="en-AU" sz="2000" dirty="0">
                <a:solidFill>
                  <a:srgbClr val="C00000"/>
                </a:solidFill>
              </a:rPr>
              <a:t>* Individual task</a:t>
            </a:r>
          </a:p>
        </p:txBody>
      </p:sp>
    </p:spTree>
    <p:extLst>
      <p:ext uri="{BB962C8B-B14F-4D97-AF65-F5344CB8AC3E}">
        <p14:creationId xmlns:p14="http://schemas.microsoft.com/office/powerpoint/2010/main" val="22267563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75" name="Rectangle 7174">
            <a:extLst>
              <a:ext uri="{FF2B5EF4-FFF2-40B4-BE49-F238E27FC236}">
                <a16:creationId xmlns:a16="http://schemas.microsoft.com/office/drawing/2014/main" id="{79477870-C64A-4E35-8F2F-05B7114F3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953C8F-20BA-0456-F97A-330681EB5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458" y="840718"/>
            <a:ext cx="6268770" cy="869399"/>
          </a:xfrm>
        </p:spPr>
        <p:txBody>
          <a:bodyPr anchor="b">
            <a:normAutofit/>
          </a:bodyPr>
          <a:lstStyle/>
          <a:p>
            <a:r>
              <a:rPr lang="en-AU" sz="5200"/>
              <a:t>Option 6 - </a:t>
            </a:r>
            <a:r>
              <a:rPr lang="en-AU" sz="5200" b="1"/>
              <a:t>Interview</a:t>
            </a:r>
          </a:p>
        </p:txBody>
      </p:sp>
      <p:sp>
        <p:nvSpPr>
          <p:cNvPr id="7177" name="!!accent">
            <a:extLst>
              <a:ext uri="{FF2B5EF4-FFF2-40B4-BE49-F238E27FC236}">
                <a16:creationId xmlns:a16="http://schemas.microsoft.com/office/drawing/2014/main" id="{8AEA628B-C8FF-4D0B-B111-F101F580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3202" y="36338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179" name="Rectangle 7178">
            <a:extLst>
              <a:ext uri="{FF2B5EF4-FFF2-40B4-BE49-F238E27FC236}">
                <a16:creationId xmlns:a16="http://schemas.microsoft.com/office/drawing/2014/main" id="{42663BD0-064C-40FC-A331-F49FCA9536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8506" y="2935541"/>
            <a:ext cx="62179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F422F9-E45F-B99F-AE9E-CEA24D5D72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458" y="1797978"/>
            <a:ext cx="6946322" cy="506002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AU" sz="2200" dirty="0"/>
              <a:t>You are a journalist interviewing either Subhi or Queeny for </a:t>
            </a:r>
            <a:r>
              <a:rPr lang="en-AU" sz="2200" i="1" dirty="0"/>
              <a:t>SBS World News</a:t>
            </a:r>
            <a:r>
              <a:rPr lang="en-AU" sz="2200" dirty="0"/>
              <a:t>.</a:t>
            </a:r>
          </a:p>
          <a:p>
            <a:pPr marL="0" indent="0">
              <a:buNone/>
            </a:pPr>
            <a:r>
              <a:rPr lang="en-AU" sz="2200" dirty="0">
                <a:solidFill>
                  <a:schemeClr val="accent2">
                    <a:lumMod val="75000"/>
                  </a:schemeClr>
                </a:solidFill>
              </a:rPr>
              <a:t>What do you think the TV audience would be interested to learn about the interview subject?</a:t>
            </a:r>
          </a:p>
          <a:p>
            <a:pPr marL="718820" indent="-412750"/>
            <a:r>
              <a:rPr lang="en-AU" sz="2200" dirty="0">
                <a:solidFill>
                  <a:schemeClr val="accent2">
                    <a:lumMod val="75000"/>
                  </a:schemeClr>
                </a:solidFill>
              </a:rPr>
              <a:t>Their experiences of living in the centre. What life is like there and how it makes them feel.</a:t>
            </a:r>
          </a:p>
          <a:p>
            <a:pPr marL="718820" indent="-412750"/>
            <a:r>
              <a:rPr lang="en-AU" sz="2200" dirty="0">
                <a:solidFill>
                  <a:schemeClr val="accent2">
                    <a:lumMod val="75000"/>
                  </a:schemeClr>
                </a:solidFill>
              </a:rPr>
              <a:t>What would they change if they could.</a:t>
            </a:r>
          </a:p>
          <a:p>
            <a:pPr marL="718820" indent="-412750"/>
            <a:r>
              <a:rPr lang="en-AU" sz="2200" dirty="0">
                <a:solidFill>
                  <a:schemeClr val="accent2">
                    <a:lumMod val="75000"/>
                  </a:schemeClr>
                </a:solidFill>
              </a:rPr>
              <a:t>What hopes they have now.</a:t>
            </a:r>
          </a:p>
          <a:p>
            <a:pPr marL="718820" indent="-412750"/>
            <a:r>
              <a:rPr lang="en-AU" sz="2200" dirty="0">
                <a:solidFill>
                  <a:schemeClr val="accent2">
                    <a:lumMod val="75000"/>
                  </a:schemeClr>
                </a:solidFill>
              </a:rPr>
              <a:t>Any other questions you might think of!</a:t>
            </a:r>
          </a:p>
          <a:p>
            <a:pPr marL="0" indent="0">
              <a:buNone/>
            </a:pPr>
            <a:r>
              <a:rPr lang="en-AU" sz="2200" dirty="0"/>
              <a:t>After writing your script, you must perform your interview.</a:t>
            </a:r>
          </a:p>
          <a:p>
            <a:pPr marL="0" indent="0">
              <a:spcBef>
                <a:spcPts val="1800"/>
              </a:spcBef>
              <a:buNone/>
            </a:pPr>
            <a:r>
              <a:rPr lang="en-AU" sz="2000" dirty="0">
                <a:solidFill>
                  <a:srgbClr val="C00000"/>
                </a:solidFill>
              </a:rPr>
              <a:t>* With a partner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DE82B23-4670-7ACA-637F-6522C4448D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23"/>
          <a:stretch/>
        </p:blipFill>
        <p:spPr bwMode="auto">
          <a:xfrm>
            <a:off x="7684006" y="10"/>
            <a:ext cx="4507993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7096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C5A3D4F247C9741BCA78F26B98D0AB7" ma:contentTypeVersion="17" ma:contentTypeDescription="Create a new document." ma:contentTypeScope="" ma:versionID="539b02d923bb555703caf23504a7cb02">
  <xsd:schema xmlns:xsd="http://www.w3.org/2001/XMLSchema" xmlns:xs="http://www.w3.org/2001/XMLSchema" xmlns:p="http://schemas.microsoft.com/office/2006/metadata/properties" xmlns:ns2="46846ff6-a39a-4f56-aca6-b2ea1af70d2e" xmlns:ns3="a8299878-b215-4b71-83d0-6b3d83d7e5d9" targetNamespace="http://schemas.microsoft.com/office/2006/metadata/properties" ma:root="true" ma:fieldsID="e414e06b879c708180ee4e9731c4d399" ns2:_="" ns3:_="">
    <xsd:import namespace="46846ff6-a39a-4f56-aca6-b2ea1af70d2e"/>
    <xsd:import namespace="a8299878-b215-4b71-83d0-6b3d83d7e5d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ObjectDetectorVersion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846ff6-a39a-4f56-aca6-b2ea1af70d2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94073e9b-c14b-4f43-8554-77a15894e20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299878-b215-4b71-83d0-6b3d83d7e5d9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19187b04-ede7-4ab0-a3a9-aa9f31dff0a7}" ma:internalName="TaxCatchAll" ma:showField="CatchAllData" ma:web="a8299878-b215-4b71-83d0-6b3d83d7e5d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6846ff6-a39a-4f56-aca6-b2ea1af70d2e">
      <Terms xmlns="http://schemas.microsoft.com/office/infopath/2007/PartnerControls"/>
    </lcf76f155ced4ddcb4097134ff3c332f>
    <TaxCatchAll xmlns="a8299878-b215-4b71-83d0-6b3d83d7e5d9" xsi:nil="true"/>
  </documentManagement>
</p:properties>
</file>

<file path=customXml/itemProps1.xml><?xml version="1.0" encoding="utf-8"?>
<ds:datastoreItem xmlns:ds="http://schemas.openxmlformats.org/officeDocument/2006/customXml" ds:itemID="{27237EE4-2503-465A-B049-77224EDD55F5}">
  <ds:schemaRefs>
    <ds:schemaRef ds:uri="46846ff6-a39a-4f56-aca6-b2ea1af70d2e"/>
    <ds:schemaRef ds:uri="a8299878-b215-4b71-83d0-6b3d83d7e5d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3C41594-198F-4300-B485-3AED8098F55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B77CEB-DE58-40C7-A953-D61003BC71DE}">
  <ds:schemaRefs>
    <ds:schemaRef ds:uri="a8299878-b215-4b71-83d0-6b3d83d7e5d9"/>
    <ds:schemaRef ds:uri="http://purl.org/dc/elements/1.1/"/>
    <ds:schemaRef ds:uri="http://schemas.microsoft.com/office/2006/metadata/properties"/>
    <ds:schemaRef ds:uri="http://purl.org/dc/terms/"/>
    <ds:schemaRef ds:uri="http://www.w3.org/XML/1998/namespace"/>
    <ds:schemaRef ds:uri="http://schemas.openxmlformats.org/package/2006/metadata/core-properties"/>
    <ds:schemaRef ds:uri="http://schemas.microsoft.com/office/infopath/2007/PartnerControls"/>
    <ds:schemaRef ds:uri="http://schemas.microsoft.com/office/2006/documentManagement/types"/>
    <ds:schemaRef ds:uri="46846ff6-a39a-4f56-aca6-b2ea1af70d2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786</Words>
  <Application>Microsoft Office PowerPoint</Application>
  <PresentationFormat>Widescreen</PresentationFormat>
  <Paragraphs>73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Oral presentation CAT 1</vt:lpstr>
      <vt:lpstr>What the task involves</vt:lpstr>
      <vt:lpstr>The purpose and outcomes of the task</vt:lpstr>
      <vt:lpstr>Task details</vt:lpstr>
      <vt:lpstr>Choose an option</vt:lpstr>
      <vt:lpstr>Option 1 Perform a speech</vt:lpstr>
      <vt:lpstr>Option 2 – Write and perform a scene</vt:lpstr>
      <vt:lpstr>Option 3  - Write a monologue from the perspective of Subhi's Maa</vt:lpstr>
      <vt:lpstr>Option 4 - BTN</vt:lpstr>
      <vt:lpstr>Option 5 Whoosh</vt:lpstr>
      <vt:lpstr>Option 6 - Interview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Lincoln LE FEVRE</dc:creator>
  <cp:lastModifiedBy>Lincoln LE FEVRE</cp:lastModifiedBy>
  <cp:revision>11</cp:revision>
  <dcterms:created xsi:type="dcterms:W3CDTF">2024-08-15T23:22:27Z</dcterms:created>
  <dcterms:modified xsi:type="dcterms:W3CDTF">2025-08-25T02:46:22Z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0x010100AC5A3D4F247C9741BCA78F26B98D0AB7</vt:lpwstr>
  </property>
  <property fmtid="{D5CDD505-2E9C-101B-9397-08002B2CF9AE}" pid="3" name="MediaServiceImageTags">
    <vt:lpwstr/>
  </property>
</Properties>
</file>