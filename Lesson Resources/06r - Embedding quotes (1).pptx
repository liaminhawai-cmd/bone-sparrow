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62" r:id="rId5"/>
    <p:sldId id="263" r:id="rId6"/>
    <p:sldId id="261" r:id="rId7"/>
    <p:sldId id="266" r:id="rId8"/>
    <p:sldId id="267" r:id="rId9"/>
    <p:sldId id="264" r:id="rId10"/>
    <p:sldId id="265" r:id="rId11"/>
    <p:sldId id="268" r:id="rId12"/>
    <p:sldId id="269" r:id="rId13"/>
    <p:sldId id="270" r:id="rId14"/>
    <p:sldId id="271" r:id="rId15"/>
    <p:sldId id="273" r:id="rId16"/>
    <p:sldId id="272"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7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6A35EAA-ED80-4FF1-942C-82B1D483AF60}"/>
              </a:ext>
            </a:extLst>
          </p:cNvPr>
          <p:cNvSpPr/>
          <p:nvPr/>
        </p:nvSpPr>
        <p:spPr>
          <a:xfrm rot="21133683" flipH="1">
            <a:off x="977627" y="481134"/>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D415F49B-3CBC-46CF-AFB5-988852D0479E}"/>
              </a:ext>
            </a:extLst>
          </p:cNvPr>
          <p:cNvSpPr/>
          <p:nvPr/>
        </p:nvSpPr>
        <p:spPr>
          <a:xfrm rot="21133683" flipH="1">
            <a:off x="1010574" y="456230"/>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D80FF0C0-FC1A-4C5B-9FE5-09BA33FF7EE3}"/>
              </a:ext>
            </a:extLst>
          </p:cNvPr>
          <p:cNvSpPr>
            <a:spLocks noGrp="1"/>
          </p:cNvSpPr>
          <p:nvPr>
            <p:ph type="ctrTitle"/>
          </p:nvPr>
        </p:nvSpPr>
        <p:spPr>
          <a:xfrm>
            <a:off x="1956392" y="1398181"/>
            <a:ext cx="7134446" cy="2870791"/>
          </a:xfrm>
        </p:spPr>
        <p:txBody>
          <a:bodyPr anchor="ctr">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E989092-15F8-4341-8D94-9E799301C51A}"/>
              </a:ext>
            </a:extLst>
          </p:cNvPr>
          <p:cNvSpPr>
            <a:spLocks noGrp="1"/>
          </p:cNvSpPr>
          <p:nvPr>
            <p:ph type="subTitle" idx="1"/>
          </p:nvPr>
        </p:nvSpPr>
        <p:spPr>
          <a:xfrm>
            <a:off x="6270835" y="5135527"/>
            <a:ext cx="4397164" cy="1057938"/>
          </a:xfrm>
        </p:spPr>
        <p:txBody>
          <a:bodyPr anchor="ctr">
            <a:normAutofit/>
          </a:bodyPr>
          <a:lstStyle>
            <a:lvl1pPr marL="0" indent="0" algn="l">
              <a:lnSpc>
                <a:spcPct val="100000"/>
              </a:lnSpc>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97328B-E858-4921-99C2-3B0BE1724C6F}"/>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ED381296-9B7B-4EF3-89B3-8B33E6070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2FE59-6CD1-4D0F-8A06-10CA2D3836CD}"/>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123370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C77D-9BA0-4A3B-B823-2059DC3C3D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11DB-C16F-4CED-97C6-73ABD71F33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14D3C-7343-4DD7-B816-0D4D66BD61BF}"/>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BE2409C8-4D7C-40EE-A12E-59CB555C7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222D5-7193-4F59-83B4-3C19E8B1495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947709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BEFA1-A4AB-4CF4-B02E-57AAED5719D6}"/>
              </a:ext>
            </a:extLst>
          </p:cNvPr>
          <p:cNvSpPr>
            <a:spLocks noGrp="1"/>
          </p:cNvSpPr>
          <p:nvPr>
            <p:ph type="title"/>
          </p:nvPr>
        </p:nvSpPr>
        <p:spPr>
          <a:xfrm>
            <a:off x="1621971" y="1709738"/>
            <a:ext cx="9165772" cy="2963271"/>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0AB406C-F19A-4393-9AD1-A300A7E452E8}"/>
              </a:ext>
            </a:extLst>
          </p:cNvPr>
          <p:cNvSpPr>
            <a:spLocks noGrp="1"/>
          </p:cNvSpPr>
          <p:nvPr>
            <p:ph type="body" idx="1"/>
          </p:nvPr>
        </p:nvSpPr>
        <p:spPr>
          <a:xfrm>
            <a:off x="1621971" y="4875028"/>
            <a:ext cx="9165772" cy="1052623"/>
          </a:xfrm>
        </p:spPr>
        <p:txBody>
          <a:bodyPr>
            <a:normAutofit/>
          </a:bodyPr>
          <a:lstStyle>
            <a:lvl1pPr marL="0" indent="0" algn="ctr">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D7AE7-47F6-4023-8D44-8BA1DAB05FF2}"/>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57AB32FC-A974-44FC-9804-F871EE51D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9ADE9-F40E-4E3B-AB8D-68CB1F4854A5}"/>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461778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D816-3E01-4EFD-AD9C-783D674DA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53D69-34A7-451D-A902-5F6CD13343FE}"/>
              </a:ext>
            </a:extLst>
          </p:cNvPr>
          <p:cNvSpPr>
            <a:spLocks noGrp="1"/>
          </p:cNvSpPr>
          <p:nvPr>
            <p:ph sz="half" idx="1"/>
          </p:nvPr>
        </p:nvSpPr>
        <p:spPr>
          <a:xfrm>
            <a:off x="1020722" y="2095500"/>
            <a:ext cx="4999077"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6E1E0E2-7D34-48E0-8795-546D2F00E2CF}"/>
              </a:ext>
            </a:extLst>
          </p:cNvPr>
          <p:cNvSpPr>
            <a:spLocks noGrp="1"/>
          </p:cNvSpPr>
          <p:nvPr>
            <p:ph sz="half" idx="2"/>
          </p:nvPr>
        </p:nvSpPr>
        <p:spPr>
          <a:xfrm>
            <a:off x="6281056" y="2095500"/>
            <a:ext cx="5072743"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E005476-6B6D-4BA3-919B-5335D6429852}"/>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6" name="Footer Placeholder 5">
            <a:extLst>
              <a:ext uri="{FF2B5EF4-FFF2-40B4-BE49-F238E27FC236}">
                <a16:creationId xmlns:a16="http://schemas.microsoft.com/office/drawing/2014/main" id="{F5DB6D41-07E2-4F6D-BB39-217957FE7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0CA9C-BFED-484F-B765-EA8CE4B4B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86678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AD2-5208-4201-90A7-F961876195F8}"/>
              </a:ext>
            </a:extLst>
          </p:cNvPr>
          <p:cNvSpPr>
            <a:spLocks noGrp="1"/>
          </p:cNvSpPr>
          <p:nvPr>
            <p:ph type="title"/>
          </p:nvPr>
        </p:nvSpPr>
        <p:spPr>
          <a:xfrm>
            <a:off x="1028700" y="702129"/>
            <a:ext cx="10326688" cy="11256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3A3FF53-BE24-42E9-BA12-BC5863CBFF1B}"/>
              </a:ext>
            </a:extLst>
          </p:cNvPr>
          <p:cNvSpPr>
            <a:spLocks noGrp="1"/>
          </p:cNvSpPr>
          <p:nvPr>
            <p:ph type="body" idx="1"/>
          </p:nvPr>
        </p:nvSpPr>
        <p:spPr>
          <a:xfrm>
            <a:off x="1028700" y="1827804"/>
            <a:ext cx="4968875"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7A84776-6678-4D27-9BE9-5D83FC9E884F}"/>
              </a:ext>
            </a:extLst>
          </p:cNvPr>
          <p:cNvSpPr>
            <a:spLocks noGrp="1"/>
          </p:cNvSpPr>
          <p:nvPr>
            <p:ph sz="half" idx="2"/>
          </p:nvPr>
        </p:nvSpPr>
        <p:spPr>
          <a:xfrm>
            <a:off x="1028700" y="2642191"/>
            <a:ext cx="4968875"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8BCA2E2-5B30-43B4-8FCD-23015451F221}"/>
              </a:ext>
            </a:extLst>
          </p:cNvPr>
          <p:cNvSpPr>
            <a:spLocks noGrp="1"/>
          </p:cNvSpPr>
          <p:nvPr>
            <p:ph type="body" sz="quarter" idx="3"/>
          </p:nvPr>
        </p:nvSpPr>
        <p:spPr>
          <a:xfrm>
            <a:off x="6281054" y="1827804"/>
            <a:ext cx="5087034"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DA7B7A1-E670-4E7E-AEBA-340893DE8EE5}"/>
              </a:ext>
            </a:extLst>
          </p:cNvPr>
          <p:cNvSpPr>
            <a:spLocks noGrp="1"/>
          </p:cNvSpPr>
          <p:nvPr>
            <p:ph sz="quarter" idx="4"/>
          </p:nvPr>
        </p:nvSpPr>
        <p:spPr>
          <a:xfrm>
            <a:off x="6281054" y="2642191"/>
            <a:ext cx="5087034"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3244D3AE-982A-4CC3-8456-4D4B0E35D993}"/>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8" name="Footer Placeholder 7">
            <a:extLst>
              <a:ext uri="{FF2B5EF4-FFF2-40B4-BE49-F238E27FC236}">
                <a16:creationId xmlns:a16="http://schemas.microsoft.com/office/drawing/2014/main" id="{56FE3087-09F9-4436-8236-8693EA4984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8413CB-0E24-4F96-AF8C-EE269ACCE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98229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5CAD1C-D319-4A48-8DF9-50699231C977}"/>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4" name="Footer Placeholder 3">
            <a:extLst>
              <a:ext uri="{FF2B5EF4-FFF2-40B4-BE49-F238E27FC236}">
                <a16:creationId xmlns:a16="http://schemas.microsoft.com/office/drawing/2014/main" id="{FE3D0181-83E0-4AB1-B372-24D6C075B0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50352C-6317-4DD0-84C4-AE7DDAC55F0A}"/>
              </a:ext>
            </a:extLst>
          </p:cNvPr>
          <p:cNvSpPr>
            <a:spLocks noGrp="1"/>
          </p:cNvSpPr>
          <p:nvPr>
            <p:ph type="sldNum" sz="quarter" idx="12"/>
          </p:nvPr>
        </p:nvSpPr>
        <p:spPr/>
        <p:txBody>
          <a:bodyPr/>
          <a:lstStyle/>
          <a:p>
            <a:fld id="{7C7FAD9F-AEE9-406E-B720-57D2B9DB2816}" type="slidenum">
              <a:rPr lang="en-US" smtClean="0"/>
              <a:t>‹#›</a:t>
            </a:fld>
            <a:endParaRPr lang="en-US"/>
          </a:p>
        </p:txBody>
      </p:sp>
      <p:sp>
        <p:nvSpPr>
          <p:cNvPr id="6" name="Freeform: Shape 5">
            <a:extLst>
              <a:ext uri="{FF2B5EF4-FFF2-40B4-BE49-F238E27FC236}">
                <a16:creationId xmlns:a16="http://schemas.microsoft.com/office/drawing/2014/main" id="{48F340C5-9EBB-43D9-91F5-F767DBD59BBF}"/>
              </a:ext>
              <a:ext uri="{C183D7F6-B498-43B3-948B-1728B52AA6E4}">
                <adec:decorative xmlns:adec="http://schemas.microsoft.com/office/drawing/2017/decorative" val="1"/>
              </a:ext>
            </a:extLst>
          </p:cNvPr>
          <p:cNvSpPr/>
          <p:nvPr/>
        </p:nvSpPr>
        <p:spPr>
          <a:xfrm rot="492880">
            <a:off x="2401240" y="1130240"/>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solidFill>
            <a:schemeClr val="bg1"/>
          </a:solidFill>
          <a:ln w="1905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9ECC812-F2A9-46D4-9B78-6659C68ED4EE}"/>
              </a:ext>
            </a:extLst>
          </p:cNvPr>
          <p:cNvSpPr>
            <a:spLocks noGrp="1"/>
          </p:cNvSpPr>
          <p:nvPr>
            <p:ph type="title"/>
          </p:nvPr>
        </p:nvSpPr>
        <p:spPr>
          <a:xfrm>
            <a:off x="3412671" y="1932214"/>
            <a:ext cx="6966858" cy="3091544"/>
          </a:xfrm>
        </p:spPr>
        <p:txBody>
          <a:bodyPr/>
          <a:lstStyle>
            <a:lvl1pPr algn="ctr">
              <a:defRPr/>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B7A37F60-69E7-41AC-BC9A-9DBC3B577269}"/>
              </a:ext>
              <a:ext uri="{C183D7F6-B498-43B3-948B-1728B52AA6E4}">
                <adec:decorative xmlns:adec="http://schemas.microsoft.com/office/drawing/2017/decorative" val="1"/>
              </a:ext>
            </a:extLst>
          </p:cNvPr>
          <p:cNvSpPr/>
          <p:nvPr/>
        </p:nvSpPr>
        <p:spPr>
          <a:xfrm rot="492880">
            <a:off x="2455668" y="1103025"/>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noFill/>
          <a:ln w="19050" cap="flat">
            <a:solidFill>
              <a:schemeClr val="tx1"/>
            </a:solidFill>
            <a:prstDash val="solid"/>
            <a:miter/>
          </a:ln>
        </p:spPr>
        <p:txBody>
          <a:bodyPr rtlCol="0" anchor="ctr"/>
          <a:lstStyle/>
          <a:p>
            <a:endParaRPr lang="en-US"/>
          </a:p>
        </p:txBody>
      </p:sp>
    </p:spTree>
    <p:extLst>
      <p:ext uri="{BB962C8B-B14F-4D97-AF65-F5344CB8AC3E}">
        <p14:creationId xmlns:p14="http://schemas.microsoft.com/office/powerpoint/2010/main" val="28568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D441F-9FBB-4F90-987A-39793DE0E7A0}"/>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3" name="Footer Placeholder 2">
            <a:extLst>
              <a:ext uri="{FF2B5EF4-FFF2-40B4-BE49-F238E27FC236}">
                <a16:creationId xmlns:a16="http://schemas.microsoft.com/office/drawing/2014/main" id="{53C92B1E-8D5D-45CA-9A8B-53E3B7FEC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489E71-49A9-4CE9-AD1D-780A876BC35A}"/>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4268908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053A-B2EE-4E20-9723-6BB0BBD500FD}"/>
              </a:ext>
            </a:extLst>
          </p:cNvPr>
          <p:cNvSpPr>
            <a:spLocks noGrp="1"/>
          </p:cNvSpPr>
          <p:nvPr>
            <p:ph type="title"/>
          </p:nvPr>
        </p:nvSpPr>
        <p:spPr>
          <a:xfrm>
            <a:off x="839788" y="553272"/>
            <a:ext cx="3932237" cy="1732727"/>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7B065AB-0DF3-4C86-AB5F-EB65021FDB99}"/>
              </a:ext>
            </a:extLst>
          </p:cNvPr>
          <p:cNvSpPr>
            <a:spLocks noGrp="1"/>
          </p:cNvSpPr>
          <p:nvPr>
            <p:ph idx="1"/>
          </p:nvPr>
        </p:nvSpPr>
        <p:spPr>
          <a:xfrm>
            <a:off x="5415642" y="987425"/>
            <a:ext cx="593974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2D99FAE-8825-466D-9F1E-3B7BAED2C05B}"/>
              </a:ext>
            </a:extLst>
          </p:cNvPr>
          <p:cNvSpPr>
            <a:spLocks noGrp="1"/>
          </p:cNvSpPr>
          <p:nvPr>
            <p:ph type="body" sz="half" idx="2"/>
          </p:nvPr>
        </p:nvSpPr>
        <p:spPr>
          <a:xfrm>
            <a:off x="839788" y="2368550"/>
            <a:ext cx="3932237" cy="350043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A6375-677F-4A58-B98D-18F3DEF8E623}"/>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6" name="Footer Placeholder 5">
            <a:extLst>
              <a:ext uri="{FF2B5EF4-FFF2-40B4-BE49-F238E27FC236}">
                <a16:creationId xmlns:a16="http://schemas.microsoft.com/office/drawing/2014/main" id="{E6B40F2C-7AE7-481B-856A-B3E26AE8B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7C48C-9BD9-41CB-915E-A905B8869B70}"/>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622934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6DE4-025D-4D93-A5D0-FB45897207DA}"/>
              </a:ext>
            </a:extLst>
          </p:cNvPr>
          <p:cNvSpPr>
            <a:spLocks noGrp="1"/>
          </p:cNvSpPr>
          <p:nvPr>
            <p:ph type="title"/>
          </p:nvPr>
        </p:nvSpPr>
        <p:spPr>
          <a:xfrm>
            <a:off x="839788" y="615915"/>
            <a:ext cx="3932237" cy="16700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993EE21-471F-4B7B-B7AF-192243A12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146B769-8E40-42E6-8F62-C4347B0CE929}"/>
              </a:ext>
            </a:extLst>
          </p:cNvPr>
          <p:cNvSpPr>
            <a:spLocks noGrp="1"/>
          </p:cNvSpPr>
          <p:nvPr>
            <p:ph type="body" sz="half" idx="2"/>
          </p:nvPr>
        </p:nvSpPr>
        <p:spPr>
          <a:xfrm>
            <a:off x="839788" y="2365744"/>
            <a:ext cx="3932237" cy="35032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4DC6-1AA3-4779-8EDF-F4A877508EE3}"/>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6" name="Footer Placeholder 5">
            <a:extLst>
              <a:ext uri="{FF2B5EF4-FFF2-40B4-BE49-F238E27FC236}">
                <a16:creationId xmlns:a16="http://schemas.microsoft.com/office/drawing/2014/main" id="{CD47F83E-FAF9-43E1-95CC-6F4EDD76B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D8C7B-B211-4BAF-9C05-09CF993B0DA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99165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39E3-FB89-4585-A22D-15851E8DE0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94B498-70D2-4956-A576-83345B38D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A84CB-FF9E-43D6-8805-B4ABB520D60C}"/>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BCA7EE14-0A60-428B-BC0E-A50951E0E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A9A22-BBF2-4B23-B17F-B32AC87D290F}"/>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929482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CC51B-E0BE-4D50-A04A-571F8BCAE2A7}"/>
              </a:ext>
            </a:extLst>
          </p:cNvPr>
          <p:cNvSpPr>
            <a:spLocks noGrp="1"/>
          </p:cNvSpPr>
          <p:nvPr>
            <p:ph type="title" orient="vert"/>
          </p:nvPr>
        </p:nvSpPr>
        <p:spPr>
          <a:xfrm>
            <a:off x="9099550" y="692150"/>
            <a:ext cx="2254250" cy="530993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41F5607-7A89-4981-87F4-98BC7CE0A921}"/>
              </a:ext>
            </a:extLst>
          </p:cNvPr>
          <p:cNvSpPr>
            <a:spLocks noGrp="1"/>
          </p:cNvSpPr>
          <p:nvPr>
            <p:ph type="body" orient="vert" idx="1"/>
          </p:nvPr>
        </p:nvSpPr>
        <p:spPr>
          <a:xfrm>
            <a:off x="838200" y="692150"/>
            <a:ext cx="8108950" cy="53099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820D5BE-275A-42D5-BCE1-357D53FC50C3}"/>
              </a:ext>
            </a:extLst>
          </p:cNvPr>
          <p:cNvSpPr>
            <a:spLocks noGrp="1"/>
          </p:cNvSpPr>
          <p:nvPr>
            <p:ph type="dt" sz="half" idx="10"/>
          </p:nvPr>
        </p:nvSpPr>
        <p:spPr/>
        <p:txBody>
          <a:body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11525F9A-B406-4028-AC92-D12450519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70F0A-5147-4274-A0A1-BD21917945FE}"/>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226210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FAAE2DA9-9BAF-4D46-BC97-20425C5321FD}"/>
              </a:ext>
            </a:extLst>
          </p:cNvPr>
          <p:cNvSpPr/>
          <p:nvPr/>
        </p:nvSpPr>
        <p:spPr>
          <a:xfrm>
            <a:off x="372926" y="367993"/>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68807" y="-29564"/>
                  <a:pt x="11499601" y="84193"/>
                </a:cubicBezTo>
                <a:lnTo>
                  <a:pt x="11496115" y="333210"/>
                </a:lnTo>
                <a:cubicBezTo>
                  <a:pt x="11496285" y="48943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0C489E99-8A12-4C4F-92F9-95B01D8147E3}"/>
              </a:ext>
            </a:extLst>
          </p:cNvPr>
          <p:cNvSpPr>
            <a:spLocks noGrp="1"/>
          </p:cNvSpPr>
          <p:nvPr>
            <p:ph type="title"/>
          </p:nvPr>
        </p:nvSpPr>
        <p:spPr>
          <a:xfrm>
            <a:off x="1020724" y="558209"/>
            <a:ext cx="10333075" cy="141413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011B211-A6C3-4384-AA0B-7A8561A53C1B}"/>
              </a:ext>
            </a:extLst>
          </p:cNvPr>
          <p:cNvSpPr>
            <a:spLocks noGrp="1"/>
          </p:cNvSpPr>
          <p:nvPr>
            <p:ph type="body" idx="1"/>
          </p:nvPr>
        </p:nvSpPr>
        <p:spPr>
          <a:xfrm>
            <a:off x="1020726" y="2089298"/>
            <a:ext cx="10333074" cy="3827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6007E98-5ED3-41C2-BC39-EA8FB826AB1E}"/>
              </a:ext>
            </a:extLst>
          </p:cNvPr>
          <p:cNvSpPr>
            <a:spLocks noGrp="1"/>
          </p:cNvSpPr>
          <p:nvPr>
            <p:ph type="dt" sz="half" idx="2"/>
          </p:nvPr>
        </p:nvSpPr>
        <p:spPr>
          <a:xfrm>
            <a:off x="467834" y="6356350"/>
            <a:ext cx="2604976" cy="365125"/>
          </a:xfrm>
          <a:prstGeom prst="rect">
            <a:avLst/>
          </a:prstGeom>
        </p:spPr>
        <p:txBody>
          <a:bodyPr vert="horz" lIns="91440" tIns="45720" rIns="91440" bIns="45720" rtlCol="0" anchor="ctr"/>
          <a:lstStyle>
            <a:lvl1pPr algn="l">
              <a:defRPr sz="1200" b="1">
                <a:solidFill>
                  <a:schemeClr val="tx1"/>
                </a:solidFill>
              </a:defRPr>
            </a:lvl1pPr>
          </a:lstStyle>
          <a:p>
            <a:fld id="{C1691109-F4F8-4597-962C-A4F4B7960636}" type="datetimeFigureOut">
              <a:rPr lang="en-US" smtClean="0"/>
              <a:t>8/7/2024</a:t>
            </a:fld>
            <a:endParaRPr lang="en-US"/>
          </a:p>
        </p:txBody>
      </p:sp>
      <p:sp>
        <p:nvSpPr>
          <p:cNvPr id="5" name="Footer Placeholder 4">
            <a:extLst>
              <a:ext uri="{FF2B5EF4-FFF2-40B4-BE49-F238E27FC236}">
                <a16:creationId xmlns:a16="http://schemas.microsoft.com/office/drawing/2014/main" id="{B7493049-EC55-4ABD-8F77-F5A84AE384F5}"/>
              </a:ext>
            </a:extLst>
          </p:cNvPr>
          <p:cNvSpPr>
            <a:spLocks noGrp="1"/>
          </p:cNvSpPr>
          <p:nvPr>
            <p:ph type="ftr" sz="quarter" idx="3"/>
          </p:nvPr>
        </p:nvSpPr>
        <p:spPr>
          <a:xfrm>
            <a:off x="7756153" y="6356350"/>
            <a:ext cx="3444109" cy="365125"/>
          </a:xfrm>
          <a:prstGeom prst="rect">
            <a:avLst/>
          </a:prstGeom>
        </p:spPr>
        <p:txBody>
          <a:bodyPr vert="horz" lIns="91440" tIns="45720" rIns="91440" bIns="45720" rtlCol="0" anchor="ctr"/>
          <a:lstStyle>
            <a:lvl1pPr algn="r">
              <a:defRPr sz="1200" b="1" cap="all"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821B6DF-CCDC-4ED0-A4B2-1512B668F4E3}"/>
              </a:ext>
            </a:extLst>
          </p:cNvPr>
          <p:cNvSpPr>
            <a:spLocks noGrp="1"/>
          </p:cNvSpPr>
          <p:nvPr>
            <p:ph type="sldNum" sz="quarter" idx="4"/>
          </p:nvPr>
        </p:nvSpPr>
        <p:spPr>
          <a:xfrm>
            <a:off x="11200263" y="6356350"/>
            <a:ext cx="523902" cy="365125"/>
          </a:xfrm>
          <a:prstGeom prst="rect">
            <a:avLst/>
          </a:prstGeom>
        </p:spPr>
        <p:txBody>
          <a:bodyPr vert="horz" lIns="91440" tIns="45720" rIns="91440" bIns="45720" rtlCol="0" anchor="ctr"/>
          <a:lstStyle>
            <a:lvl1pPr algn="r">
              <a:defRPr sz="1200" b="1">
                <a:solidFill>
                  <a:schemeClr val="tx1"/>
                </a:solidFill>
              </a:defRPr>
            </a:lvl1pPr>
          </a:lstStyle>
          <a:p>
            <a:fld id="{7C7FAD9F-AEE9-406E-B720-57D2B9DB2816}" type="slidenum">
              <a:rPr lang="en-US" smtClean="0"/>
              <a:t>‹#›</a:t>
            </a:fld>
            <a:endParaRPr lang="en-US"/>
          </a:p>
        </p:txBody>
      </p:sp>
      <p:sp>
        <p:nvSpPr>
          <p:cNvPr id="14" name="Freeform: Shape 13">
            <a:extLst>
              <a:ext uri="{FF2B5EF4-FFF2-40B4-BE49-F238E27FC236}">
                <a16:creationId xmlns:a16="http://schemas.microsoft.com/office/drawing/2014/main" id="{42D2C6CA-56BB-4A08-A1E2-342F83955EDB}"/>
              </a:ext>
            </a:extLst>
          </p:cNvPr>
          <p:cNvSpPr/>
          <p:nvPr/>
        </p:nvSpPr>
        <p:spPr>
          <a:xfrm>
            <a:off x="403284" y="389461"/>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5500 h 6255974"/>
              <a:gd name="connsiteX1" fmla="*/ 11263634 w 11499601"/>
              <a:gd name="connsiteY1" fmla="*/ 16394 h 6255974"/>
              <a:gd name="connsiteX2" fmla="*/ 11499601 w 11499601"/>
              <a:gd name="connsiteY2" fmla="*/ 64794 h 6255974"/>
              <a:gd name="connsiteX3" fmla="*/ 11496115 w 11499601"/>
              <a:gd name="connsiteY3" fmla="*/ 338710 h 6255974"/>
              <a:gd name="connsiteX4" fmla="*/ 11496626 w 11499601"/>
              <a:gd name="connsiteY4" fmla="*/ 807372 h 6255974"/>
              <a:gd name="connsiteX5" fmla="*/ 11482477 w 11499601"/>
              <a:gd name="connsiteY5" fmla="*/ 1840079 h 6255974"/>
              <a:gd name="connsiteX6" fmla="*/ 11478714 w 11499601"/>
              <a:gd name="connsiteY6" fmla="*/ 3525714 h 6255974"/>
              <a:gd name="connsiteX7" fmla="*/ 11419375 w 11499601"/>
              <a:gd name="connsiteY7" fmla="*/ 5987933 h 6255974"/>
              <a:gd name="connsiteX8" fmla="*/ 5959453 w 11499601"/>
              <a:gd name="connsiteY8" fmla="*/ 5978886 h 6255974"/>
              <a:gd name="connsiteX9" fmla="*/ 4858766 w 11499601"/>
              <a:gd name="connsiteY9" fmla="*/ 6005062 h 6255974"/>
              <a:gd name="connsiteX10" fmla="*/ 3239306 w 11499601"/>
              <a:gd name="connsiteY10" fmla="*/ 5978241 h 6255974"/>
              <a:gd name="connsiteX11" fmla="*/ 3217554 w 11499601"/>
              <a:gd name="connsiteY11" fmla="*/ 6011412 h 6255974"/>
              <a:gd name="connsiteX12" fmla="*/ 3219866 w 11499601"/>
              <a:gd name="connsiteY12" fmla="*/ 6255974 h 6255974"/>
              <a:gd name="connsiteX13" fmla="*/ 2870715 w 11499601"/>
              <a:gd name="connsiteY13" fmla="*/ 6061661 h 6255974"/>
              <a:gd name="connsiteX14" fmla="*/ 2785655 w 11499601"/>
              <a:gd name="connsiteY14" fmla="*/ 5978241 h 6255974"/>
              <a:gd name="connsiteX15" fmla="*/ 2301504 w 11499601"/>
              <a:gd name="connsiteY15" fmla="*/ 5973147 h 6255974"/>
              <a:gd name="connsiteX16" fmla="*/ 666073 w 11499601"/>
              <a:gd name="connsiteY16" fmla="*/ 5964071 h 6255974"/>
              <a:gd name="connsiteX17" fmla="*/ 94741 w 11499601"/>
              <a:gd name="connsiteY17" fmla="*/ 5962915 h 6255974"/>
              <a:gd name="connsiteX18" fmla="*/ 37859 w 11499601"/>
              <a:gd name="connsiteY18" fmla="*/ 5881560 h 6255974"/>
              <a:gd name="connsiteX19" fmla="*/ 28975 w 11499601"/>
              <a:gd name="connsiteY19" fmla="*/ 2612388 h 6255974"/>
              <a:gd name="connsiteX20" fmla="*/ 33539 w 11499601"/>
              <a:gd name="connsiteY20" fmla="*/ 65360 h 6255974"/>
              <a:gd name="connsiteX21" fmla="*/ 39830 w 11499601"/>
              <a:gd name="connsiteY21" fmla="*/ 47528 h 6255974"/>
              <a:gd name="connsiteX22" fmla="*/ 88659 w 11499601"/>
              <a:gd name="connsiteY22" fmla="*/ 42782 h 6255974"/>
              <a:gd name="connsiteX23" fmla="*/ 301554 w 11499601"/>
              <a:gd name="connsiteY23" fmla="*/ 42782 h 6255974"/>
              <a:gd name="connsiteX24" fmla="*/ 416464 w 11499601"/>
              <a:gd name="connsiteY24" fmla="*/ 36225 h 6255974"/>
              <a:gd name="connsiteX25" fmla="*/ 907723 w 11499601"/>
              <a:gd name="connsiteY25" fmla="*/ 29769 h 6255974"/>
              <a:gd name="connsiteX26" fmla="*/ 3989089 w 11499601"/>
              <a:gd name="connsiteY26" fmla="*/ 35153 h 6255974"/>
              <a:gd name="connsiteX27" fmla="*/ 9680053 w 11499601"/>
              <a:gd name="connsiteY27" fmla="*/ 5500 h 6255974"/>
              <a:gd name="connsiteX0" fmla="*/ 9680053 w 11499601"/>
              <a:gd name="connsiteY0" fmla="*/ 0 h 6250474"/>
              <a:gd name="connsiteX1" fmla="*/ 11263634 w 11499601"/>
              <a:gd name="connsiteY1" fmla="*/ 10894 h 6250474"/>
              <a:gd name="connsiteX2" fmla="*/ 11499601 w 11499601"/>
              <a:gd name="connsiteY2" fmla="*/ 5929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1172 w 11499601"/>
              <a:gd name="connsiteY3" fmla="*/ 31329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83635" y="5293"/>
                  <a:pt x="11499601" y="39374"/>
                </a:cubicBezTo>
                <a:lnTo>
                  <a:pt x="11491172" y="313290"/>
                </a:lnTo>
                <a:cubicBezTo>
                  <a:pt x="11491342" y="46951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782562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75" r:id="rId5"/>
    <p:sldLayoutId id="2147483680" r:id="rId6"/>
    <p:sldLayoutId id="2147483676" r:id="rId7"/>
    <p:sldLayoutId id="2147483677" r:id="rId8"/>
    <p:sldLayoutId id="2147483678" r:id="rId9"/>
    <p:sldLayoutId id="2147483679" r:id="rId10"/>
    <p:sldLayoutId id="2147483681" r:id="rId11"/>
  </p:sldLayoutIdLst>
  <p:txStyles>
    <p:titleStyle>
      <a:lvl1pPr algn="l" defTabSz="914400" rtl="0" eaLnBrk="1" latinLnBrk="0" hangingPunct="1">
        <a:lnSpc>
          <a:spcPct val="100000"/>
        </a:lnSpc>
        <a:spcBef>
          <a:spcPct val="0"/>
        </a:spcBef>
        <a:buNone/>
        <a:defRPr sz="4800" b="1" kern="1200" spc="1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ED3E28F-E990-4EB1-BDE1-DEF2B7F98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dots and lines&#10;&#10;Description automatically generated">
            <a:extLst>
              <a:ext uri="{FF2B5EF4-FFF2-40B4-BE49-F238E27FC236}">
                <a16:creationId xmlns:a16="http://schemas.microsoft.com/office/drawing/2014/main" id="{2AE08F99-CFA0-2707-46AF-D4994614433C}"/>
              </a:ext>
            </a:extLst>
          </p:cNvPr>
          <p:cNvPicPr>
            <a:picLocks noChangeAspect="1"/>
          </p:cNvPicPr>
          <p:nvPr/>
        </p:nvPicPr>
        <p:blipFill>
          <a:blip r:embed="rId2"/>
          <a:srcRect t="3799" b="2011"/>
          <a:stretch/>
        </p:blipFill>
        <p:spPr>
          <a:xfrm>
            <a:off x="20" y="1"/>
            <a:ext cx="12191980" cy="6861458"/>
          </a:xfrm>
          <a:prstGeom prst="rect">
            <a:avLst/>
          </a:prstGeom>
        </p:spPr>
      </p:pic>
      <p:sp>
        <p:nvSpPr>
          <p:cNvPr id="11" name="Freeform: Shape 10">
            <a:extLst>
              <a:ext uri="{FF2B5EF4-FFF2-40B4-BE49-F238E27FC236}">
                <a16:creationId xmlns:a16="http://schemas.microsoft.com/office/drawing/2014/main" id="{F5CA07C1-041F-475C-9FC6-2E4316532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022" y="343112"/>
            <a:ext cx="5737538" cy="2989690"/>
          </a:xfrm>
          <a:custGeom>
            <a:avLst/>
            <a:gdLst>
              <a:gd name="connsiteX0" fmla="*/ 1289525 w 6745768"/>
              <a:gd name="connsiteY0" fmla="*/ 2301903 h 2794242"/>
              <a:gd name="connsiteX1" fmla="*/ 182620 w 6745768"/>
              <a:gd name="connsiteY1" fmla="*/ 1797161 h 2794242"/>
              <a:gd name="connsiteX2" fmla="*/ 12857 w 6745768"/>
              <a:gd name="connsiteY2" fmla="*/ 794567 h 2794242"/>
              <a:gd name="connsiteX3" fmla="*/ 697283 w 6745768"/>
              <a:gd name="connsiteY3" fmla="*/ 56263 h 2794242"/>
              <a:gd name="connsiteX4" fmla="*/ 6042476 w 6745768"/>
              <a:gd name="connsiteY4" fmla="*/ 156302 h 2794242"/>
              <a:gd name="connsiteX5" fmla="*/ 6744264 w 6745768"/>
              <a:gd name="connsiteY5" fmla="*/ 865255 h 2794242"/>
              <a:gd name="connsiteX6" fmla="*/ 6299463 w 6745768"/>
              <a:gd name="connsiteY6" fmla="*/ 2129659 h 2794242"/>
              <a:gd name="connsiteX7" fmla="*/ 1843321 w 6745768"/>
              <a:gd name="connsiteY7" fmla="*/ 2302040 h 2794242"/>
              <a:gd name="connsiteX8" fmla="*/ 1297241 w 6745768"/>
              <a:gd name="connsiteY8" fmla="*/ 2794243 h 2794242"/>
              <a:gd name="connsiteX9" fmla="*/ 1289525 w 6745768"/>
              <a:gd name="connsiteY9" fmla="*/ 2301903 h 2794242"/>
              <a:gd name="connsiteX0" fmla="*/ 1289525 w 6745768"/>
              <a:gd name="connsiteY0" fmla="*/ 2301903 h 2633547"/>
              <a:gd name="connsiteX1" fmla="*/ 182620 w 6745768"/>
              <a:gd name="connsiteY1" fmla="*/ 1797161 h 2633547"/>
              <a:gd name="connsiteX2" fmla="*/ 12857 w 6745768"/>
              <a:gd name="connsiteY2" fmla="*/ 794567 h 2633547"/>
              <a:gd name="connsiteX3" fmla="*/ 697283 w 6745768"/>
              <a:gd name="connsiteY3" fmla="*/ 56263 h 2633547"/>
              <a:gd name="connsiteX4" fmla="*/ 6042476 w 6745768"/>
              <a:gd name="connsiteY4" fmla="*/ 156302 h 2633547"/>
              <a:gd name="connsiteX5" fmla="*/ 6744264 w 6745768"/>
              <a:gd name="connsiteY5" fmla="*/ 865255 h 2633547"/>
              <a:gd name="connsiteX6" fmla="*/ 6299463 w 6745768"/>
              <a:gd name="connsiteY6" fmla="*/ 2129659 h 2633547"/>
              <a:gd name="connsiteX7" fmla="*/ 1843321 w 6745768"/>
              <a:gd name="connsiteY7" fmla="*/ 2302040 h 2633547"/>
              <a:gd name="connsiteX8" fmla="*/ 1297241 w 6745768"/>
              <a:gd name="connsiteY8" fmla="*/ 2633547 h 2633547"/>
              <a:gd name="connsiteX9" fmla="*/ 1289525 w 6745768"/>
              <a:gd name="connsiteY9" fmla="*/ 2301903 h 2633547"/>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046952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5926709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2018095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02083"/>
              <a:gd name="connsiteX1" fmla="*/ 182620 w 6745768"/>
              <a:gd name="connsiteY1" fmla="*/ 1797161 h 2502083"/>
              <a:gd name="connsiteX2" fmla="*/ 12857 w 6745768"/>
              <a:gd name="connsiteY2" fmla="*/ 794567 h 2502083"/>
              <a:gd name="connsiteX3" fmla="*/ 697283 w 6745768"/>
              <a:gd name="connsiteY3" fmla="*/ 56263 h 2502083"/>
              <a:gd name="connsiteX4" fmla="*/ 6042476 w 6745768"/>
              <a:gd name="connsiteY4" fmla="*/ 156302 h 2502083"/>
              <a:gd name="connsiteX5" fmla="*/ 6744264 w 6745768"/>
              <a:gd name="connsiteY5" fmla="*/ 865255 h 2502083"/>
              <a:gd name="connsiteX6" fmla="*/ 5926709 w 6745768"/>
              <a:gd name="connsiteY6" fmla="*/ 2129659 h 2502083"/>
              <a:gd name="connsiteX7" fmla="*/ 2018095 w 6745768"/>
              <a:gd name="connsiteY7" fmla="*/ 2302040 h 2502083"/>
              <a:gd name="connsiteX8" fmla="*/ 1303420 w 6745768"/>
              <a:gd name="connsiteY8" fmla="*/ 2502083 h 2502083"/>
              <a:gd name="connsiteX9" fmla="*/ 1289525 w 6745768"/>
              <a:gd name="connsiteY9" fmla="*/ 230190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7858 w 6739037"/>
              <a:gd name="connsiteY0" fmla="*/ 2291553 h 2502083"/>
              <a:gd name="connsiteX1" fmla="*/ 429511 w 6739037"/>
              <a:gd name="connsiteY1" fmla="*/ 2224594 h 2502083"/>
              <a:gd name="connsiteX2" fmla="*/ 175889 w 6739037"/>
              <a:gd name="connsiteY2" fmla="*/ 1797161 h 2502083"/>
              <a:gd name="connsiteX3" fmla="*/ 6126 w 6739037"/>
              <a:gd name="connsiteY3" fmla="*/ 794567 h 2502083"/>
              <a:gd name="connsiteX4" fmla="*/ 690552 w 6739037"/>
              <a:gd name="connsiteY4" fmla="*/ 56263 h 2502083"/>
              <a:gd name="connsiteX5" fmla="*/ 6035745 w 6739037"/>
              <a:gd name="connsiteY5" fmla="*/ 156302 h 2502083"/>
              <a:gd name="connsiteX6" fmla="*/ 6737533 w 6739037"/>
              <a:gd name="connsiteY6" fmla="*/ 865255 h 2502083"/>
              <a:gd name="connsiteX7" fmla="*/ 5919978 w 6739037"/>
              <a:gd name="connsiteY7" fmla="*/ 2129659 h 2502083"/>
              <a:gd name="connsiteX8" fmla="*/ 2011364 w 6739037"/>
              <a:gd name="connsiteY8" fmla="*/ 2302040 h 2502083"/>
              <a:gd name="connsiteX9" fmla="*/ 1296689 w 6739037"/>
              <a:gd name="connsiteY9" fmla="*/ 2502083 h 2502083"/>
              <a:gd name="connsiteX10" fmla="*/ 1187858 w 6739037"/>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8071 w 6739250"/>
              <a:gd name="connsiteY0" fmla="*/ 2291553 h 2502083"/>
              <a:gd name="connsiteX1" fmla="*/ 464950 w 6739250"/>
              <a:gd name="connsiteY1" fmla="*/ 2162792 h 2502083"/>
              <a:gd name="connsiteX2" fmla="*/ 176102 w 6739250"/>
              <a:gd name="connsiteY2" fmla="*/ 1797161 h 2502083"/>
              <a:gd name="connsiteX3" fmla="*/ 6339 w 6739250"/>
              <a:gd name="connsiteY3" fmla="*/ 794567 h 2502083"/>
              <a:gd name="connsiteX4" fmla="*/ 690765 w 6739250"/>
              <a:gd name="connsiteY4" fmla="*/ 56263 h 2502083"/>
              <a:gd name="connsiteX5" fmla="*/ 6035958 w 6739250"/>
              <a:gd name="connsiteY5" fmla="*/ 156302 h 2502083"/>
              <a:gd name="connsiteX6" fmla="*/ 6737746 w 6739250"/>
              <a:gd name="connsiteY6" fmla="*/ 865255 h 2502083"/>
              <a:gd name="connsiteX7" fmla="*/ 5920191 w 6739250"/>
              <a:gd name="connsiteY7" fmla="*/ 2129659 h 2502083"/>
              <a:gd name="connsiteX8" fmla="*/ 2011577 w 6739250"/>
              <a:gd name="connsiteY8" fmla="*/ 2302040 h 2502083"/>
              <a:gd name="connsiteX9" fmla="*/ 1296902 w 6739250"/>
              <a:gd name="connsiteY9" fmla="*/ 2502083 h 2502083"/>
              <a:gd name="connsiteX10" fmla="*/ 1188071 w 6739250"/>
              <a:gd name="connsiteY10" fmla="*/ 2291553 h 2502083"/>
              <a:gd name="connsiteX0" fmla="*/ 1218613 w 6769792"/>
              <a:gd name="connsiteY0" fmla="*/ 2291553 h 2502083"/>
              <a:gd name="connsiteX1" fmla="*/ 495492 w 6769792"/>
              <a:gd name="connsiteY1" fmla="*/ 2162792 h 2502083"/>
              <a:gd name="connsiteX2" fmla="*/ 134625 w 6769792"/>
              <a:gd name="connsiteY2" fmla="*/ 1835847 h 2502083"/>
              <a:gd name="connsiteX3" fmla="*/ 36881 w 6769792"/>
              <a:gd name="connsiteY3" fmla="*/ 794567 h 2502083"/>
              <a:gd name="connsiteX4" fmla="*/ 721307 w 6769792"/>
              <a:gd name="connsiteY4" fmla="*/ 56263 h 2502083"/>
              <a:gd name="connsiteX5" fmla="*/ 6066500 w 6769792"/>
              <a:gd name="connsiteY5" fmla="*/ 156302 h 2502083"/>
              <a:gd name="connsiteX6" fmla="*/ 6768288 w 6769792"/>
              <a:gd name="connsiteY6" fmla="*/ 865255 h 2502083"/>
              <a:gd name="connsiteX7" fmla="*/ 5950733 w 6769792"/>
              <a:gd name="connsiteY7" fmla="*/ 2129659 h 2502083"/>
              <a:gd name="connsiteX8" fmla="*/ 2042119 w 6769792"/>
              <a:gd name="connsiteY8" fmla="*/ 2302040 h 2502083"/>
              <a:gd name="connsiteX9" fmla="*/ 1327444 w 6769792"/>
              <a:gd name="connsiteY9" fmla="*/ 2502083 h 2502083"/>
              <a:gd name="connsiteX10" fmla="*/ 1218613 w 6769792"/>
              <a:gd name="connsiteY10" fmla="*/ 2291553 h 2502083"/>
              <a:gd name="connsiteX0" fmla="*/ 1218613 w 6769097"/>
              <a:gd name="connsiteY0" fmla="*/ 2270200 h 2480730"/>
              <a:gd name="connsiteX1" fmla="*/ 495492 w 6769097"/>
              <a:gd name="connsiteY1" fmla="*/ 2141439 h 2480730"/>
              <a:gd name="connsiteX2" fmla="*/ 134625 w 6769097"/>
              <a:gd name="connsiteY2" fmla="*/ 1814494 h 2480730"/>
              <a:gd name="connsiteX3" fmla="*/ 36881 w 6769097"/>
              <a:gd name="connsiteY3" fmla="*/ 773214 h 2480730"/>
              <a:gd name="connsiteX4" fmla="*/ 721307 w 6769097"/>
              <a:gd name="connsiteY4" fmla="*/ 34910 h 2480730"/>
              <a:gd name="connsiteX5" fmla="*/ 5609353 w 6769097"/>
              <a:gd name="connsiteY5" fmla="*/ 127244 h 2480730"/>
              <a:gd name="connsiteX6" fmla="*/ 6768288 w 6769097"/>
              <a:gd name="connsiteY6" fmla="*/ 843902 h 2480730"/>
              <a:gd name="connsiteX7" fmla="*/ 5950733 w 6769097"/>
              <a:gd name="connsiteY7" fmla="*/ 2108306 h 2480730"/>
              <a:gd name="connsiteX8" fmla="*/ 2042119 w 6769097"/>
              <a:gd name="connsiteY8" fmla="*/ 2280687 h 2480730"/>
              <a:gd name="connsiteX9" fmla="*/ 1327444 w 6769097"/>
              <a:gd name="connsiteY9" fmla="*/ 2480730 h 2480730"/>
              <a:gd name="connsiteX10" fmla="*/ 1218613 w 6769097"/>
              <a:gd name="connsiteY10" fmla="*/ 2270200 h 2480730"/>
              <a:gd name="connsiteX0" fmla="*/ 1218613 w 6571897"/>
              <a:gd name="connsiteY0" fmla="*/ 2290477 h 2501007"/>
              <a:gd name="connsiteX1" fmla="*/ 495492 w 6571897"/>
              <a:gd name="connsiteY1" fmla="*/ 2161716 h 2501007"/>
              <a:gd name="connsiteX2" fmla="*/ 134625 w 6571897"/>
              <a:gd name="connsiteY2" fmla="*/ 1834771 h 2501007"/>
              <a:gd name="connsiteX3" fmla="*/ 36881 w 6571897"/>
              <a:gd name="connsiteY3" fmla="*/ 793491 h 2501007"/>
              <a:gd name="connsiteX4" fmla="*/ 721307 w 6571897"/>
              <a:gd name="connsiteY4" fmla="*/ 55187 h 2501007"/>
              <a:gd name="connsiteX5" fmla="*/ 5609353 w 6571897"/>
              <a:gd name="connsiteY5" fmla="*/ 147521 h 2501007"/>
              <a:gd name="connsiteX6" fmla="*/ 6563360 w 6571897"/>
              <a:gd name="connsiteY6" fmla="*/ 894996 h 2501007"/>
              <a:gd name="connsiteX7" fmla="*/ 5950733 w 6571897"/>
              <a:gd name="connsiteY7" fmla="*/ 2128583 h 2501007"/>
              <a:gd name="connsiteX8" fmla="*/ 2042119 w 6571897"/>
              <a:gd name="connsiteY8" fmla="*/ 2300964 h 2501007"/>
              <a:gd name="connsiteX9" fmla="*/ 1327444 w 6571897"/>
              <a:gd name="connsiteY9" fmla="*/ 2501007 h 2501007"/>
              <a:gd name="connsiteX10" fmla="*/ 1218613 w 6571897"/>
              <a:gd name="connsiteY10" fmla="*/ 2290477 h 2501007"/>
              <a:gd name="connsiteX0" fmla="*/ 1218613 w 6567563"/>
              <a:gd name="connsiteY0" fmla="*/ 2246415 h 2456945"/>
              <a:gd name="connsiteX1" fmla="*/ 495492 w 6567563"/>
              <a:gd name="connsiteY1" fmla="*/ 2117654 h 2456945"/>
              <a:gd name="connsiteX2" fmla="*/ 134625 w 6567563"/>
              <a:gd name="connsiteY2" fmla="*/ 1790709 h 2456945"/>
              <a:gd name="connsiteX3" fmla="*/ 36881 w 6567563"/>
              <a:gd name="connsiteY3" fmla="*/ 749429 h 2456945"/>
              <a:gd name="connsiteX4" fmla="*/ 721307 w 6567563"/>
              <a:gd name="connsiteY4" fmla="*/ 11125 h 2456945"/>
              <a:gd name="connsiteX5" fmla="*/ 5483243 w 6567563"/>
              <a:gd name="connsiteY5" fmla="*/ 342289 h 2456945"/>
              <a:gd name="connsiteX6" fmla="*/ 6563360 w 6567563"/>
              <a:gd name="connsiteY6" fmla="*/ 850934 h 2456945"/>
              <a:gd name="connsiteX7" fmla="*/ 5950733 w 6567563"/>
              <a:gd name="connsiteY7" fmla="*/ 2084521 h 2456945"/>
              <a:gd name="connsiteX8" fmla="*/ 2042119 w 6567563"/>
              <a:gd name="connsiteY8" fmla="*/ 2256902 h 2456945"/>
              <a:gd name="connsiteX9" fmla="*/ 1327444 w 6567563"/>
              <a:gd name="connsiteY9" fmla="*/ 2456945 h 2456945"/>
              <a:gd name="connsiteX10" fmla="*/ 1218613 w 6567563"/>
              <a:gd name="connsiteY10" fmla="*/ 2246415 h 2456945"/>
              <a:gd name="connsiteX0" fmla="*/ 1261070 w 6608712"/>
              <a:gd name="connsiteY0" fmla="*/ 2071877 h 2282407"/>
              <a:gd name="connsiteX1" fmla="*/ 537949 w 6608712"/>
              <a:gd name="connsiteY1" fmla="*/ 1943116 h 2282407"/>
              <a:gd name="connsiteX2" fmla="*/ 177082 w 6608712"/>
              <a:gd name="connsiteY2" fmla="*/ 1616171 h 2282407"/>
              <a:gd name="connsiteX3" fmla="*/ 79338 w 6608712"/>
              <a:gd name="connsiteY3" fmla="*/ 574891 h 2282407"/>
              <a:gd name="connsiteX4" fmla="*/ 1347021 w 6608712"/>
              <a:gd name="connsiteY4" fmla="*/ 21487 h 2282407"/>
              <a:gd name="connsiteX5" fmla="*/ 5525700 w 6608712"/>
              <a:gd name="connsiteY5" fmla="*/ 167751 h 2282407"/>
              <a:gd name="connsiteX6" fmla="*/ 6605817 w 6608712"/>
              <a:gd name="connsiteY6" fmla="*/ 676396 h 2282407"/>
              <a:gd name="connsiteX7" fmla="*/ 5993190 w 6608712"/>
              <a:gd name="connsiteY7" fmla="*/ 1909983 h 2282407"/>
              <a:gd name="connsiteX8" fmla="*/ 2084576 w 6608712"/>
              <a:gd name="connsiteY8" fmla="*/ 2082364 h 2282407"/>
              <a:gd name="connsiteX9" fmla="*/ 1369901 w 6608712"/>
              <a:gd name="connsiteY9" fmla="*/ 2282407 h 2282407"/>
              <a:gd name="connsiteX10" fmla="*/ 1261070 w 6608712"/>
              <a:gd name="connsiteY10" fmla="*/ 2071877 h 2282407"/>
              <a:gd name="connsiteX0" fmla="*/ 1223256 w 6570898"/>
              <a:gd name="connsiteY0" fmla="*/ 2072393 h 2282923"/>
              <a:gd name="connsiteX1" fmla="*/ 500135 w 6570898"/>
              <a:gd name="connsiteY1" fmla="*/ 1943632 h 2282923"/>
              <a:gd name="connsiteX2" fmla="*/ 139268 w 6570898"/>
              <a:gd name="connsiteY2" fmla="*/ 1616687 h 2282923"/>
              <a:gd name="connsiteX3" fmla="*/ 88816 w 6570898"/>
              <a:gd name="connsiteY3" fmla="*/ 583111 h 2282923"/>
              <a:gd name="connsiteX4" fmla="*/ 1309207 w 6570898"/>
              <a:gd name="connsiteY4" fmla="*/ 22003 h 2282923"/>
              <a:gd name="connsiteX5" fmla="*/ 5487886 w 6570898"/>
              <a:gd name="connsiteY5" fmla="*/ 168267 h 2282923"/>
              <a:gd name="connsiteX6" fmla="*/ 6568003 w 6570898"/>
              <a:gd name="connsiteY6" fmla="*/ 676912 h 2282923"/>
              <a:gd name="connsiteX7" fmla="*/ 5955376 w 6570898"/>
              <a:gd name="connsiteY7" fmla="*/ 1910499 h 2282923"/>
              <a:gd name="connsiteX8" fmla="*/ 2046762 w 6570898"/>
              <a:gd name="connsiteY8" fmla="*/ 2082880 h 2282923"/>
              <a:gd name="connsiteX9" fmla="*/ 1332087 w 6570898"/>
              <a:gd name="connsiteY9" fmla="*/ 2282923 h 2282923"/>
              <a:gd name="connsiteX10" fmla="*/ 1223256 w 6570898"/>
              <a:gd name="connsiteY10" fmla="*/ 2072393 h 2282923"/>
              <a:gd name="connsiteX0" fmla="*/ 1223256 w 6602187"/>
              <a:gd name="connsiteY0" fmla="*/ 2076033 h 2286563"/>
              <a:gd name="connsiteX1" fmla="*/ 500135 w 6602187"/>
              <a:gd name="connsiteY1" fmla="*/ 1947272 h 2286563"/>
              <a:gd name="connsiteX2" fmla="*/ 139268 w 6602187"/>
              <a:gd name="connsiteY2" fmla="*/ 1620327 h 2286563"/>
              <a:gd name="connsiteX3" fmla="*/ 88816 w 6602187"/>
              <a:gd name="connsiteY3" fmla="*/ 586751 h 2286563"/>
              <a:gd name="connsiteX4" fmla="*/ 1309207 w 6602187"/>
              <a:gd name="connsiteY4" fmla="*/ 25643 h 2286563"/>
              <a:gd name="connsiteX5" fmla="*/ 5487886 w 6602187"/>
              <a:gd name="connsiteY5" fmla="*/ 171907 h 2286563"/>
              <a:gd name="connsiteX6" fmla="*/ 6599531 w 6602187"/>
              <a:gd name="connsiteY6" fmla="*/ 850044 h 2286563"/>
              <a:gd name="connsiteX7" fmla="*/ 5955376 w 6602187"/>
              <a:gd name="connsiteY7" fmla="*/ 1914139 h 2286563"/>
              <a:gd name="connsiteX8" fmla="*/ 2046762 w 6602187"/>
              <a:gd name="connsiteY8" fmla="*/ 2086520 h 2286563"/>
              <a:gd name="connsiteX9" fmla="*/ 1332087 w 6602187"/>
              <a:gd name="connsiteY9" fmla="*/ 2286563 h 2286563"/>
              <a:gd name="connsiteX10" fmla="*/ 1223256 w 6602187"/>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23012"/>
              <a:gd name="connsiteY0" fmla="*/ 2076033 h 2286563"/>
              <a:gd name="connsiteX1" fmla="*/ 500135 w 6623012"/>
              <a:gd name="connsiteY1" fmla="*/ 1947272 h 2286563"/>
              <a:gd name="connsiteX2" fmla="*/ 139268 w 6623012"/>
              <a:gd name="connsiteY2" fmla="*/ 1620327 h 2286563"/>
              <a:gd name="connsiteX3" fmla="*/ 88816 w 6623012"/>
              <a:gd name="connsiteY3" fmla="*/ 586751 h 2286563"/>
              <a:gd name="connsiteX4" fmla="*/ 1309207 w 6623012"/>
              <a:gd name="connsiteY4" fmla="*/ 25643 h 2286563"/>
              <a:gd name="connsiteX5" fmla="*/ 5487886 w 6623012"/>
              <a:gd name="connsiteY5" fmla="*/ 171907 h 2286563"/>
              <a:gd name="connsiteX6" fmla="*/ 6599531 w 6623012"/>
              <a:gd name="connsiteY6" fmla="*/ 850044 h 2286563"/>
              <a:gd name="connsiteX7" fmla="*/ 5955376 w 6623012"/>
              <a:gd name="connsiteY7" fmla="*/ 1914139 h 2286563"/>
              <a:gd name="connsiteX8" fmla="*/ 2046762 w 6623012"/>
              <a:gd name="connsiteY8" fmla="*/ 2086520 h 2286563"/>
              <a:gd name="connsiteX9" fmla="*/ 1332087 w 6623012"/>
              <a:gd name="connsiteY9" fmla="*/ 2286563 h 2286563"/>
              <a:gd name="connsiteX10" fmla="*/ 1223256 w 6623012"/>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00330"/>
              <a:gd name="connsiteY0" fmla="*/ 2077382 h 2287912"/>
              <a:gd name="connsiteX1" fmla="*/ 500135 w 6600330"/>
              <a:gd name="connsiteY1" fmla="*/ 1948621 h 2287912"/>
              <a:gd name="connsiteX2" fmla="*/ 139268 w 6600330"/>
              <a:gd name="connsiteY2" fmla="*/ 1621676 h 2287912"/>
              <a:gd name="connsiteX3" fmla="*/ 88816 w 6600330"/>
              <a:gd name="connsiteY3" fmla="*/ 588100 h 2287912"/>
              <a:gd name="connsiteX4" fmla="*/ 1309207 w 6600330"/>
              <a:gd name="connsiteY4" fmla="*/ 26992 h 2287912"/>
              <a:gd name="connsiteX5" fmla="*/ 5487886 w 6600330"/>
              <a:gd name="connsiteY5" fmla="*/ 173256 h 2287912"/>
              <a:gd name="connsiteX6" fmla="*/ 6599531 w 6600330"/>
              <a:gd name="connsiteY6" fmla="*/ 905322 h 2287912"/>
              <a:gd name="connsiteX7" fmla="*/ 5955376 w 6600330"/>
              <a:gd name="connsiteY7" fmla="*/ 1915488 h 2287912"/>
              <a:gd name="connsiteX8" fmla="*/ 2046762 w 6600330"/>
              <a:gd name="connsiteY8" fmla="*/ 2087869 h 2287912"/>
              <a:gd name="connsiteX9" fmla="*/ 1332087 w 6600330"/>
              <a:gd name="connsiteY9" fmla="*/ 2287912 h 2287912"/>
              <a:gd name="connsiteX10" fmla="*/ 1223256 w 6600330"/>
              <a:gd name="connsiteY10" fmla="*/ 2077382 h 2287912"/>
              <a:gd name="connsiteX0" fmla="*/ 1236982 w 6614056"/>
              <a:gd name="connsiteY0" fmla="*/ 2077382 h 2287912"/>
              <a:gd name="connsiteX1" fmla="*/ 513861 w 6614056"/>
              <a:gd name="connsiteY1" fmla="*/ 1948621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325239 w 6614056"/>
              <a:gd name="connsiteY0" fmla="*/ 2062693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25239 w 6614056"/>
              <a:gd name="connsiteY10" fmla="*/ 2062693 h 2287912"/>
              <a:gd name="connsiteX0" fmla="*/ 1350455 w 6614056"/>
              <a:gd name="connsiteY0" fmla="*/ 2033314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50455 w 6614056"/>
              <a:gd name="connsiteY10" fmla="*/ 2033314 h 2287912"/>
              <a:gd name="connsiteX0" fmla="*/ 1351015 w 6614616"/>
              <a:gd name="connsiteY0" fmla="*/ 2033314 h 2287912"/>
              <a:gd name="connsiteX1" fmla="*/ 527030 w 6614616"/>
              <a:gd name="connsiteY1" fmla="*/ 1816418 h 2287912"/>
              <a:gd name="connsiteX2" fmla="*/ 115730 w 6614616"/>
              <a:gd name="connsiteY2" fmla="*/ 1423371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1015 w 6614616"/>
              <a:gd name="connsiteY0" fmla="*/ 2033314 h 2287912"/>
              <a:gd name="connsiteX1" fmla="*/ 527030 w 6614616"/>
              <a:gd name="connsiteY1" fmla="*/ 1816418 h 2287912"/>
              <a:gd name="connsiteX2" fmla="*/ 115730 w 6614616"/>
              <a:gd name="connsiteY2" fmla="*/ 1342580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060489 w 6614057"/>
              <a:gd name="connsiteY8" fmla="*/ 2087869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123530 w 6614057"/>
              <a:gd name="connsiteY8" fmla="*/ 2058491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6451"/>
              <a:gd name="connsiteY0" fmla="*/ 2033314 h 2287912"/>
              <a:gd name="connsiteX1" fmla="*/ 513863 w 6616451"/>
              <a:gd name="connsiteY1" fmla="*/ 1765006 h 2287912"/>
              <a:gd name="connsiteX2" fmla="*/ 115171 w 6616451"/>
              <a:gd name="connsiteY2" fmla="*/ 1342580 h 2287912"/>
              <a:gd name="connsiteX3" fmla="*/ 102543 w 6616451"/>
              <a:gd name="connsiteY3" fmla="*/ 588100 h 2287912"/>
              <a:gd name="connsiteX4" fmla="*/ 1322934 w 6616451"/>
              <a:gd name="connsiteY4" fmla="*/ 26992 h 2287912"/>
              <a:gd name="connsiteX5" fmla="*/ 5501613 w 6616451"/>
              <a:gd name="connsiteY5" fmla="*/ 173256 h 2287912"/>
              <a:gd name="connsiteX6" fmla="*/ 6613258 w 6616451"/>
              <a:gd name="connsiteY6" fmla="*/ 905322 h 2287912"/>
              <a:gd name="connsiteX7" fmla="*/ 6032145 w 6616451"/>
              <a:gd name="connsiteY7" fmla="*/ 1856731 h 2287912"/>
              <a:gd name="connsiteX8" fmla="*/ 2224395 w 6616451"/>
              <a:gd name="connsiteY8" fmla="*/ 2029112 h 2287912"/>
              <a:gd name="connsiteX9" fmla="*/ 1345814 w 6616451"/>
              <a:gd name="connsiteY9" fmla="*/ 2287912 h 2287912"/>
              <a:gd name="connsiteX10" fmla="*/ 1350456 w 6616451"/>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32145 w 6614057"/>
              <a:gd name="connsiteY7" fmla="*/ 1856731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19537 w 6614057"/>
              <a:gd name="connsiteY7" fmla="*/ 180531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3258"/>
              <a:gd name="connsiteY0" fmla="*/ 2033314 h 2287912"/>
              <a:gd name="connsiteX1" fmla="*/ 513863 w 6613258"/>
              <a:gd name="connsiteY1" fmla="*/ 1765006 h 2287912"/>
              <a:gd name="connsiteX2" fmla="*/ 115171 w 6613258"/>
              <a:gd name="connsiteY2" fmla="*/ 1342580 h 2287912"/>
              <a:gd name="connsiteX3" fmla="*/ 102543 w 6613258"/>
              <a:gd name="connsiteY3" fmla="*/ 588100 h 2287912"/>
              <a:gd name="connsiteX4" fmla="*/ 1322934 w 6613258"/>
              <a:gd name="connsiteY4" fmla="*/ 26992 h 2287912"/>
              <a:gd name="connsiteX5" fmla="*/ 5501613 w 6613258"/>
              <a:gd name="connsiteY5" fmla="*/ 173256 h 2287912"/>
              <a:gd name="connsiteX6" fmla="*/ 6613258 w 6613258"/>
              <a:gd name="connsiteY6" fmla="*/ 905322 h 2287912"/>
              <a:gd name="connsiteX7" fmla="*/ 6019537 w 6613258"/>
              <a:gd name="connsiteY7" fmla="*/ 1805318 h 2287912"/>
              <a:gd name="connsiteX8" fmla="*/ 2224395 w 6613258"/>
              <a:gd name="connsiteY8" fmla="*/ 2029112 h 2287912"/>
              <a:gd name="connsiteX9" fmla="*/ 1345814 w 6613258"/>
              <a:gd name="connsiteY9" fmla="*/ 2287912 h 2287912"/>
              <a:gd name="connsiteX10" fmla="*/ 1350456 w 6613258"/>
              <a:gd name="connsiteY10" fmla="*/ 2033314 h 2287912"/>
              <a:gd name="connsiteX0" fmla="*/ 1352720 w 6615522"/>
              <a:gd name="connsiteY0" fmla="*/ 2033314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52720 w 6615522"/>
              <a:gd name="connsiteY10" fmla="*/ 2033314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2284 w 6617261"/>
              <a:gd name="connsiteY0" fmla="*/ 2011281 h 2287912"/>
              <a:gd name="connsiteX1" fmla="*/ 606122 w 6617261"/>
              <a:gd name="connsiteY1" fmla="*/ 1728283 h 2287912"/>
              <a:gd name="connsiteX2" fmla="*/ 119174 w 6617261"/>
              <a:gd name="connsiteY2" fmla="*/ 1342580 h 2287912"/>
              <a:gd name="connsiteX3" fmla="*/ 106546 w 6617261"/>
              <a:gd name="connsiteY3" fmla="*/ 588100 h 2287912"/>
              <a:gd name="connsiteX4" fmla="*/ 1326937 w 6617261"/>
              <a:gd name="connsiteY4" fmla="*/ 26992 h 2287912"/>
              <a:gd name="connsiteX5" fmla="*/ 5505616 w 6617261"/>
              <a:gd name="connsiteY5" fmla="*/ 173256 h 2287912"/>
              <a:gd name="connsiteX6" fmla="*/ 6617261 w 6617261"/>
              <a:gd name="connsiteY6" fmla="*/ 905322 h 2287912"/>
              <a:gd name="connsiteX7" fmla="*/ 6023540 w 6617261"/>
              <a:gd name="connsiteY7" fmla="*/ 1805318 h 2287912"/>
              <a:gd name="connsiteX8" fmla="*/ 2228398 w 6617261"/>
              <a:gd name="connsiteY8" fmla="*/ 2029112 h 2287912"/>
              <a:gd name="connsiteX9" fmla="*/ 1349817 w 6617261"/>
              <a:gd name="connsiteY9" fmla="*/ 2287912 h 2287912"/>
              <a:gd name="connsiteX10" fmla="*/ 1392284 w 6617261"/>
              <a:gd name="connsiteY10" fmla="*/ 2011281 h 2287912"/>
              <a:gd name="connsiteX0" fmla="*/ 1382461 w 6607438"/>
              <a:gd name="connsiteY0" fmla="*/ 2011281 h 2287912"/>
              <a:gd name="connsiteX1" fmla="*/ 596299 w 6607438"/>
              <a:gd name="connsiteY1" fmla="*/ 1728283 h 2287912"/>
              <a:gd name="connsiteX2" fmla="*/ 134568 w 6607438"/>
              <a:gd name="connsiteY2" fmla="*/ 1291168 h 2287912"/>
              <a:gd name="connsiteX3" fmla="*/ 96723 w 6607438"/>
              <a:gd name="connsiteY3" fmla="*/ 588100 h 2287912"/>
              <a:gd name="connsiteX4" fmla="*/ 1317114 w 6607438"/>
              <a:gd name="connsiteY4" fmla="*/ 26992 h 2287912"/>
              <a:gd name="connsiteX5" fmla="*/ 5495793 w 6607438"/>
              <a:gd name="connsiteY5" fmla="*/ 173256 h 2287912"/>
              <a:gd name="connsiteX6" fmla="*/ 6607438 w 6607438"/>
              <a:gd name="connsiteY6" fmla="*/ 905322 h 2287912"/>
              <a:gd name="connsiteX7" fmla="*/ 6013717 w 6607438"/>
              <a:gd name="connsiteY7" fmla="*/ 1805318 h 2287912"/>
              <a:gd name="connsiteX8" fmla="*/ 2218575 w 6607438"/>
              <a:gd name="connsiteY8" fmla="*/ 2029112 h 2287912"/>
              <a:gd name="connsiteX9" fmla="*/ 1339994 w 6607438"/>
              <a:gd name="connsiteY9" fmla="*/ 2287912 h 2287912"/>
              <a:gd name="connsiteX10" fmla="*/ 1382461 w 6607438"/>
              <a:gd name="connsiteY10" fmla="*/ 2011281 h 2287912"/>
              <a:gd name="connsiteX0" fmla="*/ 1346619 w 6571596"/>
              <a:gd name="connsiteY0" fmla="*/ 2009705 h 2286336"/>
              <a:gd name="connsiteX1" fmla="*/ 560457 w 6571596"/>
              <a:gd name="connsiteY1" fmla="*/ 1726707 h 2286336"/>
              <a:gd name="connsiteX2" fmla="*/ 98726 w 6571596"/>
              <a:gd name="connsiteY2" fmla="*/ 1289592 h 2286336"/>
              <a:gd name="connsiteX3" fmla="*/ 111313 w 6571596"/>
              <a:gd name="connsiteY3" fmla="*/ 564490 h 2286336"/>
              <a:gd name="connsiteX4" fmla="*/ 1281272 w 6571596"/>
              <a:gd name="connsiteY4" fmla="*/ 25416 h 2286336"/>
              <a:gd name="connsiteX5" fmla="*/ 5459951 w 6571596"/>
              <a:gd name="connsiteY5" fmla="*/ 171680 h 2286336"/>
              <a:gd name="connsiteX6" fmla="*/ 6571596 w 6571596"/>
              <a:gd name="connsiteY6" fmla="*/ 903746 h 2286336"/>
              <a:gd name="connsiteX7" fmla="*/ 5977875 w 6571596"/>
              <a:gd name="connsiteY7" fmla="*/ 1803742 h 2286336"/>
              <a:gd name="connsiteX8" fmla="*/ 2182733 w 6571596"/>
              <a:gd name="connsiteY8" fmla="*/ 2027536 h 2286336"/>
              <a:gd name="connsiteX9" fmla="*/ 1304152 w 6571596"/>
              <a:gd name="connsiteY9" fmla="*/ 2286336 h 2286336"/>
              <a:gd name="connsiteX10" fmla="*/ 1346619 w 6571596"/>
              <a:gd name="connsiteY10" fmla="*/ 2009705 h 2286336"/>
              <a:gd name="connsiteX0" fmla="*/ 1335993 w 6560970"/>
              <a:gd name="connsiteY0" fmla="*/ 2009705 h 2286336"/>
              <a:gd name="connsiteX1" fmla="*/ 549831 w 6560970"/>
              <a:gd name="connsiteY1" fmla="*/ 1726707 h 2286336"/>
              <a:gd name="connsiteX2" fmla="*/ 88100 w 6560970"/>
              <a:gd name="connsiteY2" fmla="*/ 1289592 h 2286336"/>
              <a:gd name="connsiteX3" fmla="*/ 100687 w 6560970"/>
              <a:gd name="connsiteY3" fmla="*/ 564490 h 2286336"/>
              <a:gd name="connsiteX4" fmla="*/ 1270646 w 6560970"/>
              <a:gd name="connsiteY4" fmla="*/ 25416 h 2286336"/>
              <a:gd name="connsiteX5" fmla="*/ 5449325 w 6560970"/>
              <a:gd name="connsiteY5" fmla="*/ 171680 h 2286336"/>
              <a:gd name="connsiteX6" fmla="*/ 6560970 w 6560970"/>
              <a:gd name="connsiteY6" fmla="*/ 903746 h 2286336"/>
              <a:gd name="connsiteX7" fmla="*/ 5967249 w 6560970"/>
              <a:gd name="connsiteY7" fmla="*/ 1803742 h 2286336"/>
              <a:gd name="connsiteX8" fmla="*/ 2172107 w 6560970"/>
              <a:gd name="connsiteY8" fmla="*/ 2027536 h 2286336"/>
              <a:gd name="connsiteX9" fmla="*/ 1293526 w 6560970"/>
              <a:gd name="connsiteY9" fmla="*/ 2286336 h 2286336"/>
              <a:gd name="connsiteX10" fmla="*/ 1335993 w 6560970"/>
              <a:gd name="connsiteY10" fmla="*/ 2009705 h 2286336"/>
              <a:gd name="connsiteX0" fmla="*/ 1320449 w 6545426"/>
              <a:gd name="connsiteY0" fmla="*/ 2009705 h 2286336"/>
              <a:gd name="connsiteX1" fmla="*/ 534287 w 6545426"/>
              <a:gd name="connsiteY1" fmla="*/ 1726707 h 2286336"/>
              <a:gd name="connsiteX2" fmla="*/ 72556 w 6545426"/>
              <a:gd name="connsiteY2" fmla="*/ 1289592 h 2286336"/>
              <a:gd name="connsiteX3" fmla="*/ 85143 w 6545426"/>
              <a:gd name="connsiteY3" fmla="*/ 564490 h 2286336"/>
              <a:gd name="connsiteX4" fmla="*/ 1255102 w 6545426"/>
              <a:gd name="connsiteY4" fmla="*/ 25416 h 2286336"/>
              <a:gd name="connsiteX5" fmla="*/ 5433781 w 6545426"/>
              <a:gd name="connsiteY5" fmla="*/ 171680 h 2286336"/>
              <a:gd name="connsiteX6" fmla="*/ 6545426 w 6545426"/>
              <a:gd name="connsiteY6" fmla="*/ 903746 h 2286336"/>
              <a:gd name="connsiteX7" fmla="*/ 5951705 w 6545426"/>
              <a:gd name="connsiteY7" fmla="*/ 1803742 h 2286336"/>
              <a:gd name="connsiteX8" fmla="*/ 2156563 w 6545426"/>
              <a:gd name="connsiteY8" fmla="*/ 2027536 h 2286336"/>
              <a:gd name="connsiteX9" fmla="*/ 1277982 w 6545426"/>
              <a:gd name="connsiteY9" fmla="*/ 2286336 h 2286336"/>
              <a:gd name="connsiteX10" fmla="*/ 1320449 w 6545426"/>
              <a:gd name="connsiteY10" fmla="*/ 2009705 h 2286336"/>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261706 w 6486683"/>
              <a:gd name="connsiteY0" fmla="*/ 2028838 h 2305469"/>
              <a:gd name="connsiteX1" fmla="*/ 475544 w 6486683"/>
              <a:gd name="connsiteY1" fmla="*/ 1745840 h 2305469"/>
              <a:gd name="connsiteX2" fmla="*/ 26400 w 6486683"/>
              <a:gd name="connsiteY2" fmla="*/ 583623 h 2305469"/>
              <a:gd name="connsiteX3" fmla="*/ 1246792 w 6486683"/>
              <a:gd name="connsiteY3" fmla="*/ 22515 h 2305469"/>
              <a:gd name="connsiteX4" fmla="*/ 5375038 w 6486683"/>
              <a:gd name="connsiteY4" fmla="*/ 190813 h 2305469"/>
              <a:gd name="connsiteX5" fmla="*/ 6486683 w 6486683"/>
              <a:gd name="connsiteY5" fmla="*/ 922879 h 2305469"/>
              <a:gd name="connsiteX6" fmla="*/ 5892962 w 6486683"/>
              <a:gd name="connsiteY6" fmla="*/ 1822875 h 2305469"/>
              <a:gd name="connsiteX7" fmla="*/ 2097820 w 6486683"/>
              <a:gd name="connsiteY7" fmla="*/ 2046669 h 2305469"/>
              <a:gd name="connsiteX8" fmla="*/ 1219239 w 6486683"/>
              <a:gd name="connsiteY8" fmla="*/ 2305469 h 2305469"/>
              <a:gd name="connsiteX9" fmla="*/ 1261706 w 6486683"/>
              <a:gd name="connsiteY9" fmla="*/ 2028838 h 2305469"/>
              <a:gd name="connsiteX0" fmla="*/ 1278912 w 6503889"/>
              <a:gd name="connsiteY0" fmla="*/ 2028838 h 2305469"/>
              <a:gd name="connsiteX1" fmla="*/ 366669 w 6503889"/>
              <a:gd name="connsiteY1" fmla="*/ 1650360 h 2305469"/>
              <a:gd name="connsiteX2" fmla="*/ 43606 w 6503889"/>
              <a:gd name="connsiteY2" fmla="*/ 583623 h 2305469"/>
              <a:gd name="connsiteX3" fmla="*/ 1263998 w 6503889"/>
              <a:gd name="connsiteY3" fmla="*/ 22515 h 2305469"/>
              <a:gd name="connsiteX4" fmla="*/ 5392244 w 6503889"/>
              <a:gd name="connsiteY4" fmla="*/ 190813 h 2305469"/>
              <a:gd name="connsiteX5" fmla="*/ 6503889 w 6503889"/>
              <a:gd name="connsiteY5" fmla="*/ 922879 h 2305469"/>
              <a:gd name="connsiteX6" fmla="*/ 5910168 w 6503889"/>
              <a:gd name="connsiteY6" fmla="*/ 1822875 h 2305469"/>
              <a:gd name="connsiteX7" fmla="*/ 2115026 w 6503889"/>
              <a:gd name="connsiteY7" fmla="*/ 2046669 h 2305469"/>
              <a:gd name="connsiteX8" fmla="*/ 1236445 w 6503889"/>
              <a:gd name="connsiteY8" fmla="*/ 2305469 h 2305469"/>
              <a:gd name="connsiteX9" fmla="*/ 1278912 w 6503889"/>
              <a:gd name="connsiteY9" fmla="*/ 2028838 h 2305469"/>
              <a:gd name="connsiteX0" fmla="*/ 1306915 w 6531892"/>
              <a:gd name="connsiteY0" fmla="*/ 2028838 h 2305469"/>
              <a:gd name="connsiteX1" fmla="*/ 268591 w 6531892"/>
              <a:gd name="connsiteY1" fmla="*/ 1643015 h 2305469"/>
              <a:gd name="connsiteX2" fmla="*/ 71609 w 6531892"/>
              <a:gd name="connsiteY2" fmla="*/ 583623 h 2305469"/>
              <a:gd name="connsiteX3" fmla="*/ 1292001 w 6531892"/>
              <a:gd name="connsiteY3" fmla="*/ 22515 h 2305469"/>
              <a:gd name="connsiteX4" fmla="*/ 5420247 w 6531892"/>
              <a:gd name="connsiteY4" fmla="*/ 190813 h 2305469"/>
              <a:gd name="connsiteX5" fmla="*/ 6531892 w 6531892"/>
              <a:gd name="connsiteY5" fmla="*/ 922879 h 2305469"/>
              <a:gd name="connsiteX6" fmla="*/ 5938171 w 6531892"/>
              <a:gd name="connsiteY6" fmla="*/ 1822875 h 2305469"/>
              <a:gd name="connsiteX7" fmla="*/ 2143029 w 6531892"/>
              <a:gd name="connsiteY7" fmla="*/ 2046669 h 2305469"/>
              <a:gd name="connsiteX8" fmla="*/ 1264448 w 6531892"/>
              <a:gd name="connsiteY8" fmla="*/ 2305469 h 2305469"/>
              <a:gd name="connsiteX9" fmla="*/ 1306915 w 6531892"/>
              <a:gd name="connsiteY9" fmla="*/ 2028838 h 2305469"/>
              <a:gd name="connsiteX0" fmla="*/ 1322733 w 6547710"/>
              <a:gd name="connsiteY0" fmla="*/ 2028838 h 2305469"/>
              <a:gd name="connsiteX1" fmla="*/ 284409 w 6547710"/>
              <a:gd name="connsiteY1" fmla="*/ 1643015 h 2305469"/>
              <a:gd name="connsiteX2" fmla="*/ 87427 w 6547710"/>
              <a:gd name="connsiteY2" fmla="*/ 583623 h 2305469"/>
              <a:gd name="connsiteX3" fmla="*/ 1307819 w 6547710"/>
              <a:gd name="connsiteY3" fmla="*/ 22515 h 2305469"/>
              <a:gd name="connsiteX4" fmla="*/ 5436065 w 6547710"/>
              <a:gd name="connsiteY4" fmla="*/ 190813 h 2305469"/>
              <a:gd name="connsiteX5" fmla="*/ 6547710 w 6547710"/>
              <a:gd name="connsiteY5" fmla="*/ 922879 h 2305469"/>
              <a:gd name="connsiteX6" fmla="*/ 5953989 w 6547710"/>
              <a:gd name="connsiteY6" fmla="*/ 1822875 h 2305469"/>
              <a:gd name="connsiteX7" fmla="*/ 2158847 w 6547710"/>
              <a:gd name="connsiteY7" fmla="*/ 2046669 h 2305469"/>
              <a:gd name="connsiteX8" fmla="*/ 1280266 w 6547710"/>
              <a:gd name="connsiteY8" fmla="*/ 2305469 h 2305469"/>
              <a:gd name="connsiteX9" fmla="*/ 1322733 w 6547710"/>
              <a:gd name="connsiteY9" fmla="*/ 2028838 h 2305469"/>
              <a:gd name="connsiteX0" fmla="*/ 1350725 w 6575702"/>
              <a:gd name="connsiteY0" fmla="*/ 2028838 h 2305469"/>
              <a:gd name="connsiteX1" fmla="*/ 312401 w 6575702"/>
              <a:gd name="connsiteY1" fmla="*/ 1643015 h 2305469"/>
              <a:gd name="connsiteX2" fmla="*/ 115419 w 6575702"/>
              <a:gd name="connsiteY2" fmla="*/ 583623 h 2305469"/>
              <a:gd name="connsiteX3" fmla="*/ 1335811 w 6575702"/>
              <a:gd name="connsiteY3" fmla="*/ 22515 h 2305469"/>
              <a:gd name="connsiteX4" fmla="*/ 5464057 w 6575702"/>
              <a:gd name="connsiteY4" fmla="*/ 190813 h 2305469"/>
              <a:gd name="connsiteX5" fmla="*/ 6575702 w 6575702"/>
              <a:gd name="connsiteY5" fmla="*/ 922879 h 2305469"/>
              <a:gd name="connsiteX6" fmla="*/ 5981981 w 6575702"/>
              <a:gd name="connsiteY6" fmla="*/ 1822875 h 2305469"/>
              <a:gd name="connsiteX7" fmla="*/ 2186839 w 6575702"/>
              <a:gd name="connsiteY7" fmla="*/ 2046669 h 2305469"/>
              <a:gd name="connsiteX8" fmla="*/ 1308258 w 6575702"/>
              <a:gd name="connsiteY8" fmla="*/ 2305469 h 2305469"/>
              <a:gd name="connsiteX9" fmla="*/ 1350725 w 6575702"/>
              <a:gd name="connsiteY9" fmla="*/ 2028838 h 2305469"/>
              <a:gd name="connsiteX0" fmla="*/ 1334698 w 6559675"/>
              <a:gd name="connsiteY0" fmla="*/ 2033414 h 2310045"/>
              <a:gd name="connsiteX1" fmla="*/ 296374 w 6559675"/>
              <a:gd name="connsiteY1" fmla="*/ 1647591 h 2310045"/>
              <a:gd name="connsiteX2" fmla="*/ 99392 w 6559675"/>
              <a:gd name="connsiteY2" fmla="*/ 654301 h 2310045"/>
              <a:gd name="connsiteX3" fmla="*/ 1319784 w 6559675"/>
              <a:gd name="connsiteY3" fmla="*/ 27091 h 2310045"/>
              <a:gd name="connsiteX4" fmla="*/ 5448030 w 6559675"/>
              <a:gd name="connsiteY4" fmla="*/ 195389 h 2310045"/>
              <a:gd name="connsiteX5" fmla="*/ 6559675 w 6559675"/>
              <a:gd name="connsiteY5" fmla="*/ 927455 h 2310045"/>
              <a:gd name="connsiteX6" fmla="*/ 5965954 w 6559675"/>
              <a:gd name="connsiteY6" fmla="*/ 1827451 h 2310045"/>
              <a:gd name="connsiteX7" fmla="*/ 2170812 w 6559675"/>
              <a:gd name="connsiteY7" fmla="*/ 2051245 h 2310045"/>
              <a:gd name="connsiteX8" fmla="*/ 1292231 w 6559675"/>
              <a:gd name="connsiteY8" fmla="*/ 2310045 h 2310045"/>
              <a:gd name="connsiteX9" fmla="*/ 1334698 w 6559675"/>
              <a:gd name="connsiteY9" fmla="*/ 2033414 h 2310045"/>
              <a:gd name="connsiteX0" fmla="*/ 1387100 w 6612077"/>
              <a:gd name="connsiteY0" fmla="*/ 2036495 h 2313126"/>
              <a:gd name="connsiteX1" fmla="*/ 348776 w 6612077"/>
              <a:gd name="connsiteY1" fmla="*/ 1650672 h 2313126"/>
              <a:gd name="connsiteX2" fmla="*/ 88753 w 6612077"/>
              <a:gd name="connsiteY2" fmla="*/ 701450 h 2313126"/>
              <a:gd name="connsiteX3" fmla="*/ 1372186 w 6612077"/>
              <a:gd name="connsiteY3" fmla="*/ 30172 h 2313126"/>
              <a:gd name="connsiteX4" fmla="*/ 5500432 w 6612077"/>
              <a:gd name="connsiteY4" fmla="*/ 198470 h 2313126"/>
              <a:gd name="connsiteX5" fmla="*/ 6612077 w 6612077"/>
              <a:gd name="connsiteY5" fmla="*/ 930536 h 2313126"/>
              <a:gd name="connsiteX6" fmla="*/ 6018356 w 6612077"/>
              <a:gd name="connsiteY6" fmla="*/ 1830532 h 2313126"/>
              <a:gd name="connsiteX7" fmla="*/ 2223214 w 6612077"/>
              <a:gd name="connsiteY7" fmla="*/ 2054326 h 2313126"/>
              <a:gd name="connsiteX8" fmla="*/ 1344633 w 6612077"/>
              <a:gd name="connsiteY8" fmla="*/ 2313126 h 2313126"/>
              <a:gd name="connsiteX9" fmla="*/ 1387100 w 6612077"/>
              <a:gd name="connsiteY9" fmla="*/ 2036495 h 2313126"/>
              <a:gd name="connsiteX0" fmla="*/ 1391247 w 6616224"/>
              <a:gd name="connsiteY0" fmla="*/ 2036495 h 2313126"/>
              <a:gd name="connsiteX1" fmla="*/ 352923 w 6616224"/>
              <a:gd name="connsiteY1" fmla="*/ 1650672 h 2313126"/>
              <a:gd name="connsiteX2" fmla="*/ 92900 w 6616224"/>
              <a:gd name="connsiteY2" fmla="*/ 701450 h 2313126"/>
              <a:gd name="connsiteX3" fmla="*/ 1376333 w 6616224"/>
              <a:gd name="connsiteY3" fmla="*/ 30172 h 2313126"/>
              <a:gd name="connsiteX4" fmla="*/ 5504579 w 6616224"/>
              <a:gd name="connsiteY4" fmla="*/ 198470 h 2313126"/>
              <a:gd name="connsiteX5" fmla="*/ 6616224 w 6616224"/>
              <a:gd name="connsiteY5" fmla="*/ 930536 h 2313126"/>
              <a:gd name="connsiteX6" fmla="*/ 6022503 w 6616224"/>
              <a:gd name="connsiteY6" fmla="*/ 1830532 h 2313126"/>
              <a:gd name="connsiteX7" fmla="*/ 2227361 w 6616224"/>
              <a:gd name="connsiteY7" fmla="*/ 2054326 h 2313126"/>
              <a:gd name="connsiteX8" fmla="*/ 1348780 w 6616224"/>
              <a:gd name="connsiteY8" fmla="*/ 2313126 h 2313126"/>
              <a:gd name="connsiteX9" fmla="*/ 1391247 w 6616224"/>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438885 w 6613429"/>
              <a:gd name="connsiteY0" fmla="*/ 2029150 h 2313126"/>
              <a:gd name="connsiteX1" fmla="*/ 350128 w 6613429"/>
              <a:gd name="connsiteY1" fmla="*/ 1650672 h 2313126"/>
              <a:gd name="connsiteX2" fmla="*/ 90105 w 6613429"/>
              <a:gd name="connsiteY2" fmla="*/ 701450 h 2313126"/>
              <a:gd name="connsiteX3" fmla="*/ 1373538 w 6613429"/>
              <a:gd name="connsiteY3" fmla="*/ 30172 h 2313126"/>
              <a:gd name="connsiteX4" fmla="*/ 5501784 w 6613429"/>
              <a:gd name="connsiteY4" fmla="*/ 198470 h 2313126"/>
              <a:gd name="connsiteX5" fmla="*/ 6613429 w 6613429"/>
              <a:gd name="connsiteY5" fmla="*/ 930536 h 2313126"/>
              <a:gd name="connsiteX6" fmla="*/ 6019708 w 6613429"/>
              <a:gd name="connsiteY6" fmla="*/ 1830532 h 2313126"/>
              <a:gd name="connsiteX7" fmla="*/ 2224566 w 6613429"/>
              <a:gd name="connsiteY7" fmla="*/ 2054326 h 2313126"/>
              <a:gd name="connsiteX8" fmla="*/ 1345985 w 6613429"/>
              <a:gd name="connsiteY8" fmla="*/ 2313126 h 2313126"/>
              <a:gd name="connsiteX9" fmla="*/ 1438885 w 6613429"/>
              <a:gd name="connsiteY9" fmla="*/ 2029150 h 2313126"/>
              <a:gd name="connsiteX0" fmla="*/ 1411781 w 6586325"/>
              <a:gd name="connsiteY0" fmla="*/ 2029150 h 2313126"/>
              <a:gd name="connsiteX1" fmla="*/ 323024 w 6586325"/>
              <a:gd name="connsiteY1" fmla="*/ 1650672 h 2313126"/>
              <a:gd name="connsiteX2" fmla="*/ 63001 w 6586325"/>
              <a:gd name="connsiteY2" fmla="*/ 701450 h 2313126"/>
              <a:gd name="connsiteX3" fmla="*/ 1346434 w 6586325"/>
              <a:gd name="connsiteY3" fmla="*/ 30172 h 2313126"/>
              <a:gd name="connsiteX4" fmla="*/ 5474680 w 6586325"/>
              <a:gd name="connsiteY4" fmla="*/ 198470 h 2313126"/>
              <a:gd name="connsiteX5" fmla="*/ 6586325 w 6586325"/>
              <a:gd name="connsiteY5" fmla="*/ 930536 h 2313126"/>
              <a:gd name="connsiteX6" fmla="*/ 5992604 w 6586325"/>
              <a:gd name="connsiteY6" fmla="*/ 1830532 h 2313126"/>
              <a:gd name="connsiteX7" fmla="*/ 2197462 w 6586325"/>
              <a:gd name="connsiteY7" fmla="*/ 2054326 h 2313126"/>
              <a:gd name="connsiteX8" fmla="*/ 1318881 w 6586325"/>
              <a:gd name="connsiteY8" fmla="*/ 2313126 h 2313126"/>
              <a:gd name="connsiteX9" fmla="*/ 1411781 w 6586325"/>
              <a:gd name="connsiteY9" fmla="*/ 2029150 h 2313126"/>
              <a:gd name="connsiteX0" fmla="*/ 1422251 w 6596795"/>
              <a:gd name="connsiteY0" fmla="*/ 2029150 h 2313126"/>
              <a:gd name="connsiteX1" fmla="*/ 333494 w 6596795"/>
              <a:gd name="connsiteY1" fmla="*/ 1650672 h 2313126"/>
              <a:gd name="connsiteX2" fmla="*/ 73471 w 6596795"/>
              <a:gd name="connsiteY2" fmla="*/ 701450 h 2313126"/>
              <a:gd name="connsiteX3" fmla="*/ 1356904 w 6596795"/>
              <a:gd name="connsiteY3" fmla="*/ 30172 h 2313126"/>
              <a:gd name="connsiteX4" fmla="*/ 5485150 w 6596795"/>
              <a:gd name="connsiteY4" fmla="*/ 198470 h 2313126"/>
              <a:gd name="connsiteX5" fmla="*/ 6596795 w 6596795"/>
              <a:gd name="connsiteY5" fmla="*/ 930536 h 2313126"/>
              <a:gd name="connsiteX6" fmla="*/ 6003074 w 6596795"/>
              <a:gd name="connsiteY6" fmla="*/ 1830532 h 2313126"/>
              <a:gd name="connsiteX7" fmla="*/ 2207932 w 6596795"/>
              <a:gd name="connsiteY7" fmla="*/ 2054326 h 2313126"/>
              <a:gd name="connsiteX8" fmla="*/ 1329351 w 6596795"/>
              <a:gd name="connsiteY8" fmla="*/ 2313126 h 2313126"/>
              <a:gd name="connsiteX9" fmla="*/ 1422251 w 6596795"/>
              <a:gd name="connsiteY9" fmla="*/ 2029150 h 2313126"/>
              <a:gd name="connsiteX0" fmla="*/ 1427107 w 6601651"/>
              <a:gd name="connsiteY0" fmla="*/ 2029150 h 2313126"/>
              <a:gd name="connsiteX1" fmla="*/ 338350 w 6601651"/>
              <a:gd name="connsiteY1" fmla="*/ 1650672 h 2313126"/>
              <a:gd name="connsiteX2" fmla="*/ 78327 w 6601651"/>
              <a:gd name="connsiteY2" fmla="*/ 701450 h 2313126"/>
              <a:gd name="connsiteX3" fmla="*/ 1361760 w 6601651"/>
              <a:gd name="connsiteY3" fmla="*/ 30172 h 2313126"/>
              <a:gd name="connsiteX4" fmla="*/ 5490006 w 6601651"/>
              <a:gd name="connsiteY4" fmla="*/ 198470 h 2313126"/>
              <a:gd name="connsiteX5" fmla="*/ 6601651 w 6601651"/>
              <a:gd name="connsiteY5" fmla="*/ 930536 h 2313126"/>
              <a:gd name="connsiteX6" fmla="*/ 6007930 w 6601651"/>
              <a:gd name="connsiteY6" fmla="*/ 1830532 h 2313126"/>
              <a:gd name="connsiteX7" fmla="*/ 2212788 w 6601651"/>
              <a:gd name="connsiteY7" fmla="*/ 2054326 h 2313126"/>
              <a:gd name="connsiteX8" fmla="*/ 1334207 w 6601651"/>
              <a:gd name="connsiteY8" fmla="*/ 2313126 h 2313126"/>
              <a:gd name="connsiteX9" fmla="*/ 1427107 w 6601651"/>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98750 w 6597644"/>
              <a:gd name="connsiteY0" fmla="*/ 2029150 h 2313126"/>
              <a:gd name="connsiteX1" fmla="*/ 298554 w 6597644"/>
              <a:gd name="connsiteY1" fmla="*/ 1654147 h 2313126"/>
              <a:gd name="connsiteX2" fmla="*/ 74320 w 6597644"/>
              <a:gd name="connsiteY2" fmla="*/ 701450 h 2313126"/>
              <a:gd name="connsiteX3" fmla="*/ 1357753 w 6597644"/>
              <a:gd name="connsiteY3" fmla="*/ 30172 h 2313126"/>
              <a:gd name="connsiteX4" fmla="*/ 5485999 w 6597644"/>
              <a:gd name="connsiteY4" fmla="*/ 198470 h 2313126"/>
              <a:gd name="connsiteX5" fmla="*/ 6597644 w 6597644"/>
              <a:gd name="connsiteY5" fmla="*/ 930536 h 2313126"/>
              <a:gd name="connsiteX6" fmla="*/ 6003923 w 6597644"/>
              <a:gd name="connsiteY6" fmla="*/ 1830532 h 2313126"/>
              <a:gd name="connsiteX7" fmla="*/ 2208781 w 6597644"/>
              <a:gd name="connsiteY7" fmla="*/ 2054326 h 2313126"/>
              <a:gd name="connsiteX8" fmla="*/ 1330200 w 6597644"/>
              <a:gd name="connsiteY8" fmla="*/ 2313126 h 2313126"/>
              <a:gd name="connsiteX9" fmla="*/ 1498750 w 65976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506919 w 6605813"/>
              <a:gd name="connsiteY0" fmla="*/ 2029150 h 2313126"/>
              <a:gd name="connsiteX1" fmla="*/ 306723 w 6605813"/>
              <a:gd name="connsiteY1" fmla="*/ 1654147 h 2313126"/>
              <a:gd name="connsiteX2" fmla="*/ 82489 w 6605813"/>
              <a:gd name="connsiteY2" fmla="*/ 701450 h 2313126"/>
              <a:gd name="connsiteX3" fmla="*/ 1365922 w 6605813"/>
              <a:gd name="connsiteY3" fmla="*/ 30172 h 2313126"/>
              <a:gd name="connsiteX4" fmla="*/ 5494168 w 6605813"/>
              <a:gd name="connsiteY4" fmla="*/ 198470 h 2313126"/>
              <a:gd name="connsiteX5" fmla="*/ 6605813 w 6605813"/>
              <a:gd name="connsiteY5" fmla="*/ 930536 h 2313126"/>
              <a:gd name="connsiteX6" fmla="*/ 6012092 w 6605813"/>
              <a:gd name="connsiteY6" fmla="*/ 1830532 h 2313126"/>
              <a:gd name="connsiteX7" fmla="*/ 2216950 w 6605813"/>
              <a:gd name="connsiteY7" fmla="*/ 2054326 h 2313126"/>
              <a:gd name="connsiteX8" fmla="*/ 1338369 w 6605813"/>
              <a:gd name="connsiteY8" fmla="*/ 2313126 h 2313126"/>
              <a:gd name="connsiteX9" fmla="*/ 1506919 w 6605813"/>
              <a:gd name="connsiteY9" fmla="*/ 2029150 h 231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05813" h="2313126">
                <a:moveTo>
                  <a:pt x="1506919" y="2029150"/>
                </a:moveTo>
                <a:cubicBezTo>
                  <a:pt x="1417504" y="1839150"/>
                  <a:pt x="585881" y="1896278"/>
                  <a:pt x="306723" y="1654147"/>
                </a:cubicBezTo>
                <a:cubicBezTo>
                  <a:pt x="27565" y="1412016"/>
                  <a:pt x="-94044" y="972113"/>
                  <a:pt x="82489" y="701450"/>
                </a:cubicBezTo>
                <a:cubicBezTo>
                  <a:pt x="259022" y="430788"/>
                  <a:pt x="463975" y="114002"/>
                  <a:pt x="1365922" y="30172"/>
                </a:cubicBezTo>
                <a:cubicBezTo>
                  <a:pt x="2267869" y="-53658"/>
                  <a:pt x="4620853" y="48409"/>
                  <a:pt x="5494168" y="198470"/>
                </a:cubicBezTo>
                <a:cubicBezTo>
                  <a:pt x="6367483" y="348531"/>
                  <a:pt x="6547059" y="600421"/>
                  <a:pt x="6605813" y="930536"/>
                </a:cubicBezTo>
                <a:cubicBezTo>
                  <a:pt x="6583958" y="1261451"/>
                  <a:pt x="6667921" y="1584477"/>
                  <a:pt x="6012092" y="1830532"/>
                </a:cubicBezTo>
                <a:cubicBezTo>
                  <a:pt x="5356263" y="2076587"/>
                  <a:pt x="2425296" y="2046334"/>
                  <a:pt x="2216950" y="2054326"/>
                </a:cubicBezTo>
                <a:cubicBezTo>
                  <a:pt x="1882633" y="2207554"/>
                  <a:pt x="1465597" y="2294989"/>
                  <a:pt x="1338369" y="2313126"/>
                </a:cubicBezTo>
                <a:cubicBezTo>
                  <a:pt x="1524676" y="2124221"/>
                  <a:pt x="1506919" y="2029150"/>
                  <a:pt x="1506919" y="2029150"/>
                </a:cubicBezTo>
                <a:close/>
              </a:path>
            </a:pathLst>
          </a:custGeom>
          <a:solidFill>
            <a:schemeClr val="bg1"/>
          </a:solidFill>
          <a:ln w="190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2749E47-91E3-4256-A517-9E7E684EB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79" y="312630"/>
            <a:ext cx="5737538" cy="2989690"/>
          </a:xfrm>
          <a:custGeom>
            <a:avLst/>
            <a:gdLst>
              <a:gd name="connsiteX0" fmla="*/ 1289525 w 6745768"/>
              <a:gd name="connsiteY0" fmla="*/ 2301903 h 2794242"/>
              <a:gd name="connsiteX1" fmla="*/ 182620 w 6745768"/>
              <a:gd name="connsiteY1" fmla="*/ 1797161 h 2794242"/>
              <a:gd name="connsiteX2" fmla="*/ 12857 w 6745768"/>
              <a:gd name="connsiteY2" fmla="*/ 794567 h 2794242"/>
              <a:gd name="connsiteX3" fmla="*/ 697283 w 6745768"/>
              <a:gd name="connsiteY3" fmla="*/ 56263 h 2794242"/>
              <a:gd name="connsiteX4" fmla="*/ 6042476 w 6745768"/>
              <a:gd name="connsiteY4" fmla="*/ 156302 h 2794242"/>
              <a:gd name="connsiteX5" fmla="*/ 6744264 w 6745768"/>
              <a:gd name="connsiteY5" fmla="*/ 865255 h 2794242"/>
              <a:gd name="connsiteX6" fmla="*/ 6299463 w 6745768"/>
              <a:gd name="connsiteY6" fmla="*/ 2129659 h 2794242"/>
              <a:gd name="connsiteX7" fmla="*/ 1843321 w 6745768"/>
              <a:gd name="connsiteY7" fmla="*/ 2302040 h 2794242"/>
              <a:gd name="connsiteX8" fmla="*/ 1297241 w 6745768"/>
              <a:gd name="connsiteY8" fmla="*/ 2794243 h 2794242"/>
              <a:gd name="connsiteX9" fmla="*/ 1289525 w 6745768"/>
              <a:gd name="connsiteY9" fmla="*/ 2301903 h 2794242"/>
              <a:gd name="connsiteX0" fmla="*/ 1289525 w 6745768"/>
              <a:gd name="connsiteY0" fmla="*/ 2301903 h 2633547"/>
              <a:gd name="connsiteX1" fmla="*/ 182620 w 6745768"/>
              <a:gd name="connsiteY1" fmla="*/ 1797161 h 2633547"/>
              <a:gd name="connsiteX2" fmla="*/ 12857 w 6745768"/>
              <a:gd name="connsiteY2" fmla="*/ 794567 h 2633547"/>
              <a:gd name="connsiteX3" fmla="*/ 697283 w 6745768"/>
              <a:gd name="connsiteY3" fmla="*/ 56263 h 2633547"/>
              <a:gd name="connsiteX4" fmla="*/ 6042476 w 6745768"/>
              <a:gd name="connsiteY4" fmla="*/ 156302 h 2633547"/>
              <a:gd name="connsiteX5" fmla="*/ 6744264 w 6745768"/>
              <a:gd name="connsiteY5" fmla="*/ 865255 h 2633547"/>
              <a:gd name="connsiteX6" fmla="*/ 6299463 w 6745768"/>
              <a:gd name="connsiteY6" fmla="*/ 2129659 h 2633547"/>
              <a:gd name="connsiteX7" fmla="*/ 1843321 w 6745768"/>
              <a:gd name="connsiteY7" fmla="*/ 2302040 h 2633547"/>
              <a:gd name="connsiteX8" fmla="*/ 1297241 w 6745768"/>
              <a:gd name="connsiteY8" fmla="*/ 2633547 h 2633547"/>
              <a:gd name="connsiteX9" fmla="*/ 1289525 w 6745768"/>
              <a:gd name="connsiteY9" fmla="*/ 2301903 h 2633547"/>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046952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5926709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2018095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02083"/>
              <a:gd name="connsiteX1" fmla="*/ 182620 w 6745768"/>
              <a:gd name="connsiteY1" fmla="*/ 1797161 h 2502083"/>
              <a:gd name="connsiteX2" fmla="*/ 12857 w 6745768"/>
              <a:gd name="connsiteY2" fmla="*/ 794567 h 2502083"/>
              <a:gd name="connsiteX3" fmla="*/ 697283 w 6745768"/>
              <a:gd name="connsiteY3" fmla="*/ 56263 h 2502083"/>
              <a:gd name="connsiteX4" fmla="*/ 6042476 w 6745768"/>
              <a:gd name="connsiteY4" fmla="*/ 156302 h 2502083"/>
              <a:gd name="connsiteX5" fmla="*/ 6744264 w 6745768"/>
              <a:gd name="connsiteY5" fmla="*/ 865255 h 2502083"/>
              <a:gd name="connsiteX6" fmla="*/ 5926709 w 6745768"/>
              <a:gd name="connsiteY6" fmla="*/ 2129659 h 2502083"/>
              <a:gd name="connsiteX7" fmla="*/ 2018095 w 6745768"/>
              <a:gd name="connsiteY7" fmla="*/ 2302040 h 2502083"/>
              <a:gd name="connsiteX8" fmla="*/ 1303420 w 6745768"/>
              <a:gd name="connsiteY8" fmla="*/ 2502083 h 2502083"/>
              <a:gd name="connsiteX9" fmla="*/ 1289525 w 6745768"/>
              <a:gd name="connsiteY9" fmla="*/ 230190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7858 w 6739037"/>
              <a:gd name="connsiteY0" fmla="*/ 2291553 h 2502083"/>
              <a:gd name="connsiteX1" fmla="*/ 429511 w 6739037"/>
              <a:gd name="connsiteY1" fmla="*/ 2224594 h 2502083"/>
              <a:gd name="connsiteX2" fmla="*/ 175889 w 6739037"/>
              <a:gd name="connsiteY2" fmla="*/ 1797161 h 2502083"/>
              <a:gd name="connsiteX3" fmla="*/ 6126 w 6739037"/>
              <a:gd name="connsiteY3" fmla="*/ 794567 h 2502083"/>
              <a:gd name="connsiteX4" fmla="*/ 690552 w 6739037"/>
              <a:gd name="connsiteY4" fmla="*/ 56263 h 2502083"/>
              <a:gd name="connsiteX5" fmla="*/ 6035745 w 6739037"/>
              <a:gd name="connsiteY5" fmla="*/ 156302 h 2502083"/>
              <a:gd name="connsiteX6" fmla="*/ 6737533 w 6739037"/>
              <a:gd name="connsiteY6" fmla="*/ 865255 h 2502083"/>
              <a:gd name="connsiteX7" fmla="*/ 5919978 w 6739037"/>
              <a:gd name="connsiteY7" fmla="*/ 2129659 h 2502083"/>
              <a:gd name="connsiteX8" fmla="*/ 2011364 w 6739037"/>
              <a:gd name="connsiteY8" fmla="*/ 2302040 h 2502083"/>
              <a:gd name="connsiteX9" fmla="*/ 1296689 w 6739037"/>
              <a:gd name="connsiteY9" fmla="*/ 2502083 h 2502083"/>
              <a:gd name="connsiteX10" fmla="*/ 1187858 w 6739037"/>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8071 w 6739250"/>
              <a:gd name="connsiteY0" fmla="*/ 2291553 h 2502083"/>
              <a:gd name="connsiteX1" fmla="*/ 464950 w 6739250"/>
              <a:gd name="connsiteY1" fmla="*/ 2162792 h 2502083"/>
              <a:gd name="connsiteX2" fmla="*/ 176102 w 6739250"/>
              <a:gd name="connsiteY2" fmla="*/ 1797161 h 2502083"/>
              <a:gd name="connsiteX3" fmla="*/ 6339 w 6739250"/>
              <a:gd name="connsiteY3" fmla="*/ 794567 h 2502083"/>
              <a:gd name="connsiteX4" fmla="*/ 690765 w 6739250"/>
              <a:gd name="connsiteY4" fmla="*/ 56263 h 2502083"/>
              <a:gd name="connsiteX5" fmla="*/ 6035958 w 6739250"/>
              <a:gd name="connsiteY5" fmla="*/ 156302 h 2502083"/>
              <a:gd name="connsiteX6" fmla="*/ 6737746 w 6739250"/>
              <a:gd name="connsiteY6" fmla="*/ 865255 h 2502083"/>
              <a:gd name="connsiteX7" fmla="*/ 5920191 w 6739250"/>
              <a:gd name="connsiteY7" fmla="*/ 2129659 h 2502083"/>
              <a:gd name="connsiteX8" fmla="*/ 2011577 w 6739250"/>
              <a:gd name="connsiteY8" fmla="*/ 2302040 h 2502083"/>
              <a:gd name="connsiteX9" fmla="*/ 1296902 w 6739250"/>
              <a:gd name="connsiteY9" fmla="*/ 2502083 h 2502083"/>
              <a:gd name="connsiteX10" fmla="*/ 1188071 w 6739250"/>
              <a:gd name="connsiteY10" fmla="*/ 2291553 h 2502083"/>
              <a:gd name="connsiteX0" fmla="*/ 1218613 w 6769792"/>
              <a:gd name="connsiteY0" fmla="*/ 2291553 h 2502083"/>
              <a:gd name="connsiteX1" fmla="*/ 495492 w 6769792"/>
              <a:gd name="connsiteY1" fmla="*/ 2162792 h 2502083"/>
              <a:gd name="connsiteX2" fmla="*/ 134625 w 6769792"/>
              <a:gd name="connsiteY2" fmla="*/ 1835847 h 2502083"/>
              <a:gd name="connsiteX3" fmla="*/ 36881 w 6769792"/>
              <a:gd name="connsiteY3" fmla="*/ 794567 h 2502083"/>
              <a:gd name="connsiteX4" fmla="*/ 721307 w 6769792"/>
              <a:gd name="connsiteY4" fmla="*/ 56263 h 2502083"/>
              <a:gd name="connsiteX5" fmla="*/ 6066500 w 6769792"/>
              <a:gd name="connsiteY5" fmla="*/ 156302 h 2502083"/>
              <a:gd name="connsiteX6" fmla="*/ 6768288 w 6769792"/>
              <a:gd name="connsiteY6" fmla="*/ 865255 h 2502083"/>
              <a:gd name="connsiteX7" fmla="*/ 5950733 w 6769792"/>
              <a:gd name="connsiteY7" fmla="*/ 2129659 h 2502083"/>
              <a:gd name="connsiteX8" fmla="*/ 2042119 w 6769792"/>
              <a:gd name="connsiteY8" fmla="*/ 2302040 h 2502083"/>
              <a:gd name="connsiteX9" fmla="*/ 1327444 w 6769792"/>
              <a:gd name="connsiteY9" fmla="*/ 2502083 h 2502083"/>
              <a:gd name="connsiteX10" fmla="*/ 1218613 w 6769792"/>
              <a:gd name="connsiteY10" fmla="*/ 2291553 h 2502083"/>
              <a:gd name="connsiteX0" fmla="*/ 1218613 w 6769097"/>
              <a:gd name="connsiteY0" fmla="*/ 2270200 h 2480730"/>
              <a:gd name="connsiteX1" fmla="*/ 495492 w 6769097"/>
              <a:gd name="connsiteY1" fmla="*/ 2141439 h 2480730"/>
              <a:gd name="connsiteX2" fmla="*/ 134625 w 6769097"/>
              <a:gd name="connsiteY2" fmla="*/ 1814494 h 2480730"/>
              <a:gd name="connsiteX3" fmla="*/ 36881 w 6769097"/>
              <a:gd name="connsiteY3" fmla="*/ 773214 h 2480730"/>
              <a:gd name="connsiteX4" fmla="*/ 721307 w 6769097"/>
              <a:gd name="connsiteY4" fmla="*/ 34910 h 2480730"/>
              <a:gd name="connsiteX5" fmla="*/ 5609353 w 6769097"/>
              <a:gd name="connsiteY5" fmla="*/ 127244 h 2480730"/>
              <a:gd name="connsiteX6" fmla="*/ 6768288 w 6769097"/>
              <a:gd name="connsiteY6" fmla="*/ 843902 h 2480730"/>
              <a:gd name="connsiteX7" fmla="*/ 5950733 w 6769097"/>
              <a:gd name="connsiteY7" fmla="*/ 2108306 h 2480730"/>
              <a:gd name="connsiteX8" fmla="*/ 2042119 w 6769097"/>
              <a:gd name="connsiteY8" fmla="*/ 2280687 h 2480730"/>
              <a:gd name="connsiteX9" fmla="*/ 1327444 w 6769097"/>
              <a:gd name="connsiteY9" fmla="*/ 2480730 h 2480730"/>
              <a:gd name="connsiteX10" fmla="*/ 1218613 w 6769097"/>
              <a:gd name="connsiteY10" fmla="*/ 2270200 h 2480730"/>
              <a:gd name="connsiteX0" fmla="*/ 1218613 w 6571897"/>
              <a:gd name="connsiteY0" fmla="*/ 2290477 h 2501007"/>
              <a:gd name="connsiteX1" fmla="*/ 495492 w 6571897"/>
              <a:gd name="connsiteY1" fmla="*/ 2161716 h 2501007"/>
              <a:gd name="connsiteX2" fmla="*/ 134625 w 6571897"/>
              <a:gd name="connsiteY2" fmla="*/ 1834771 h 2501007"/>
              <a:gd name="connsiteX3" fmla="*/ 36881 w 6571897"/>
              <a:gd name="connsiteY3" fmla="*/ 793491 h 2501007"/>
              <a:gd name="connsiteX4" fmla="*/ 721307 w 6571897"/>
              <a:gd name="connsiteY4" fmla="*/ 55187 h 2501007"/>
              <a:gd name="connsiteX5" fmla="*/ 5609353 w 6571897"/>
              <a:gd name="connsiteY5" fmla="*/ 147521 h 2501007"/>
              <a:gd name="connsiteX6" fmla="*/ 6563360 w 6571897"/>
              <a:gd name="connsiteY6" fmla="*/ 894996 h 2501007"/>
              <a:gd name="connsiteX7" fmla="*/ 5950733 w 6571897"/>
              <a:gd name="connsiteY7" fmla="*/ 2128583 h 2501007"/>
              <a:gd name="connsiteX8" fmla="*/ 2042119 w 6571897"/>
              <a:gd name="connsiteY8" fmla="*/ 2300964 h 2501007"/>
              <a:gd name="connsiteX9" fmla="*/ 1327444 w 6571897"/>
              <a:gd name="connsiteY9" fmla="*/ 2501007 h 2501007"/>
              <a:gd name="connsiteX10" fmla="*/ 1218613 w 6571897"/>
              <a:gd name="connsiteY10" fmla="*/ 2290477 h 2501007"/>
              <a:gd name="connsiteX0" fmla="*/ 1218613 w 6567563"/>
              <a:gd name="connsiteY0" fmla="*/ 2246415 h 2456945"/>
              <a:gd name="connsiteX1" fmla="*/ 495492 w 6567563"/>
              <a:gd name="connsiteY1" fmla="*/ 2117654 h 2456945"/>
              <a:gd name="connsiteX2" fmla="*/ 134625 w 6567563"/>
              <a:gd name="connsiteY2" fmla="*/ 1790709 h 2456945"/>
              <a:gd name="connsiteX3" fmla="*/ 36881 w 6567563"/>
              <a:gd name="connsiteY3" fmla="*/ 749429 h 2456945"/>
              <a:gd name="connsiteX4" fmla="*/ 721307 w 6567563"/>
              <a:gd name="connsiteY4" fmla="*/ 11125 h 2456945"/>
              <a:gd name="connsiteX5" fmla="*/ 5483243 w 6567563"/>
              <a:gd name="connsiteY5" fmla="*/ 342289 h 2456945"/>
              <a:gd name="connsiteX6" fmla="*/ 6563360 w 6567563"/>
              <a:gd name="connsiteY6" fmla="*/ 850934 h 2456945"/>
              <a:gd name="connsiteX7" fmla="*/ 5950733 w 6567563"/>
              <a:gd name="connsiteY7" fmla="*/ 2084521 h 2456945"/>
              <a:gd name="connsiteX8" fmla="*/ 2042119 w 6567563"/>
              <a:gd name="connsiteY8" fmla="*/ 2256902 h 2456945"/>
              <a:gd name="connsiteX9" fmla="*/ 1327444 w 6567563"/>
              <a:gd name="connsiteY9" fmla="*/ 2456945 h 2456945"/>
              <a:gd name="connsiteX10" fmla="*/ 1218613 w 6567563"/>
              <a:gd name="connsiteY10" fmla="*/ 2246415 h 2456945"/>
              <a:gd name="connsiteX0" fmla="*/ 1261070 w 6608712"/>
              <a:gd name="connsiteY0" fmla="*/ 2071877 h 2282407"/>
              <a:gd name="connsiteX1" fmla="*/ 537949 w 6608712"/>
              <a:gd name="connsiteY1" fmla="*/ 1943116 h 2282407"/>
              <a:gd name="connsiteX2" fmla="*/ 177082 w 6608712"/>
              <a:gd name="connsiteY2" fmla="*/ 1616171 h 2282407"/>
              <a:gd name="connsiteX3" fmla="*/ 79338 w 6608712"/>
              <a:gd name="connsiteY3" fmla="*/ 574891 h 2282407"/>
              <a:gd name="connsiteX4" fmla="*/ 1347021 w 6608712"/>
              <a:gd name="connsiteY4" fmla="*/ 21487 h 2282407"/>
              <a:gd name="connsiteX5" fmla="*/ 5525700 w 6608712"/>
              <a:gd name="connsiteY5" fmla="*/ 167751 h 2282407"/>
              <a:gd name="connsiteX6" fmla="*/ 6605817 w 6608712"/>
              <a:gd name="connsiteY6" fmla="*/ 676396 h 2282407"/>
              <a:gd name="connsiteX7" fmla="*/ 5993190 w 6608712"/>
              <a:gd name="connsiteY7" fmla="*/ 1909983 h 2282407"/>
              <a:gd name="connsiteX8" fmla="*/ 2084576 w 6608712"/>
              <a:gd name="connsiteY8" fmla="*/ 2082364 h 2282407"/>
              <a:gd name="connsiteX9" fmla="*/ 1369901 w 6608712"/>
              <a:gd name="connsiteY9" fmla="*/ 2282407 h 2282407"/>
              <a:gd name="connsiteX10" fmla="*/ 1261070 w 6608712"/>
              <a:gd name="connsiteY10" fmla="*/ 2071877 h 2282407"/>
              <a:gd name="connsiteX0" fmla="*/ 1223256 w 6570898"/>
              <a:gd name="connsiteY0" fmla="*/ 2072393 h 2282923"/>
              <a:gd name="connsiteX1" fmla="*/ 500135 w 6570898"/>
              <a:gd name="connsiteY1" fmla="*/ 1943632 h 2282923"/>
              <a:gd name="connsiteX2" fmla="*/ 139268 w 6570898"/>
              <a:gd name="connsiteY2" fmla="*/ 1616687 h 2282923"/>
              <a:gd name="connsiteX3" fmla="*/ 88816 w 6570898"/>
              <a:gd name="connsiteY3" fmla="*/ 583111 h 2282923"/>
              <a:gd name="connsiteX4" fmla="*/ 1309207 w 6570898"/>
              <a:gd name="connsiteY4" fmla="*/ 22003 h 2282923"/>
              <a:gd name="connsiteX5" fmla="*/ 5487886 w 6570898"/>
              <a:gd name="connsiteY5" fmla="*/ 168267 h 2282923"/>
              <a:gd name="connsiteX6" fmla="*/ 6568003 w 6570898"/>
              <a:gd name="connsiteY6" fmla="*/ 676912 h 2282923"/>
              <a:gd name="connsiteX7" fmla="*/ 5955376 w 6570898"/>
              <a:gd name="connsiteY7" fmla="*/ 1910499 h 2282923"/>
              <a:gd name="connsiteX8" fmla="*/ 2046762 w 6570898"/>
              <a:gd name="connsiteY8" fmla="*/ 2082880 h 2282923"/>
              <a:gd name="connsiteX9" fmla="*/ 1332087 w 6570898"/>
              <a:gd name="connsiteY9" fmla="*/ 2282923 h 2282923"/>
              <a:gd name="connsiteX10" fmla="*/ 1223256 w 6570898"/>
              <a:gd name="connsiteY10" fmla="*/ 2072393 h 2282923"/>
              <a:gd name="connsiteX0" fmla="*/ 1223256 w 6602187"/>
              <a:gd name="connsiteY0" fmla="*/ 2076033 h 2286563"/>
              <a:gd name="connsiteX1" fmla="*/ 500135 w 6602187"/>
              <a:gd name="connsiteY1" fmla="*/ 1947272 h 2286563"/>
              <a:gd name="connsiteX2" fmla="*/ 139268 w 6602187"/>
              <a:gd name="connsiteY2" fmla="*/ 1620327 h 2286563"/>
              <a:gd name="connsiteX3" fmla="*/ 88816 w 6602187"/>
              <a:gd name="connsiteY3" fmla="*/ 586751 h 2286563"/>
              <a:gd name="connsiteX4" fmla="*/ 1309207 w 6602187"/>
              <a:gd name="connsiteY4" fmla="*/ 25643 h 2286563"/>
              <a:gd name="connsiteX5" fmla="*/ 5487886 w 6602187"/>
              <a:gd name="connsiteY5" fmla="*/ 171907 h 2286563"/>
              <a:gd name="connsiteX6" fmla="*/ 6599531 w 6602187"/>
              <a:gd name="connsiteY6" fmla="*/ 850044 h 2286563"/>
              <a:gd name="connsiteX7" fmla="*/ 5955376 w 6602187"/>
              <a:gd name="connsiteY7" fmla="*/ 1914139 h 2286563"/>
              <a:gd name="connsiteX8" fmla="*/ 2046762 w 6602187"/>
              <a:gd name="connsiteY8" fmla="*/ 2086520 h 2286563"/>
              <a:gd name="connsiteX9" fmla="*/ 1332087 w 6602187"/>
              <a:gd name="connsiteY9" fmla="*/ 2286563 h 2286563"/>
              <a:gd name="connsiteX10" fmla="*/ 1223256 w 6602187"/>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23012"/>
              <a:gd name="connsiteY0" fmla="*/ 2076033 h 2286563"/>
              <a:gd name="connsiteX1" fmla="*/ 500135 w 6623012"/>
              <a:gd name="connsiteY1" fmla="*/ 1947272 h 2286563"/>
              <a:gd name="connsiteX2" fmla="*/ 139268 w 6623012"/>
              <a:gd name="connsiteY2" fmla="*/ 1620327 h 2286563"/>
              <a:gd name="connsiteX3" fmla="*/ 88816 w 6623012"/>
              <a:gd name="connsiteY3" fmla="*/ 586751 h 2286563"/>
              <a:gd name="connsiteX4" fmla="*/ 1309207 w 6623012"/>
              <a:gd name="connsiteY4" fmla="*/ 25643 h 2286563"/>
              <a:gd name="connsiteX5" fmla="*/ 5487886 w 6623012"/>
              <a:gd name="connsiteY5" fmla="*/ 171907 h 2286563"/>
              <a:gd name="connsiteX6" fmla="*/ 6599531 w 6623012"/>
              <a:gd name="connsiteY6" fmla="*/ 850044 h 2286563"/>
              <a:gd name="connsiteX7" fmla="*/ 5955376 w 6623012"/>
              <a:gd name="connsiteY7" fmla="*/ 1914139 h 2286563"/>
              <a:gd name="connsiteX8" fmla="*/ 2046762 w 6623012"/>
              <a:gd name="connsiteY8" fmla="*/ 2086520 h 2286563"/>
              <a:gd name="connsiteX9" fmla="*/ 1332087 w 6623012"/>
              <a:gd name="connsiteY9" fmla="*/ 2286563 h 2286563"/>
              <a:gd name="connsiteX10" fmla="*/ 1223256 w 6623012"/>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00330"/>
              <a:gd name="connsiteY0" fmla="*/ 2077382 h 2287912"/>
              <a:gd name="connsiteX1" fmla="*/ 500135 w 6600330"/>
              <a:gd name="connsiteY1" fmla="*/ 1948621 h 2287912"/>
              <a:gd name="connsiteX2" fmla="*/ 139268 w 6600330"/>
              <a:gd name="connsiteY2" fmla="*/ 1621676 h 2287912"/>
              <a:gd name="connsiteX3" fmla="*/ 88816 w 6600330"/>
              <a:gd name="connsiteY3" fmla="*/ 588100 h 2287912"/>
              <a:gd name="connsiteX4" fmla="*/ 1309207 w 6600330"/>
              <a:gd name="connsiteY4" fmla="*/ 26992 h 2287912"/>
              <a:gd name="connsiteX5" fmla="*/ 5487886 w 6600330"/>
              <a:gd name="connsiteY5" fmla="*/ 173256 h 2287912"/>
              <a:gd name="connsiteX6" fmla="*/ 6599531 w 6600330"/>
              <a:gd name="connsiteY6" fmla="*/ 905322 h 2287912"/>
              <a:gd name="connsiteX7" fmla="*/ 5955376 w 6600330"/>
              <a:gd name="connsiteY7" fmla="*/ 1915488 h 2287912"/>
              <a:gd name="connsiteX8" fmla="*/ 2046762 w 6600330"/>
              <a:gd name="connsiteY8" fmla="*/ 2087869 h 2287912"/>
              <a:gd name="connsiteX9" fmla="*/ 1332087 w 6600330"/>
              <a:gd name="connsiteY9" fmla="*/ 2287912 h 2287912"/>
              <a:gd name="connsiteX10" fmla="*/ 1223256 w 6600330"/>
              <a:gd name="connsiteY10" fmla="*/ 2077382 h 2287912"/>
              <a:gd name="connsiteX0" fmla="*/ 1236982 w 6614056"/>
              <a:gd name="connsiteY0" fmla="*/ 2077382 h 2287912"/>
              <a:gd name="connsiteX1" fmla="*/ 513861 w 6614056"/>
              <a:gd name="connsiteY1" fmla="*/ 1948621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325239 w 6614056"/>
              <a:gd name="connsiteY0" fmla="*/ 2062693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25239 w 6614056"/>
              <a:gd name="connsiteY10" fmla="*/ 2062693 h 2287912"/>
              <a:gd name="connsiteX0" fmla="*/ 1350455 w 6614056"/>
              <a:gd name="connsiteY0" fmla="*/ 2033314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50455 w 6614056"/>
              <a:gd name="connsiteY10" fmla="*/ 2033314 h 2287912"/>
              <a:gd name="connsiteX0" fmla="*/ 1351015 w 6614616"/>
              <a:gd name="connsiteY0" fmla="*/ 2033314 h 2287912"/>
              <a:gd name="connsiteX1" fmla="*/ 527030 w 6614616"/>
              <a:gd name="connsiteY1" fmla="*/ 1816418 h 2287912"/>
              <a:gd name="connsiteX2" fmla="*/ 115730 w 6614616"/>
              <a:gd name="connsiteY2" fmla="*/ 1423371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1015 w 6614616"/>
              <a:gd name="connsiteY0" fmla="*/ 2033314 h 2287912"/>
              <a:gd name="connsiteX1" fmla="*/ 527030 w 6614616"/>
              <a:gd name="connsiteY1" fmla="*/ 1816418 h 2287912"/>
              <a:gd name="connsiteX2" fmla="*/ 115730 w 6614616"/>
              <a:gd name="connsiteY2" fmla="*/ 1342580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060489 w 6614057"/>
              <a:gd name="connsiteY8" fmla="*/ 2087869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123530 w 6614057"/>
              <a:gd name="connsiteY8" fmla="*/ 2058491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6451"/>
              <a:gd name="connsiteY0" fmla="*/ 2033314 h 2287912"/>
              <a:gd name="connsiteX1" fmla="*/ 513863 w 6616451"/>
              <a:gd name="connsiteY1" fmla="*/ 1765006 h 2287912"/>
              <a:gd name="connsiteX2" fmla="*/ 115171 w 6616451"/>
              <a:gd name="connsiteY2" fmla="*/ 1342580 h 2287912"/>
              <a:gd name="connsiteX3" fmla="*/ 102543 w 6616451"/>
              <a:gd name="connsiteY3" fmla="*/ 588100 h 2287912"/>
              <a:gd name="connsiteX4" fmla="*/ 1322934 w 6616451"/>
              <a:gd name="connsiteY4" fmla="*/ 26992 h 2287912"/>
              <a:gd name="connsiteX5" fmla="*/ 5501613 w 6616451"/>
              <a:gd name="connsiteY5" fmla="*/ 173256 h 2287912"/>
              <a:gd name="connsiteX6" fmla="*/ 6613258 w 6616451"/>
              <a:gd name="connsiteY6" fmla="*/ 905322 h 2287912"/>
              <a:gd name="connsiteX7" fmla="*/ 6032145 w 6616451"/>
              <a:gd name="connsiteY7" fmla="*/ 1856731 h 2287912"/>
              <a:gd name="connsiteX8" fmla="*/ 2224395 w 6616451"/>
              <a:gd name="connsiteY8" fmla="*/ 2029112 h 2287912"/>
              <a:gd name="connsiteX9" fmla="*/ 1345814 w 6616451"/>
              <a:gd name="connsiteY9" fmla="*/ 2287912 h 2287912"/>
              <a:gd name="connsiteX10" fmla="*/ 1350456 w 6616451"/>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32145 w 6614057"/>
              <a:gd name="connsiteY7" fmla="*/ 1856731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19537 w 6614057"/>
              <a:gd name="connsiteY7" fmla="*/ 180531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3258"/>
              <a:gd name="connsiteY0" fmla="*/ 2033314 h 2287912"/>
              <a:gd name="connsiteX1" fmla="*/ 513863 w 6613258"/>
              <a:gd name="connsiteY1" fmla="*/ 1765006 h 2287912"/>
              <a:gd name="connsiteX2" fmla="*/ 115171 w 6613258"/>
              <a:gd name="connsiteY2" fmla="*/ 1342580 h 2287912"/>
              <a:gd name="connsiteX3" fmla="*/ 102543 w 6613258"/>
              <a:gd name="connsiteY3" fmla="*/ 588100 h 2287912"/>
              <a:gd name="connsiteX4" fmla="*/ 1322934 w 6613258"/>
              <a:gd name="connsiteY4" fmla="*/ 26992 h 2287912"/>
              <a:gd name="connsiteX5" fmla="*/ 5501613 w 6613258"/>
              <a:gd name="connsiteY5" fmla="*/ 173256 h 2287912"/>
              <a:gd name="connsiteX6" fmla="*/ 6613258 w 6613258"/>
              <a:gd name="connsiteY6" fmla="*/ 905322 h 2287912"/>
              <a:gd name="connsiteX7" fmla="*/ 6019537 w 6613258"/>
              <a:gd name="connsiteY7" fmla="*/ 1805318 h 2287912"/>
              <a:gd name="connsiteX8" fmla="*/ 2224395 w 6613258"/>
              <a:gd name="connsiteY8" fmla="*/ 2029112 h 2287912"/>
              <a:gd name="connsiteX9" fmla="*/ 1345814 w 6613258"/>
              <a:gd name="connsiteY9" fmla="*/ 2287912 h 2287912"/>
              <a:gd name="connsiteX10" fmla="*/ 1350456 w 6613258"/>
              <a:gd name="connsiteY10" fmla="*/ 2033314 h 2287912"/>
              <a:gd name="connsiteX0" fmla="*/ 1352720 w 6615522"/>
              <a:gd name="connsiteY0" fmla="*/ 2033314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52720 w 6615522"/>
              <a:gd name="connsiteY10" fmla="*/ 2033314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2284 w 6617261"/>
              <a:gd name="connsiteY0" fmla="*/ 2011281 h 2287912"/>
              <a:gd name="connsiteX1" fmla="*/ 606122 w 6617261"/>
              <a:gd name="connsiteY1" fmla="*/ 1728283 h 2287912"/>
              <a:gd name="connsiteX2" fmla="*/ 119174 w 6617261"/>
              <a:gd name="connsiteY2" fmla="*/ 1342580 h 2287912"/>
              <a:gd name="connsiteX3" fmla="*/ 106546 w 6617261"/>
              <a:gd name="connsiteY3" fmla="*/ 588100 h 2287912"/>
              <a:gd name="connsiteX4" fmla="*/ 1326937 w 6617261"/>
              <a:gd name="connsiteY4" fmla="*/ 26992 h 2287912"/>
              <a:gd name="connsiteX5" fmla="*/ 5505616 w 6617261"/>
              <a:gd name="connsiteY5" fmla="*/ 173256 h 2287912"/>
              <a:gd name="connsiteX6" fmla="*/ 6617261 w 6617261"/>
              <a:gd name="connsiteY6" fmla="*/ 905322 h 2287912"/>
              <a:gd name="connsiteX7" fmla="*/ 6023540 w 6617261"/>
              <a:gd name="connsiteY7" fmla="*/ 1805318 h 2287912"/>
              <a:gd name="connsiteX8" fmla="*/ 2228398 w 6617261"/>
              <a:gd name="connsiteY8" fmla="*/ 2029112 h 2287912"/>
              <a:gd name="connsiteX9" fmla="*/ 1349817 w 6617261"/>
              <a:gd name="connsiteY9" fmla="*/ 2287912 h 2287912"/>
              <a:gd name="connsiteX10" fmla="*/ 1392284 w 6617261"/>
              <a:gd name="connsiteY10" fmla="*/ 2011281 h 2287912"/>
              <a:gd name="connsiteX0" fmla="*/ 1382461 w 6607438"/>
              <a:gd name="connsiteY0" fmla="*/ 2011281 h 2287912"/>
              <a:gd name="connsiteX1" fmla="*/ 596299 w 6607438"/>
              <a:gd name="connsiteY1" fmla="*/ 1728283 h 2287912"/>
              <a:gd name="connsiteX2" fmla="*/ 134568 w 6607438"/>
              <a:gd name="connsiteY2" fmla="*/ 1291168 h 2287912"/>
              <a:gd name="connsiteX3" fmla="*/ 96723 w 6607438"/>
              <a:gd name="connsiteY3" fmla="*/ 588100 h 2287912"/>
              <a:gd name="connsiteX4" fmla="*/ 1317114 w 6607438"/>
              <a:gd name="connsiteY4" fmla="*/ 26992 h 2287912"/>
              <a:gd name="connsiteX5" fmla="*/ 5495793 w 6607438"/>
              <a:gd name="connsiteY5" fmla="*/ 173256 h 2287912"/>
              <a:gd name="connsiteX6" fmla="*/ 6607438 w 6607438"/>
              <a:gd name="connsiteY6" fmla="*/ 905322 h 2287912"/>
              <a:gd name="connsiteX7" fmla="*/ 6013717 w 6607438"/>
              <a:gd name="connsiteY7" fmla="*/ 1805318 h 2287912"/>
              <a:gd name="connsiteX8" fmla="*/ 2218575 w 6607438"/>
              <a:gd name="connsiteY8" fmla="*/ 2029112 h 2287912"/>
              <a:gd name="connsiteX9" fmla="*/ 1339994 w 6607438"/>
              <a:gd name="connsiteY9" fmla="*/ 2287912 h 2287912"/>
              <a:gd name="connsiteX10" fmla="*/ 1382461 w 6607438"/>
              <a:gd name="connsiteY10" fmla="*/ 2011281 h 2287912"/>
              <a:gd name="connsiteX0" fmla="*/ 1346619 w 6571596"/>
              <a:gd name="connsiteY0" fmla="*/ 2009705 h 2286336"/>
              <a:gd name="connsiteX1" fmla="*/ 560457 w 6571596"/>
              <a:gd name="connsiteY1" fmla="*/ 1726707 h 2286336"/>
              <a:gd name="connsiteX2" fmla="*/ 98726 w 6571596"/>
              <a:gd name="connsiteY2" fmla="*/ 1289592 h 2286336"/>
              <a:gd name="connsiteX3" fmla="*/ 111313 w 6571596"/>
              <a:gd name="connsiteY3" fmla="*/ 564490 h 2286336"/>
              <a:gd name="connsiteX4" fmla="*/ 1281272 w 6571596"/>
              <a:gd name="connsiteY4" fmla="*/ 25416 h 2286336"/>
              <a:gd name="connsiteX5" fmla="*/ 5459951 w 6571596"/>
              <a:gd name="connsiteY5" fmla="*/ 171680 h 2286336"/>
              <a:gd name="connsiteX6" fmla="*/ 6571596 w 6571596"/>
              <a:gd name="connsiteY6" fmla="*/ 903746 h 2286336"/>
              <a:gd name="connsiteX7" fmla="*/ 5977875 w 6571596"/>
              <a:gd name="connsiteY7" fmla="*/ 1803742 h 2286336"/>
              <a:gd name="connsiteX8" fmla="*/ 2182733 w 6571596"/>
              <a:gd name="connsiteY8" fmla="*/ 2027536 h 2286336"/>
              <a:gd name="connsiteX9" fmla="*/ 1304152 w 6571596"/>
              <a:gd name="connsiteY9" fmla="*/ 2286336 h 2286336"/>
              <a:gd name="connsiteX10" fmla="*/ 1346619 w 6571596"/>
              <a:gd name="connsiteY10" fmla="*/ 2009705 h 2286336"/>
              <a:gd name="connsiteX0" fmla="*/ 1335993 w 6560970"/>
              <a:gd name="connsiteY0" fmla="*/ 2009705 h 2286336"/>
              <a:gd name="connsiteX1" fmla="*/ 549831 w 6560970"/>
              <a:gd name="connsiteY1" fmla="*/ 1726707 h 2286336"/>
              <a:gd name="connsiteX2" fmla="*/ 88100 w 6560970"/>
              <a:gd name="connsiteY2" fmla="*/ 1289592 h 2286336"/>
              <a:gd name="connsiteX3" fmla="*/ 100687 w 6560970"/>
              <a:gd name="connsiteY3" fmla="*/ 564490 h 2286336"/>
              <a:gd name="connsiteX4" fmla="*/ 1270646 w 6560970"/>
              <a:gd name="connsiteY4" fmla="*/ 25416 h 2286336"/>
              <a:gd name="connsiteX5" fmla="*/ 5449325 w 6560970"/>
              <a:gd name="connsiteY5" fmla="*/ 171680 h 2286336"/>
              <a:gd name="connsiteX6" fmla="*/ 6560970 w 6560970"/>
              <a:gd name="connsiteY6" fmla="*/ 903746 h 2286336"/>
              <a:gd name="connsiteX7" fmla="*/ 5967249 w 6560970"/>
              <a:gd name="connsiteY7" fmla="*/ 1803742 h 2286336"/>
              <a:gd name="connsiteX8" fmla="*/ 2172107 w 6560970"/>
              <a:gd name="connsiteY8" fmla="*/ 2027536 h 2286336"/>
              <a:gd name="connsiteX9" fmla="*/ 1293526 w 6560970"/>
              <a:gd name="connsiteY9" fmla="*/ 2286336 h 2286336"/>
              <a:gd name="connsiteX10" fmla="*/ 1335993 w 6560970"/>
              <a:gd name="connsiteY10" fmla="*/ 2009705 h 2286336"/>
              <a:gd name="connsiteX0" fmla="*/ 1320449 w 6545426"/>
              <a:gd name="connsiteY0" fmla="*/ 2009705 h 2286336"/>
              <a:gd name="connsiteX1" fmla="*/ 534287 w 6545426"/>
              <a:gd name="connsiteY1" fmla="*/ 1726707 h 2286336"/>
              <a:gd name="connsiteX2" fmla="*/ 72556 w 6545426"/>
              <a:gd name="connsiteY2" fmla="*/ 1289592 h 2286336"/>
              <a:gd name="connsiteX3" fmla="*/ 85143 w 6545426"/>
              <a:gd name="connsiteY3" fmla="*/ 564490 h 2286336"/>
              <a:gd name="connsiteX4" fmla="*/ 1255102 w 6545426"/>
              <a:gd name="connsiteY4" fmla="*/ 25416 h 2286336"/>
              <a:gd name="connsiteX5" fmla="*/ 5433781 w 6545426"/>
              <a:gd name="connsiteY5" fmla="*/ 171680 h 2286336"/>
              <a:gd name="connsiteX6" fmla="*/ 6545426 w 6545426"/>
              <a:gd name="connsiteY6" fmla="*/ 903746 h 2286336"/>
              <a:gd name="connsiteX7" fmla="*/ 5951705 w 6545426"/>
              <a:gd name="connsiteY7" fmla="*/ 1803742 h 2286336"/>
              <a:gd name="connsiteX8" fmla="*/ 2156563 w 6545426"/>
              <a:gd name="connsiteY8" fmla="*/ 2027536 h 2286336"/>
              <a:gd name="connsiteX9" fmla="*/ 1277982 w 6545426"/>
              <a:gd name="connsiteY9" fmla="*/ 2286336 h 2286336"/>
              <a:gd name="connsiteX10" fmla="*/ 1320449 w 6545426"/>
              <a:gd name="connsiteY10" fmla="*/ 2009705 h 2286336"/>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261706 w 6486683"/>
              <a:gd name="connsiteY0" fmla="*/ 2028838 h 2305469"/>
              <a:gd name="connsiteX1" fmla="*/ 475544 w 6486683"/>
              <a:gd name="connsiteY1" fmla="*/ 1745840 h 2305469"/>
              <a:gd name="connsiteX2" fmla="*/ 26400 w 6486683"/>
              <a:gd name="connsiteY2" fmla="*/ 583623 h 2305469"/>
              <a:gd name="connsiteX3" fmla="*/ 1246792 w 6486683"/>
              <a:gd name="connsiteY3" fmla="*/ 22515 h 2305469"/>
              <a:gd name="connsiteX4" fmla="*/ 5375038 w 6486683"/>
              <a:gd name="connsiteY4" fmla="*/ 190813 h 2305469"/>
              <a:gd name="connsiteX5" fmla="*/ 6486683 w 6486683"/>
              <a:gd name="connsiteY5" fmla="*/ 922879 h 2305469"/>
              <a:gd name="connsiteX6" fmla="*/ 5892962 w 6486683"/>
              <a:gd name="connsiteY6" fmla="*/ 1822875 h 2305469"/>
              <a:gd name="connsiteX7" fmla="*/ 2097820 w 6486683"/>
              <a:gd name="connsiteY7" fmla="*/ 2046669 h 2305469"/>
              <a:gd name="connsiteX8" fmla="*/ 1219239 w 6486683"/>
              <a:gd name="connsiteY8" fmla="*/ 2305469 h 2305469"/>
              <a:gd name="connsiteX9" fmla="*/ 1261706 w 6486683"/>
              <a:gd name="connsiteY9" fmla="*/ 2028838 h 2305469"/>
              <a:gd name="connsiteX0" fmla="*/ 1278912 w 6503889"/>
              <a:gd name="connsiteY0" fmla="*/ 2028838 h 2305469"/>
              <a:gd name="connsiteX1" fmla="*/ 366669 w 6503889"/>
              <a:gd name="connsiteY1" fmla="*/ 1650360 h 2305469"/>
              <a:gd name="connsiteX2" fmla="*/ 43606 w 6503889"/>
              <a:gd name="connsiteY2" fmla="*/ 583623 h 2305469"/>
              <a:gd name="connsiteX3" fmla="*/ 1263998 w 6503889"/>
              <a:gd name="connsiteY3" fmla="*/ 22515 h 2305469"/>
              <a:gd name="connsiteX4" fmla="*/ 5392244 w 6503889"/>
              <a:gd name="connsiteY4" fmla="*/ 190813 h 2305469"/>
              <a:gd name="connsiteX5" fmla="*/ 6503889 w 6503889"/>
              <a:gd name="connsiteY5" fmla="*/ 922879 h 2305469"/>
              <a:gd name="connsiteX6" fmla="*/ 5910168 w 6503889"/>
              <a:gd name="connsiteY6" fmla="*/ 1822875 h 2305469"/>
              <a:gd name="connsiteX7" fmla="*/ 2115026 w 6503889"/>
              <a:gd name="connsiteY7" fmla="*/ 2046669 h 2305469"/>
              <a:gd name="connsiteX8" fmla="*/ 1236445 w 6503889"/>
              <a:gd name="connsiteY8" fmla="*/ 2305469 h 2305469"/>
              <a:gd name="connsiteX9" fmla="*/ 1278912 w 6503889"/>
              <a:gd name="connsiteY9" fmla="*/ 2028838 h 2305469"/>
              <a:gd name="connsiteX0" fmla="*/ 1306915 w 6531892"/>
              <a:gd name="connsiteY0" fmla="*/ 2028838 h 2305469"/>
              <a:gd name="connsiteX1" fmla="*/ 268591 w 6531892"/>
              <a:gd name="connsiteY1" fmla="*/ 1643015 h 2305469"/>
              <a:gd name="connsiteX2" fmla="*/ 71609 w 6531892"/>
              <a:gd name="connsiteY2" fmla="*/ 583623 h 2305469"/>
              <a:gd name="connsiteX3" fmla="*/ 1292001 w 6531892"/>
              <a:gd name="connsiteY3" fmla="*/ 22515 h 2305469"/>
              <a:gd name="connsiteX4" fmla="*/ 5420247 w 6531892"/>
              <a:gd name="connsiteY4" fmla="*/ 190813 h 2305469"/>
              <a:gd name="connsiteX5" fmla="*/ 6531892 w 6531892"/>
              <a:gd name="connsiteY5" fmla="*/ 922879 h 2305469"/>
              <a:gd name="connsiteX6" fmla="*/ 5938171 w 6531892"/>
              <a:gd name="connsiteY6" fmla="*/ 1822875 h 2305469"/>
              <a:gd name="connsiteX7" fmla="*/ 2143029 w 6531892"/>
              <a:gd name="connsiteY7" fmla="*/ 2046669 h 2305469"/>
              <a:gd name="connsiteX8" fmla="*/ 1264448 w 6531892"/>
              <a:gd name="connsiteY8" fmla="*/ 2305469 h 2305469"/>
              <a:gd name="connsiteX9" fmla="*/ 1306915 w 6531892"/>
              <a:gd name="connsiteY9" fmla="*/ 2028838 h 2305469"/>
              <a:gd name="connsiteX0" fmla="*/ 1322733 w 6547710"/>
              <a:gd name="connsiteY0" fmla="*/ 2028838 h 2305469"/>
              <a:gd name="connsiteX1" fmla="*/ 284409 w 6547710"/>
              <a:gd name="connsiteY1" fmla="*/ 1643015 h 2305469"/>
              <a:gd name="connsiteX2" fmla="*/ 87427 w 6547710"/>
              <a:gd name="connsiteY2" fmla="*/ 583623 h 2305469"/>
              <a:gd name="connsiteX3" fmla="*/ 1307819 w 6547710"/>
              <a:gd name="connsiteY3" fmla="*/ 22515 h 2305469"/>
              <a:gd name="connsiteX4" fmla="*/ 5436065 w 6547710"/>
              <a:gd name="connsiteY4" fmla="*/ 190813 h 2305469"/>
              <a:gd name="connsiteX5" fmla="*/ 6547710 w 6547710"/>
              <a:gd name="connsiteY5" fmla="*/ 922879 h 2305469"/>
              <a:gd name="connsiteX6" fmla="*/ 5953989 w 6547710"/>
              <a:gd name="connsiteY6" fmla="*/ 1822875 h 2305469"/>
              <a:gd name="connsiteX7" fmla="*/ 2158847 w 6547710"/>
              <a:gd name="connsiteY7" fmla="*/ 2046669 h 2305469"/>
              <a:gd name="connsiteX8" fmla="*/ 1280266 w 6547710"/>
              <a:gd name="connsiteY8" fmla="*/ 2305469 h 2305469"/>
              <a:gd name="connsiteX9" fmla="*/ 1322733 w 6547710"/>
              <a:gd name="connsiteY9" fmla="*/ 2028838 h 2305469"/>
              <a:gd name="connsiteX0" fmla="*/ 1350725 w 6575702"/>
              <a:gd name="connsiteY0" fmla="*/ 2028838 h 2305469"/>
              <a:gd name="connsiteX1" fmla="*/ 312401 w 6575702"/>
              <a:gd name="connsiteY1" fmla="*/ 1643015 h 2305469"/>
              <a:gd name="connsiteX2" fmla="*/ 115419 w 6575702"/>
              <a:gd name="connsiteY2" fmla="*/ 583623 h 2305469"/>
              <a:gd name="connsiteX3" fmla="*/ 1335811 w 6575702"/>
              <a:gd name="connsiteY3" fmla="*/ 22515 h 2305469"/>
              <a:gd name="connsiteX4" fmla="*/ 5464057 w 6575702"/>
              <a:gd name="connsiteY4" fmla="*/ 190813 h 2305469"/>
              <a:gd name="connsiteX5" fmla="*/ 6575702 w 6575702"/>
              <a:gd name="connsiteY5" fmla="*/ 922879 h 2305469"/>
              <a:gd name="connsiteX6" fmla="*/ 5981981 w 6575702"/>
              <a:gd name="connsiteY6" fmla="*/ 1822875 h 2305469"/>
              <a:gd name="connsiteX7" fmla="*/ 2186839 w 6575702"/>
              <a:gd name="connsiteY7" fmla="*/ 2046669 h 2305469"/>
              <a:gd name="connsiteX8" fmla="*/ 1308258 w 6575702"/>
              <a:gd name="connsiteY8" fmla="*/ 2305469 h 2305469"/>
              <a:gd name="connsiteX9" fmla="*/ 1350725 w 6575702"/>
              <a:gd name="connsiteY9" fmla="*/ 2028838 h 2305469"/>
              <a:gd name="connsiteX0" fmla="*/ 1334698 w 6559675"/>
              <a:gd name="connsiteY0" fmla="*/ 2033414 h 2310045"/>
              <a:gd name="connsiteX1" fmla="*/ 296374 w 6559675"/>
              <a:gd name="connsiteY1" fmla="*/ 1647591 h 2310045"/>
              <a:gd name="connsiteX2" fmla="*/ 99392 w 6559675"/>
              <a:gd name="connsiteY2" fmla="*/ 654301 h 2310045"/>
              <a:gd name="connsiteX3" fmla="*/ 1319784 w 6559675"/>
              <a:gd name="connsiteY3" fmla="*/ 27091 h 2310045"/>
              <a:gd name="connsiteX4" fmla="*/ 5448030 w 6559675"/>
              <a:gd name="connsiteY4" fmla="*/ 195389 h 2310045"/>
              <a:gd name="connsiteX5" fmla="*/ 6559675 w 6559675"/>
              <a:gd name="connsiteY5" fmla="*/ 927455 h 2310045"/>
              <a:gd name="connsiteX6" fmla="*/ 5965954 w 6559675"/>
              <a:gd name="connsiteY6" fmla="*/ 1827451 h 2310045"/>
              <a:gd name="connsiteX7" fmla="*/ 2170812 w 6559675"/>
              <a:gd name="connsiteY7" fmla="*/ 2051245 h 2310045"/>
              <a:gd name="connsiteX8" fmla="*/ 1292231 w 6559675"/>
              <a:gd name="connsiteY8" fmla="*/ 2310045 h 2310045"/>
              <a:gd name="connsiteX9" fmla="*/ 1334698 w 6559675"/>
              <a:gd name="connsiteY9" fmla="*/ 2033414 h 2310045"/>
              <a:gd name="connsiteX0" fmla="*/ 1387100 w 6612077"/>
              <a:gd name="connsiteY0" fmla="*/ 2036495 h 2313126"/>
              <a:gd name="connsiteX1" fmla="*/ 348776 w 6612077"/>
              <a:gd name="connsiteY1" fmla="*/ 1650672 h 2313126"/>
              <a:gd name="connsiteX2" fmla="*/ 88753 w 6612077"/>
              <a:gd name="connsiteY2" fmla="*/ 701450 h 2313126"/>
              <a:gd name="connsiteX3" fmla="*/ 1372186 w 6612077"/>
              <a:gd name="connsiteY3" fmla="*/ 30172 h 2313126"/>
              <a:gd name="connsiteX4" fmla="*/ 5500432 w 6612077"/>
              <a:gd name="connsiteY4" fmla="*/ 198470 h 2313126"/>
              <a:gd name="connsiteX5" fmla="*/ 6612077 w 6612077"/>
              <a:gd name="connsiteY5" fmla="*/ 930536 h 2313126"/>
              <a:gd name="connsiteX6" fmla="*/ 6018356 w 6612077"/>
              <a:gd name="connsiteY6" fmla="*/ 1830532 h 2313126"/>
              <a:gd name="connsiteX7" fmla="*/ 2223214 w 6612077"/>
              <a:gd name="connsiteY7" fmla="*/ 2054326 h 2313126"/>
              <a:gd name="connsiteX8" fmla="*/ 1344633 w 6612077"/>
              <a:gd name="connsiteY8" fmla="*/ 2313126 h 2313126"/>
              <a:gd name="connsiteX9" fmla="*/ 1387100 w 6612077"/>
              <a:gd name="connsiteY9" fmla="*/ 2036495 h 2313126"/>
              <a:gd name="connsiteX0" fmla="*/ 1391247 w 6616224"/>
              <a:gd name="connsiteY0" fmla="*/ 2036495 h 2313126"/>
              <a:gd name="connsiteX1" fmla="*/ 352923 w 6616224"/>
              <a:gd name="connsiteY1" fmla="*/ 1650672 h 2313126"/>
              <a:gd name="connsiteX2" fmla="*/ 92900 w 6616224"/>
              <a:gd name="connsiteY2" fmla="*/ 701450 h 2313126"/>
              <a:gd name="connsiteX3" fmla="*/ 1376333 w 6616224"/>
              <a:gd name="connsiteY3" fmla="*/ 30172 h 2313126"/>
              <a:gd name="connsiteX4" fmla="*/ 5504579 w 6616224"/>
              <a:gd name="connsiteY4" fmla="*/ 198470 h 2313126"/>
              <a:gd name="connsiteX5" fmla="*/ 6616224 w 6616224"/>
              <a:gd name="connsiteY5" fmla="*/ 930536 h 2313126"/>
              <a:gd name="connsiteX6" fmla="*/ 6022503 w 6616224"/>
              <a:gd name="connsiteY6" fmla="*/ 1830532 h 2313126"/>
              <a:gd name="connsiteX7" fmla="*/ 2227361 w 6616224"/>
              <a:gd name="connsiteY7" fmla="*/ 2054326 h 2313126"/>
              <a:gd name="connsiteX8" fmla="*/ 1348780 w 6616224"/>
              <a:gd name="connsiteY8" fmla="*/ 2313126 h 2313126"/>
              <a:gd name="connsiteX9" fmla="*/ 1391247 w 6616224"/>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438885 w 6613429"/>
              <a:gd name="connsiteY0" fmla="*/ 2029150 h 2313126"/>
              <a:gd name="connsiteX1" fmla="*/ 350128 w 6613429"/>
              <a:gd name="connsiteY1" fmla="*/ 1650672 h 2313126"/>
              <a:gd name="connsiteX2" fmla="*/ 90105 w 6613429"/>
              <a:gd name="connsiteY2" fmla="*/ 701450 h 2313126"/>
              <a:gd name="connsiteX3" fmla="*/ 1373538 w 6613429"/>
              <a:gd name="connsiteY3" fmla="*/ 30172 h 2313126"/>
              <a:gd name="connsiteX4" fmla="*/ 5501784 w 6613429"/>
              <a:gd name="connsiteY4" fmla="*/ 198470 h 2313126"/>
              <a:gd name="connsiteX5" fmla="*/ 6613429 w 6613429"/>
              <a:gd name="connsiteY5" fmla="*/ 930536 h 2313126"/>
              <a:gd name="connsiteX6" fmla="*/ 6019708 w 6613429"/>
              <a:gd name="connsiteY6" fmla="*/ 1830532 h 2313126"/>
              <a:gd name="connsiteX7" fmla="*/ 2224566 w 6613429"/>
              <a:gd name="connsiteY7" fmla="*/ 2054326 h 2313126"/>
              <a:gd name="connsiteX8" fmla="*/ 1345985 w 6613429"/>
              <a:gd name="connsiteY8" fmla="*/ 2313126 h 2313126"/>
              <a:gd name="connsiteX9" fmla="*/ 1438885 w 6613429"/>
              <a:gd name="connsiteY9" fmla="*/ 2029150 h 2313126"/>
              <a:gd name="connsiteX0" fmla="*/ 1411781 w 6586325"/>
              <a:gd name="connsiteY0" fmla="*/ 2029150 h 2313126"/>
              <a:gd name="connsiteX1" fmla="*/ 323024 w 6586325"/>
              <a:gd name="connsiteY1" fmla="*/ 1650672 h 2313126"/>
              <a:gd name="connsiteX2" fmla="*/ 63001 w 6586325"/>
              <a:gd name="connsiteY2" fmla="*/ 701450 h 2313126"/>
              <a:gd name="connsiteX3" fmla="*/ 1346434 w 6586325"/>
              <a:gd name="connsiteY3" fmla="*/ 30172 h 2313126"/>
              <a:gd name="connsiteX4" fmla="*/ 5474680 w 6586325"/>
              <a:gd name="connsiteY4" fmla="*/ 198470 h 2313126"/>
              <a:gd name="connsiteX5" fmla="*/ 6586325 w 6586325"/>
              <a:gd name="connsiteY5" fmla="*/ 930536 h 2313126"/>
              <a:gd name="connsiteX6" fmla="*/ 5992604 w 6586325"/>
              <a:gd name="connsiteY6" fmla="*/ 1830532 h 2313126"/>
              <a:gd name="connsiteX7" fmla="*/ 2197462 w 6586325"/>
              <a:gd name="connsiteY7" fmla="*/ 2054326 h 2313126"/>
              <a:gd name="connsiteX8" fmla="*/ 1318881 w 6586325"/>
              <a:gd name="connsiteY8" fmla="*/ 2313126 h 2313126"/>
              <a:gd name="connsiteX9" fmla="*/ 1411781 w 6586325"/>
              <a:gd name="connsiteY9" fmla="*/ 2029150 h 2313126"/>
              <a:gd name="connsiteX0" fmla="*/ 1422251 w 6596795"/>
              <a:gd name="connsiteY0" fmla="*/ 2029150 h 2313126"/>
              <a:gd name="connsiteX1" fmla="*/ 333494 w 6596795"/>
              <a:gd name="connsiteY1" fmla="*/ 1650672 h 2313126"/>
              <a:gd name="connsiteX2" fmla="*/ 73471 w 6596795"/>
              <a:gd name="connsiteY2" fmla="*/ 701450 h 2313126"/>
              <a:gd name="connsiteX3" fmla="*/ 1356904 w 6596795"/>
              <a:gd name="connsiteY3" fmla="*/ 30172 h 2313126"/>
              <a:gd name="connsiteX4" fmla="*/ 5485150 w 6596795"/>
              <a:gd name="connsiteY4" fmla="*/ 198470 h 2313126"/>
              <a:gd name="connsiteX5" fmla="*/ 6596795 w 6596795"/>
              <a:gd name="connsiteY5" fmla="*/ 930536 h 2313126"/>
              <a:gd name="connsiteX6" fmla="*/ 6003074 w 6596795"/>
              <a:gd name="connsiteY6" fmla="*/ 1830532 h 2313126"/>
              <a:gd name="connsiteX7" fmla="*/ 2207932 w 6596795"/>
              <a:gd name="connsiteY7" fmla="*/ 2054326 h 2313126"/>
              <a:gd name="connsiteX8" fmla="*/ 1329351 w 6596795"/>
              <a:gd name="connsiteY8" fmla="*/ 2313126 h 2313126"/>
              <a:gd name="connsiteX9" fmla="*/ 1422251 w 6596795"/>
              <a:gd name="connsiteY9" fmla="*/ 2029150 h 2313126"/>
              <a:gd name="connsiteX0" fmla="*/ 1427107 w 6601651"/>
              <a:gd name="connsiteY0" fmla="*/ 2029150 h 2313126"/>
              <a:gd name="connsiteX1" fmla="*/ 338350 w 6601651"/>
              <a:gd name="connsiteY1" fmla="*/ 1650672 h 2313126"/>
              <a:gd name="connsiteX2" fmla="*/ 78327 w 6601651"/>
              <a:gd name="connsiteY2" fmla="*/ 701450 h 2313126"/>
              <a:gd name="connsiteX3" fmla="*/ 1361760 w 6601651"/>
              <a:gd name="connsiteY3" fmla="*/ 30172 h 2313126"/>
              <a:gd name="connsiteX4" fmla="*/ 5490006 w 6601651"/>
              <a:gd name="connsiteY4" fmla="*/ 198470 h 2313126"/>
              <a:gd name="connsiteX5" fmla="*/ 6601651 w 6601651"/>
              <a:gd name="connsiteY5" fmla="*/ 930536 h 2313126"/>
              <a:gd name="connsiteX6" fmla="*/ 6007930 w 6601651"/>
              <a:gd name="connsiteY6" fmla="*/ 1830532 h 2313126"/>
              <a:gd name="connsiteX7" fmla="*/ 2212788 w 6601651"/>
              <a:gd name="connsiteY7" fmla="*/ 2054326 h 2313126"/>
              <a:gd name="connsiteX8" fmla="*/ 1334207 w 6601651"/>
              <a:gd name="connsiteY8" fmla="*/ 2313126 h 2313126"/>
              <a:gd name="connsiteX9" fmla="*/ 1427107 w 6601651"/>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98750 w 6597644"/>
              <a:gd name="connsiteY0" fmla="*/ 2029150 h 2313126"/>
              <a:gd name="connsiteX1" fmla="*/ 298554 w 6597644"/>
              <a:gd name="connsiteY1" fmla="*/ 1654147 h 2313126"/>
              <a:gd name="connsiteX2" fmla="*/ 74320 w 6597644"/>
              <a:gd name="connsiteY2" fmla="*/ 701450 h 2313126"/>
              <a:gd name="connsiteX3" fmla="*/ 1357753 w 6597644"/>
              <a:gd name="connsiteY3" fmla="*/ 30172 h 2313126"/>
              <a:gd name="connsiteX4" fmla="*/ 5485999 w 6597644"/>
              <a:gd name="connsiteY4" fmla="*/ 198470 h 2313126"/>
              <a:gd name="connsiteX5" fmla="*/ 6597644 w 6597644"/>
              <a:gd name="connsiteY5" fmla="*/ 930536 h 2313126"/>
              <a:gd name="connsiteX6" fmla="*/ 6003923 w 6597644"/>
              <a:gd name="connsiteY6" fmla="*/ 1830532 h 2313126"/>
              <a:gd name="connsiteX7" fmla="*/ 2208781 w 6597644"/>
              <a:gd name="connsiteY7" fmla="*/ 2054326 h 2313126"/>
              <a:gd name="connsiteX8" fmla="*/ 1330200 w 6597644"/>
              <a:gd name="connsiteY8" fmla="*/ 2313126 h 2313126"/>
              <a:gd name="connsiteX9" fmla="*/ 1498750 w 65976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506919 w 6605813"/>
              <a:gd name="connsiteY0" fmla="*/ 2029150 h 2313126"/>
              <a:gd name="connsiteX1" fmla="*/ 306723 w 6605813"/>
              <a:gd name="connsiteY1" fmla="*/ 1654147 h 2313126"/>
              <a:gd name="connsiteX2" fmla="*/ 82489 w 6605813"/>
              <a:gd name="connsiteY2" fmla="*/ 701450 h 2313126"/>
              <a:gd name="connsiteX3" fmla="*/ 1365922 w 6605813"/>
              <a:gd name="connsiteY3" fmla="*/ 30172 h 2313126"/>
              <a:gd name="connsiteX4" fmla="*/ 5494168 w 6605813"/>
              <a:gd name="connsiteY4" fmla="*/ 198470 h 2313126"/>
              <a:gd name="connsiteX5" fmla="*/ 6605813 w 6605813"/>
              <a:gd name="connsiteY5" fmla="*/ 930536 h 2313126"/>
              <a:gd name="connsiteX6" fmla="*/ 6012092 w 6605813"/>
              <a:gd name="connsiteY6" fmla="*/ 1830532 h 2313126"/>
              <a:gd name="connsiteX7" fmla="*/ 2216950 w 6605813"/>
              <a:gd name="connsiteY7" fmla="*/ 2054326 h 2313126"/>
              <a:gd name="connsiteX8" fmla="*/ 1338369 w 6605813"/>
              <a:gd name="connsiteY8" fmla="*/ 2313126 h 2313126"/>
              <a:gd name="connsiteX9" fmla="*/ 1506919 w 6605813"/>
              <a:gd name="connsiteY9" fmla="*/ 2029150 h 231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05813" h="2313126">
                <a:moveTo>
                  <a:pt x="1506919" y="2029150"/>
                </a:moveTo>
                <a:cubicBezTo>
                  <a:pt x="1417504" y="1839150"/>
                  <a:pt x="585881" y="1896278"/>
                  <a:pt x="306723" y="1654147"/>
                </a:cubicBezTo>
                <a:cubicBezTo>
                  <a:pt x="27565" y="1412016"/>
                  <a:pt x="-94044" y="972113"/>
                  <a:pt x="82489" y="701450"/>
                </a:cubicBezTo>
                <a:cubicBezTo>
                  <a:pt x="259022" y="430788"/>
                  <a:pt x="463975" y="114002"/>
                  <a:pt x="1365922" y="30172"/>
                </a:cubicBezTo>
                <a:cubicBezTo>
                  <a:pt x="2267869" y="-53658"/>
                  <a:pt x="4620853" y="48409"/>
                  <a:pt x="5494168" y="198470"/>
                </a:cubicBezTo>
                <a:cubicBezTo>
                  <a:pt x="6367483" y="348531"/>
                  <a:pt x="6547059" y="600421"/>
                  <a:pt x="6605813" y="930536"/>
                </a:cubicBezTo>
                <a:cubicBezTo>
                  <a:pt x="6583958" y="1261451"/>
                  <a:pt x="6667921" y="1584477"/>
                  <a:pt x="6012092" y="1830532"/>
                </a:cubicBezTo>
                <a:cubicBezTo>
                  <a:pt x="5356263" y="2076587"/>
                  <a:pt x="2425296" y="2046334"/>
                  <a:pt x="2216950" y="2054326"/>
                </a:cubicBezTo>
                <a:cubicBezTo>
                  <a:pt x="1882633" y="2207554"/>
                  <a:pt x="1465597" y="2294989"/>
                  <a:pt x="1338369" y="2313126"/>
                </a:cubicBezTo>
                <a:cubicBezTo>
                  <a:pt x="1524676" y="2124221"/>
                  <a:pt x="1506919" y="2029150"/>
                  <a:pt x="1506919" y="2029150"/>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FFB4A4D3-80AF-174C-E349-BA989353165C}"/>
              </a:ext>
            </a:extLst>
          </p:cNvPr>
          <p:cNvSpPr>
            <a:spLocks noGrp="1"/>
          </p:cNvSpPr>
          <p:nvPr>
            <p:ph type="ctrTitle"/>
          </p:nvPr>
        </p:nvSpPr>
        <p:spPr>
          <a:xfrm>
            <a:off x="909965" y="613455"/>
            <a:ext cx="4628759" cy="2083242"/>
          </a:xfrm>
        </p:spPr>
        <p:txBody>
          <a:bodyPr>
            <a:normAutofit/>
          </a:bodyPr>
          <a:lstStyle/>
          <a:p>
            <a:r>
              <a:rPr lang="en-AU" dirty="0"/>
              <a:t>Lesson 06</a:t>
            </a:r>
            <a:br>
              <a:rPr lang="en-AU" dirty="0"/>
            </a:br>
            <a:r>
              <a:rPr lang="en-AU" dirty="0"/>
              <a:t>Embedding Quotes</a:t>
            </a:r>
          </a:p>
        </p:txBody>
      </p:sp>
      <p:sp>
        <p:nvSpPr>
          <p:cNvPr id="15" name="Freeform: Shape 14">
            <a:extLst>
              <a:ext uri="{FF2B5EF4-FFF2-40B4-BE49-F238E27FC236}">
                <a16:creationId xmlns:a16="http://schemas.microsoft.com/office/drawing/2014/main" id="{5A54E502-E41E-47D5-8AB9-683E3D3EE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4884" flipH="1">
            <a:off x="5645898" y="25325"/>
            <a:ext cx="3856838" cy="2114365"/>
          </a:xfrm>
          <a:custGeom>
            <a:avLst/>
            <a:gdLst>
              <a:gd name="connsiteX0" fmla="*/ 986774 w 5065355"/>
              <a:gd name="connsiteY0" fmla="*/ 0 h 3864077"/>
              <a:gd name="connsiteX1" fmla="*/ 1598492 w 5065355"/>
              <a:gd name="connsiteY1" fmla="*/ 571743 h 3864077"/>
              <a:gd name="connsiteX2" fmla="*/ 4623587 w 5065355"/>
              <a:gd name="connsiteY2" fmla="*/ 815032 h 3864077"/>
              <a:gd name="connsiteX3" fmla="*/ 5045794 w 5065355"/>
              <a:gd name="connsiteY3" fmla="*/ 2583837 h 3864077"/>
              <a:gd name="connsiteX4" fmla="*/ 5065097 w 5065355"/>
              <a:gd name="connsiteY4" fmla="*/ 3007422 h 3864077"/>
              <a:gd name="connsiteX5" fmla="*/ 5064540 w 5065355"/>
              <a:gd name="connsiteY5" fmla="*/ 3083457 h 3864077"/>
              <a:gd name="connsiteX6" fmla="*/ 5065355 w 5065355"/>
              <a:gd name="connsiteY6" fmla="*/ 3093208 h 3864077"/>
              <a:gd name="connsiteX7" fmla="*/ 5059336 w 5065355"/>
              <a:gd name="connsiteY7" fmla="*/ 3165214 h 3864077"/>
              <a:gd name="connsiteX8" fmla="*/ 5058896 w 5065355"/>
              <a:gd name="connsiteY8" fmla="*/ 3171406 h 3864077"/>
              <a:gd name="connsiteX9" fmla="*/ 5058773 w 5065355"/>
              <a:gd name="connsiteY9" fmla="*/ 3171941 h 3864077"/>
              <a:gd name="connsiteX10" fmla="*/ 5057188 w 5065355"/>
              <a:gd name="connsiteY10" fmla="*/ 3190910 h 3864077"/>
              <a:gd name="connsiteX11" fmla="*/ 5033762 w 5065355"/>
              <a:gd name="connsiteY11" fmla="*/ 3281910 h 3864077"/>
              <a:gd name="connsiteX12" fmla="*/ 5033487 w 5065355"/>
              <a:gd name="connsiteY12" fmla="*/ 3282522 h 3864077"/>
              <a:gd name="connsiteX13" fmla="*/ 5027369 w 5065355"/>
              <a:gd name="connsiteY13" fmla="*/ 3309275 h 3864077"/>
              <a:gd name="connsiteX14" fmla="*/ 4908386 w 5065355"/>
              <a:gd name="connsiteY14" fmla="*/ 3476562 h 3864077"/>
              <a:gd name="connsiteX15" fmla="*/ 4902444 w 5065355"/>
              <a:gd name="connsiteY15" fmla="*/ 3480940 h 3864077"/>
              <a:gd name="connsiteX16" fmla="*/ 4888108 w 5065355"/>
              <a:gd name="connsiteY16" fmla="*/ 3495204 h 3864077"/>
              <a:gd name="connsiteX17" fmla="*/ 4819819 w 5065355"/>
              <a:gd name="connsiteY17" fmla="*/ 3539901 h 3864077"/>
              <a:gd name="connsiteX18" fmla="*/ 4806748 w 5065355"/>
              <a:gd name="connsiteY18" fmla="*/ 3544794 h 3864077"/>
              <a:gd name="connsiteX19" fmla="*/ 4765129 w 5065355"/>
              <a:gd name="connsiteY19" fmla="*/ 3568040 h 3864077"/>
              <a:gd name="connsiteX20" fmla="*/ 4426673 w 5065355"/>
              <a:gd name="connsiteY20" fmla="*/ 3685984 h 3864077"/>
              <a:gd name="connsiteX21" fmla="*/ 534075 w 5065355"/>
              <a:gd name="connsiteY21" fmla="*/ 3761757 h 3864077"/>
              <a:gd name="connsiteX22" fmla="*/ 451805 w 5065355"/>
              <a:gd name="connsiteY22" fmla="*/ 3738960 h 3864077"/>
              <a:gd name="connsiteX23" fmla="*/ 417467 w 5065355"/>
              <a:gd name="connsiteY23" fmla="*/ 3743134 h 3864077"/>
              <a:gd name="connsiteX24" fmla="*/ 47039 w 5065355"/>
              <a:gd name="connsiteY24" fmla="*/ 3447046 h 3864077"/>
              <a:gd name="connsiteX25" fmla="*/ 38763 w 5065355"/>
              <a:gd name="connsiteY25" fmla="*/ 3414896 h 3864077"/>
              <a:gd name="connsiteX26" fmla="*/ 28376 w 5065355"/>
              <a:gd name="connsiteY26" fmla="*/ 3388641 h 3864077"/>
              <a:gd name="connsiteX27" fmla="*/ 14642 w 5065355"/>
              <a:gd name="connsiteY27" fmla="*/ 2681940 h 3864077"/>
              <a:gd name="connsiteX28" fmla="*/ 141525 w 5065355"/>
              <a:gd name="connsiteY28" fmla="*/ 1290513 h 3864077"/>
              <a:gd name="connsiteX29" fmla="*/ 968842 w 5065355"/>
              <a:gd name="connsiteY29" fmla="*/ 590018 h 3864077"/>
              <a:gd name="connsiteX30" fmla="*/ 986774 w 5065355"/>
              <a:gd name="connsiteY30" fmla="*/ 0 h 3864077"/>
              <a:gd name="connsiteX0" fmla="*/ 986774 w 5065355"/>
              <a:gd name="connsiteY0" fmla="*/ 0 h 3852421"/>
              <a:gd name="connsiteX1" fmla="*/ 1598492 w 5065355"/>
              <a:gd name="connsiteY1" fmla="*/ 571743 h 3852421"/>
              <a:gd name="connsiteX2" fmla="*/ 4623587 w 5065355"/>
              <a:gd name="connsiteY2" fmla="*/ 815032 h 3852421"/>
              <a:gd name="connsiteX3" fmla="*/ 5045794 w 5065355"/>
              <a:gd name="connsiteY3" fmla="*/ 2583837 h 3852421"/>
              <a:gd name="connsiteX4" fmla="*/ 5065097 w 5065355"/>
              <a:gd name="connsiteY4" fmla="*/ 3007422 h 3852421"/>
              <a:gd name="connsiteX5" fmla="*/ 5064540 w 5065355"/>
              <a:gd name="connsiteY5" fmla="*/ 3083457 h 3852421"/>
              <a:gd name="connsiteX6" fmla="*/ 5065355 w 5065355"/>
              <a:gd name="connsiteY6" fmla="*/ 3093208 h 3852421"/>
              <a:gd name="connsiteX7" fmla="*/ 5059336 w 5065355"/>
              <a:gd name="connsiteY7" fmla="*/ 3165214 h 3852421"/>
              <a:gd name="connsiteX8" fmla="*/ 5058896 w 5065355"/>
              <a:gd name="connsiteY8" fmla="*/ 3171406 h 3852421"/>
              <a:gd name="connsiteX9" fmla="*/ 5058773 w 5065355"/>
              <a:gd name="connsiteY9" fmla="*/ 3171941 h 3852421"/>
              <a:gd name="connsiteX10" fmla="*/ 5057188 w 5065355"/>
              <a:gd name="connsiteY10" fmla="*/ 3190910 h 3852421"/>
              <a:gd name="connsiteX11" fmla="*/ 5033762 w 5065355"/>
              <a:gd name="connsiteY11" fmla="*/ 3281910 h 3852421"/>
              <a:gd name="connsiteX12" fmla="*/ 5033487 w 5065355"/>
              <a:gd name="connsiteY12" fmla="*/ 3282522 h 3852421"/>
              <a:gd name="connsiteX13" fmla="*/ 5027369 w 5065355"/>
              <a:gd name="connsiteY13" fmla="*/ 3309275 h 3852421"/>
              <a:gd name="connsiteX14" fmla="*/ 4908386 w 5065355"/>
              <a:gd name="connsiteY14" fmla="*/ 3476562 h 3852421"/>
              <a:gd name="connsiteX15" fmla="*/ 4902444 w 5065355"/>
              <a:gd name="connsiteY15" fmla="*/ 3480940 h 3852421"/>
              <a:gd name="connsiteX16" fmla="*/ 4888108 w 5065355"/>
              <a:gd name="connsiteY16" fmla="*/ 3495204 h 3852421"/>
              <a:gd name="connsiteX17" fmla="*/ 4819819 w 5065355"/>
              <a:gd name="connsiteY17" fmla="*/ 3539901 h 3852421"/>
              <a:gd name="connsiteX18" fmla="*/ 4806748 w 5065355"/>
              <a:gd name="connsiteY18" fmla="*/ 3544794 h 3852421"/>
              <a:gd name="connsiteX19" fmla="*/ 4765129 w 5065355"/>
              <a:gd name="connsiteY19" fmla="*/ 3568040 h 3852421"/>
              <a:gd name="connsiteX20" fmla="*/ 4426673 w 5065355"/>
              <a:gd name="connsiteY20" fmla="*/ 3685984 h 3852421"/>
              <a:gd name="connsiteX21" fmla="*/ 904564 w 5065355"/>
              <a:gd name="connsiteY21" fmla="*/ 3793288 h 3852421"/>
              <a:gd name="connsiteX22" fmla="*/ 451805 w 5065355"/>
              <a:gd name="connsiteY22" fmla="*/ 3738960 h 3852421"/>
              <a:gd name="connsiteX23" fmla="*/ 417467 w 5065355"/>
              <a:gd name="connsiteY23" fmla="*/ 3743134 h 3852421"/>
              <a:gd name="connsiteX24" fmla="*/ 47039 w 5065355"/>
              <a:gd name="connsiteY24" fmla="*/ 3447046 h 3852421"/>
              <a:gd name="connsiteX25" fmla="*/ 38763 w 5065355"/>
              <a:gd name="connsiteY25" fmla="*/ 3414896 h 3852421"/>
              <a:gd name="connsiteX26" fmla="*/ 28376 w 5065355"/>
              <a:gd name="connsiteY26" fmla="*/ 3388641 h 3852421"/>
              <a:gd name="connsiteX27" fmla="*/ 14642 w 5065355"/>
              <a:gd name="connsiteY27" fmla="*/ 2681940 h 3852421"/>
              <a:gd name="connsiteX28" fmla="*/ 141525 w 5065355"/>
              <a:gd name="connsiteY28" fmla="*/ 1290513 h 3852421"/>
              <a:gd name="connsiteX29" fmla="*/ 968842 w 5065355"/>
              <a:gd name="connsiteY29" fmla="*/ 590018 h 3852421"/>
              <a:gd name="connsiteX30" fmla="*/ 986774 w 5065355"/>
              <a:gd name="connsiteY30" fmla="*/ 0 h 3852421"/>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229604 w 5065355"/>
              <a:gd name="connsiteY19" fmla="*/ 3851522 h 3899315"/>
              <a:gd name="connsiteX20" fmla="*/ 904564 w 5065355"/>
              <a:gd name="connsiteY20" fmla="*/ 3793288 h 3899315"/>
              <a:gd name="connsiteX21" fmla="*/ 451805 w 5065355"/>
              <a:gd name="connsiteY21" fmla="*/ 3738960 h 3899315"/>
              <a:gd name="connsiteX22" fmla="*/ 417467 w 5065355"/>
              <a:gd name="connsiteY22" fmla="*/ 3743134 h 3899315"/>
              <a:gd name="connsiteX23" fmla="*/ 47039 w 5065355"/>
              <a:gd name="connsiteY23" fmla="*/ 3447046 h 3899315"/>
              <a:gd name="connsiteX24" fmla="*/ 38763 w 5065355"/>
              <a:gd name="connsiteY24" fmla="*/ 3414896 h 3899315"/>
              <a:gd name="connsiteX25" fmla="*/ 28376 w 5065355"/>
              <a:gd name="connsiteY25" fmla="*/ 3388641 h 3899315"/>
              <a:gd name="connsiteX26" fmla="*/ 14642 w 5065355"/>
              <a:gd name="connsiteY26" fmla="*/ 2681940 h 3899315"/>
              <a:gd name="connsiteX27" fmla="*/ 141525 w 5065355"/>
              <a:gd name="connsiteY27" fmla="*/ 1290513 h 3899315"/>
              <a:gd name="connsiteX28" fmla="*/ 968842 w 5065355"/>
              <a:gd name="connsiteY28" fmla="*/ 590018 h 3899315"/>
              <a:gd name="connsiteX29" fmla="*/ 986774 w 5065355"/>
              <a:gd name="connsiteY29" fmla="*/ 0 h 3899315"/>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88108 w 5065355"/>
              <a:gd name="connsiteY16" fmla="*/ 3495204 h 3885853"/>
              <a:gd name="connsiteX17" fmla="*/ 4819819 w 5065355"/>
              <a:gd name="connsiteY17" fmla="*/ 3539901 h 3885853"/>
              <a:gd name="connsiteX18" fmla="*/ 4735804 w 5065355"/>
              <a:gd name="connsiteY18" fmla="*/ 3804925 h 3885853"/>
              <a:gd name="connsiteX19" fmla="*/ 4229604 w 5065355"/>
              <a:gd name="connsiteY19" fmla="*/ 3851522 h 3885853"/>
              <a:gd name="connsiteX20" fmla="*/ 904564 w 5065355"/>
              <a:gd name="connsiteY20" fmla="*/ 3793288 h 3885853"/>
              <a:gd name="connsiteX21" fmla="*/ 451805 w 5065355"/>
              <a:gd name="connsiteY21" fmla="*/ 3738960 h 3885853"/>
              <a:gd name="connsiteX22" fmla="*/ 417467 w 5065355"/>
              <a:gd name="connsiteY22" fmla="*/ 3743134 h 3885853"/>
              <a:gd name="connsiteX23" fmla="*/ 47039 w 5065355"/>
              <a:gd name="connsiteY23" fmla="*/ 3447046 h 3885853"/>
              <a:gd name="connsiteX24" fmla="*/ 38763 w 5065355"/>
              <a:gd name="connsiteY24" fmla="*/ 3414896 h 3885853"/>
              <a:gd name="connsiteX25" fmla="*/ 28376 w 5065355"/>
              <a:gd name="connsiteY25" fmla="*/ 3388641 h 3885853"/>
              <a:gd name="connsiteX26" fmla="*/ 14642 w 5065355"/>
              <a:gd name="connsiteY26" fmla="*/ 2681940 h 3885853"/>
              <a:gd name="connsiteX27" fmla="*/ 141525 w 5065355"/>
              <a:gd name="connsiteY27" fmla="*/ 1290513 h 3885853"/>
              <a:gd name="connsiteX28" fmla="*/ 968842 w 5065355"/>
              <a:gd name="connsiteY28" fmla="*/ 590018 h 3885853"/>
              <a:gd name="connsiteX29" fmla="*/ 986774 w 5065355"/>
              <a:gd name="connsiteY29"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19819 w 5065355"/>
              <a:gd name="connsiteY16" fmla="*/ 3539901 h 3885853"/>
              <a:gd name="connsiteX17" fmla="*/ 4735804 w 5065355"/>
              <a:gd name="connsiteY17" fmla="*/ 3804925 h 3885853"/>
              <a:gd name="connsiteX18" fmla="*/ 4229604 w 5065355"/>
              <a:gd name="connsiteY18" fmla="*/ 3851522 h 3885853"/>
              <a:gd name="connsiteX19" fmla="*/ 904564 w 5065355"/>
              <a:gd name="connsiteY19" fmla="*/ 3793288 h 3885853"/>
              <a:gd name="connsiteX20" fmla="*/ 451805 w 5065355"/>
              <a:gd name="connsiteY20" fmla="*/ 3738960 h 3885853"/>
              <a:gd name="connsiteX21" fmla="*/ 417467 w 5065355"/>
              <a:gd name="connsiteY21" fmla="*/ 3743134 h 3885853"/>
              <a:gd name="connsiteX22" fmla="*/ 47039 w 5065355"/>
              <a:gd name="connsiteY22" fmla="*/ 3447046 h 3885853"/>
              <a:gd name="connsiteX23" fmla="*/ 38763 w 5065355"/>
              <a:gd name="connsiteY23" fmla="*/ 3414896 h 3885853"/>
              <a:gd name="connsiteX24" fmla="*/ 28376 w 5065355"/>
              <a:gd name="connsiteY24" fmla="*/ 3388641 h 3885853"/>
              <a:gd name="connsiteX25" fmla="*/ 14642 w 5065355"/>
              <a:gd name="connsiteY25" fmla="*/ 2681940 h 3885853"/>
              <a:gd name="connsiteX26" fmla="*/ 141525 w 5065355"/>
              <a:gd name="connsiteY26" fmla="*/ 1290513 h 3885853"/>
              <a:gd name="connsiteX27" fmla="*/ 968842 w 5065355"/>
              <a:gd name="connsiteY27" fmla="*/ 590018 h 3885853"/>
              <a:gd name="connsiteX28" fmla="*/ 986774 w 5065355"/>
              <a:gd name="connsiteY28"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4908386 w 5065355"/>
              <a:gd name="connsiteY13" fmla="*/ 3476562 h 3885853"/>
              <a:gd name="connsiteX14" fmla="*/ 4902444 w 5065355"/>
              <a:gd name="connsiteY14" fmla="*/ 3480940 h 3885853"/>
              <a:gd name="connsiteX15" fmla="*/ 4819819 w 5065355"/>
              <a:gd name="connsiteY15" fmla="*/ 3539901 h 3885853"/>
              <a:gd name="connsiteX16" fmla="*/ 4735804 w 5065355"/>
              <a:gd name="connsiteY16" fmla="*/ 3804925 h 3885853"/>
              <a:gd name="connsiteX17" fmla="*/ 4229604 w 5065355"/>
              <a:gd name="connsiteY17" fmla="*/ 3851522 h 3885853"/>
              <a:gd name="connsiteX18" fmla="*/ 904564 w 5065355"/>
              <a:gd name="connsiteY18" fmla="*/ 3793288 h 3885853"/>
              <a:gd name="connsiteX19" fmla="*/ 451805 w 5065355"/>
              <a:gd name="connsiteY19" fmla="*/ 3738960 h 3885853"/>
              <a:gd name="connsiteX20" fmla="*/ 417467 w 5065355"/>
              <a:gd name="connsiteY20" fmla="*/ 3743134 h 3885853"/>
              <a:gd name="connsiteX21" fmla="*/ 47039 w 5065355"/>
              <a:gd name="connsiteY21" fmla="*/ 3447046 h 3885853"/>
              <a:gd name="connsiteX22" fmla="*/ 38763 w 5065355"/>
              <a:gd name="connsiteY22" fmla="*/ 3414896 h 3885853"/>
              <a:gd name="connsiteX23" fmla="*/ 28376 w 5065355"/>
              <a:gd name="connsiteY23" fmla="*/ 3388641 h 3885853"/>
              <a:gd name="connsiteX24" fmla="*/ 14642 w 5065355"/>
              <a:gd name="connsiteY24" fmla="*/ 2681940 h 3885853"/>
              <a:gd name="connsiteX25" fmla="*/ 141525 w 5065355"/>
              <a:gd name="connsiteY25" fmla="*/ 1290513 h 3885853"/>
              <a:gd name="connsiteX26" fmla="*/ 968842 w 5065355"/>
              <a:gd name="connsiteY26" fmla="*/ 590018 h 3885853"/>
              <a:gd name="connsiteX27" fmla="*/ 986774 w 5065355"/>
              <a:gd name="connsiteY27"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4908386 w 5065355"/>
              <a:gd name="connsiteY12" fmla="*/ 3476562 h 3885853"/>
              <a:gd name="connsiteX13" fmla="*/ 4902444 w 5065355"/>
              <a:gd name="connsiteY13" fmla="*/ 3480940 h 3885853"/>
              <a:gd name="connsiteX14" fmla="*/ 4819819 w 5065355"/>
              <a:gd name="connsiteY14" fmla="*/ 3539901 h 3885853"/>
              <a:gd name="connsiteX15" fmla="*/ 4735804 w 5065355"/>
              <a:gd name="connsiteY15" fmla="*/ 3804925 h 3885853"/>
              <a:gd name="connsiteX16" fmla="*/ 4229604 w 5065355"/>
              <a:gd name="connsiteY16" fmla="*/ 3851522 h 3885853"/>
              <a:gd name="connsiteX17" fmla="*/ 904564 w 5065355"/>
              <a:gd name="connsiteY17" fmla="*/ 3793288 h 3885853"/>
              <a:gd name="connsiteX18" fmla="*/ 451805 w 5065355"/>
              <a:gd name="connsiteY18" fmla="*/ 3738960 h 3885853"/>
              <a:gd name="connsiteX19" fmla="*/ 417467 w 5065355"/>
              <a:gd name="connsiteY19" fmla="*/ 3743134 h 3885853"/>
              <a:gd name="connsiteX20" fmla="*/ 47039 w 5065355"/>
              <a:gd name="connsiteY20" fmla="*/ 3447046 h 3885853"/>
              <a:gd name="connsiteX21" fmla="*/ 38763 w 5065355"/>
              <a:gd name="connsiteY21" fmla="*/ 3414896 h 3885853"/>
              <a:gd name="connsiteX22" fmla="*/ 28376 w 5065355"/>
              <a:gd name="connsiteY22" fmla="*/ 3388641 h 3885853"/>
              <a:gd name="connsiteX23" fmla="*/ 14642 w 5065355"/>
              <a:gd name="connsiteY23" fmla="*/ 2681940 h 3885853"/>
              <a:gd name="connsiteX24" fmla="*/ 141525 w 5065355"/>
              <a:gd name="connsiteY24" fmla="*/ 1290513 h 3885853"/>
              <a:gd name="connsiteX25" fmla="*/ 968842 w 5065355"/>
              <a:gd name="connsiteY25" fmla="*/ 590018 h 3885853"/>
              <a:gd name="connsiteX26" fmla="*/ 986774 w 5065355"/>
              <a:gd name="connsiteY26"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57188 w 5065097"/>
              <a:gd name="connsiteY9" fmla="*/ 3190910 h 3885853"/>
              <a:gd name="connsiteX10" fmla="*/ 5033762 w 5065097"/>
              <a:gd name="connsiteY10" fmla="*/ 3281910 h 3885853"/>
              <a:gd name="connsiteX11" fmla="*/ 4908386 w 5065097"/>
              <a:gd name="connsiteY11" fmla="*/ 3476562 h 3885853"/>
              <a:gd name="connsiteX12" fmla="*/ 4902444 w 5065097"/>
              <a:gd name="connsiteY12" fmla="*/ 3480940 h 3885853"/>
              <a:gd name="connsiteX13" fmla="*/ 4819819 w 5065097"/>
              <a:gd name="connsiteY13" fmla="*/ 3539901 h 3885853"/>
              <a:gd name="connsiteX14" fmla="*/ 4735804 w 5065097"/>
              <a:gd name="connsiteY14" fmla="*/ 3804925 h 3885853"/>
              <a:gd name="connsiteX15" fmla="*/ 4229604 w 5065097"/>
              <a:gd name="connsiteY15" fmla="*/ 3851522 h 3885853"/>
              <a:gd name="connsiteX16" fmla="*/ 904564 w 5065097"/>
              <a:gd name="connsiteY16" fmla="*/ 3793288 h 3885853"/>
              <a:gd name="connsiteX17" fmla="*/ 451805 w 5065097"/>
              <a:gd name="connsiteY17" fmla="*/ 3738960 h 3885853"/>
              <a:gd name="connsiteX18" fmla="*/ 417467 w 5065097"/>
              <a:gd name="connsiteY18" fmla="*/ 3743134 h 3885853"/>
              <a:gd name="connsiteX19" fmla="*/ 47039 w 5065097"/>
              <a:gd name="connsiteY19" fmla="*/ 3447046 h 3885853"/>
              <a:gd name="connsiteX20" fmla="*/ 38763 w 5065097"/>
              <a:gd name="connsiteY20" fmla="*/ 3414896 h 3885853"/>
              <a:gd name="connsiteX21" fmla="*/ 28376 w 5065097"/>
              <a:gd name="connsiteY21" fmla="*/ 3388641 h 3885853"/>
              <a:gd name="connsiteX22" fmla="*/ 14642 w 5065097"/>
              <a:gd name="connsiteY22" fmla="*/ 2681940 h 3885853"/>
              <a:gd name="connsiteX23" fmla="*/ 141525 w 5065097"/>
              <a:gd name="connsiteY23" fmla="*/ 1290513 h 3885853"/>
              <a:gd name="connsiteX24" fmla="*/ 968842 w 5065097"/>
              <a:gd name="connsiteY24" fmla="*/ 590018 h 3885853"/>
              <a:gd name="connsiteX25" fmla="*/ 986774 w 5065097"/>
              <a:gd name="connsiteY25"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33762 w 5065097"/>
              <a:gd name="connsiteY9" fmla="*/ 3281910 h 3885853"/>
              <a:gd name="connsiteX10" fmla="*/ 4908386 w 5065097"/>
              <a:gd name="connsiteY10" fmla="*/ 3476562 h 3885853"/>
              <a:gd name="connsiteX11" fmla="*/ 4902444 w 5065097"/>
              <a:gd name="connsiteY11" fmla="*/ 3480940 h 3885853"/>
              <a:gd name="connsiteX12" fmla="*/ 4819819 w 5065097"/>
              <a:gd name="connsiteY12" fmla="*/ 3539901 h 3885853"/>
              <a:gd name="connsiteX13" fmla="*/ 4735804 w 5065097"/>
              <a:gd name="connsiteY13" fmla="*/ 3804925 h 3885853"/>
              <a:gd name="connsiteX14" fmla="*/ 4229604 w 5065097"/>
              <a:gd name="connsiteY14" fmla="*/ 3851522 h 3885853"/>
              <a:gd name="connsiteX15" fmla="*/ 904564 w 5065097"/>
              <a:gd name="connsiteY15" fmla="*/ 3793288 h 3885853"/>
              <a:gd name="connsiteX16" fmla="*/ 451805 w 5065097"/>
              <a:gd name="connsiteY16" fmla="*/ 3738960 h 3885853"/>
              <a:gd name="connsiteX17" fmla="*/ 417467 w 5065097"/>
              <a:gd name="connsiteY17" fmla="*/ 3743134 h 3885853"/>
              <a:gd name="connsiteX18" fmla="*/ 47039 w 5065097"/>
              <a:gd name="connsiteY18" fmla="*/ 3447046 h 3885853"/>
              <a:gd name="connsiteX19" fmla="*/ 38763 w 5065097"/>
              <a:gd name="connsiteY19" fmla="*/ 3414896 h 3885853"/>
              <a:gd name="connsiteX20" fmla="*/ 28376 w 5065097"/>
              <a:gd name="connsiteY20" fmla="*/ 3388641 h 3885853"/>
              <a:gd name="connsiteX21" fmla="*/ 14642 w 5065097"/>
              <a:gd name="connsiteY21" fmla="*/ 2681940 h 3885853"/>
              <a:gd name="connsiteX22" fmla="*/ 141525 w 5065097"/>
              <a:gd name="connsiteY22" fmla="*/ 1290513 h 3885853"/>
              <a:gd name="connsiteX23" fmla="*/ 968842 w 5065097"/>
              <a:gd name="connsiteY23" fmla="*/ 590018 h 3885853"/>
              <a:gd name="connsiteX24" fmla="*/ 986774 w 5065097"/>
              <a:gd name="connsiteY24"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902444 w 5065097"/>
              <a:gd name="connsiteY10" fmla="*/ 3480940 h 3885853"/>
              <a:gd name="connsiteX11" fmla="*/ 4819819 w 5065097"/>
              <a:gd name="connsiteY11" fmla="*/ 3539901 h 3885853"/>
              <a:gd name="connsiteX12" fmla="*/ 4735804 w 5065097"/>
              <a:gd name="connsiteY12" fmla="*/ 3804925 h 3885853"/>
              <a:gd name="connsiteX13" fmla="*/ 4229604 w 5065097"/>
              <a:gd name="connsiteY13" fmla="*/ 3851522 h 3885853"/>
              <a:gd name="connsiteX14" fmla="*/ 904564 w 5065097"/>
              <a:gd name="connsiteY14" fmla="*/ 3793288 h 3885853"/>
              <a:gd name="connsiteX15" fmla="*/ 451805 w 5065097"/>
              <a:gd name="connsiteY15" fmla="*/ 3738960 h 3885853"/>
              <a:gd name="connsiteX16" fmla="*/ 417467 w 5065097"/>
              <a:gd name="connsiteY16" fmla="*/ 3743134 h 3885853"/>
              <a:gd name="connsiteX17" fmla="*/ 47039 w 5065097"/>
              <a:gd name="connsiteY17" fmla="*/ 3447046 h 3885853"/>
              <a:gd name="connsiteX18" fmla="*/ 38763 w 5065097"/>
              <a:gd name="connsiteY18" fmla="*/ 3414896 h 3885853"/>
              <a:gd name="connsiteX19" fmla="*/ 28376 w 5065097"/>
              <a:gd name="connsiteY19" fmla="*/ 3388641 h 3885853"/>
              <a:gd name="connsiteX20" fmla="*/ 14642 w 5065097"/>
              <a:gd name="connsiteY20" fmla="*/ 2681940 h 3885853"/>
              <a:gd name="connsiteX21" fmla="*/ 141525 w 5065097"/>
              <a:gd name="connsiteY21" fmla="*/ 1290513 h 3885853"/>
              <a:gd name="connsiteX22" fmla="*/ 968842 w 5065097"/>
              <a:gd name="connsiteY22" fmla="*/ 590018 h 3885853"/>
              <a:gd name="connsiteX23" fmla="*/ 986774 w 5065097"/>
              <a:gd name="connsiteY23"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819819 w 5065097"/>
              <a:gd name="connsiteY10" fmla="*/ 3539901 h 3885853"/>
              <a:gd name="connsiteX11" fmla="*/ 4735804 w 5065097"/>
              <a:gd name="connsiteY11" fmla="*/ 3804925 h 3885853"/>
              <a:gd name="connsiteX12" fmla="*/ 4229604 w 5065097"/>
              <a:gd name="connsiteY12" fmla="*/ 3851522 h 3885853"/>
              <a:gd name="connsiteX13" fmla="*/ 904564 w 5065097"/>
              <a:gd name="connsiteY13" fmla="*/ 3793288 h 3885853"/>
              <a:gd name="connsiteX14" fmla="*/ 451805 w 5065097"/>
              <a:gd name="connsiteY14" fmla="*/ 3738960 h 3885853"/>
              <a:gd name="connsiteX15" fmla="*/ 417467 w 5065097"/>
              <a:gd name="connsiteY15" fmla="*/ 3743134 h 3885853"/>
              <a:gd name="connsiteX16" fmla="*/ 47039 w 5065097"/>
              <a:gd name="connsiteY16" fmla="*/ 3447046 h 3885853"/>
              <a:gd name="connsiteX17" fmla="*/ 38763 w 5065097"/>
              <a:gd name="connsiteY17" fmla="*/ 3414896 h 3885853"/>
              <a:gd name="connsiteX18" fmla="*/ 28376 w 5065097"/>
              <a:gd name="connsiteY18" fmla="*/ 3388641 h 3885853"/>
              <a:gd name="connsiteX19" fmla="*/ 14642 w 5065097"/>
              <a:gd name="connsiteY19" fmla="*/ 2681940 h 3885853"/>
              <a:gd name="connsiteX20" fmla="*/ 141525 w 5065097"/>
              <a:gd name="connsiteY20" fmla="*/ 1290513 h 3885853"/>
              <a:gd name="connsiteX21" fmla="*/ 968842 w 5065097"/>
              <a:gd name="connsiteY21" fmla="*/ 590018 h 3885853"/>
              <a:gd name="connsiteX22" fmla="*/ 986774 w 5065097"/>
              <a:gd name="connsiteY22"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819819 w 5065543"/>
              <a:gd name="connsiteY9" fmla="*/ 3539901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993239 w 5065543"/>
              <a:gd name="connsiteY9" fmla="*/ 3784266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735804 w 5065543"/>
              <a:gd name="connsiteY9" fmla="*/ 3804925 h 3885853"/>
              <a:gd name="connsiteX10" fmla="*/ 4229604 w 5065543"/>
              <a:gd name="connsiteY10" fmla="*/ 3851522 h 3885853"/>
              <a:gd name="connsiteX11" fmla="*/ 904564 w 5065543"/>
              <a:gd name="connsiteY11" fmla="*/ 3793288 h 3885853"/>
              <a:gd name="connsiteX12" fmla="*/ 451805 w 5065543"/>
              <a:gd name="connsiteY12" fmla="*/ 3738960 h 3885853"/>
              <a:gd name="connsiteX13" fmla="*/ 417467 w 5065543"/>
              <a:gd name="connsiteY13" fmla="*/ 3743134 h 3885853"/>
              <a:gd name="connsiteX14" fmla="*/ 47039 w 5065543"/>
              <a:gd name="connsiteY14" fmla="*/ 3447046 h 3885853"/>
              <a:gd name="connsiteX15" fmla="*/ 38763 w 5065543"/>
              <a:gd name="connsiteY15" fmla="*/ 3414896 h 3885853"/>
              <a:gd name="connsiteX16" fmla="*/ 28376 w 5065543"/>
              <a:gd name="connsiteY16" fmla="*/ 3388641 h 3885853"/>
              <a:gd name="connsiteX17" fmla="*/ 14642 w 5065543"/>
              <a:gd name="connsiteY17" fmla="*/ 2681940 h 3885853"/>
              <a:gd name="connsiteX18" fmla="*/ 141525 w 5065543"/>
              <a:gd name="connsiteY18" fmla="*/ 1290513 h 3885853"/>
              <a:gd name="connsiteX19" fmla="*/ 968842 w 5065543"/>
              <a:gd name="connsiteY19" fmla="*/ 590018 h 3885853"/>
              <a:gd name="connsiteX20" fmla="*/ 986774 w 5065543"/>
              <a:gd name="connsiteY20"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4993239 w 5065543"/>
              <a:gd name="connsiteY7" fmla="*/ 3784266 h 3885853"/>
              <a:gd name="connsiteX8" fmla="*/ 4229604 w 5065543"/>
              <a:gd name="connsiteY8" fmla="*/ 3851522 h 3885853"/>
              <a:gd name="connsiteX9" fmla="*/ 904564 w 5065543"/>
              <a:gd name="connsiteY9" fmla="*/ 3793288 h 3885853"/>
              <a:gd name="connsiteX10" fmla="*/ 451805 w 5065543"/>
              <a:gd name="connsiteY10" fmla="*/ 3738960 h 3885853"/>
              <a:gd name="connsiteX11" fmla="*/ 417467 w 5065543"/>
              <a:gd name="connsiteY11" fmla="*/ 3743134 h 3885853"/>
              <a:gd name="connsiteX12" fmla="*/ 47039 w 5065543"/>
              <a:gd name="connsiteY12" fmla="*/ 3447046 h 3885853"/>
              <a:gd name="connsiteX13" fmla="*/ 38763 w 5065543"/>
              <a:gd name="connsiteY13" fmla="*/ 3414896 h 3885853"/>
              <a:gd name="connsiteX14" fmla="*/ 28376 w 5065543"/>
              <a:gd name="connsiteY14" fmla="*/ 3388641 h 3885853"/>
              <a:gd name="connsiteX15" fmla="*/ 14642 w 5065543"/>
              <a:gd name="connsiteY15" fmla="*/ 2681940 h 3885853"/>
              <a:gd name="connsiteX16" fmla="*/ 141525 w 5065543"/>
              <a:gd name="connsiteY16" fmla="*/ 1290513 h 3885853"/>
              <a:gd name="connsiteX17" fmla="*/ 968842 w 5065543"/>
              <a:gd name="connsiteY17" fmla="*/ 590018 h 3885853"/>
              <a:gd name="connsiteX18" fmla="*/ 986774 w 5065543"/>
              <a:gd name="connsiteY18" fmla="*/ 0 h 3885853"/>
              <a:gd name="connsiteX0" fmla="*/ 986774 w 5073884"/>
              <a:gd name="connsiteY0" fmla="*/ 0 h 3885853"/>
              <a:gd name="connsiteX1" fmla="*/ 1598492 w 5073884"/>
              <a:gd name="connsiteY1" fmla="*/ 571743 h 3885853"/>
              <a:gd name="connsiteX2" fmla="*/ 4623587 w 5073884"/>
              <a:gd name="connsiteY2" fmla="*/ 815032 h 3885853"/>
              <a:gd name="connsiteX3" fmla="*/ 5045794 w 5073884"/>
              <a:gd name="connsiteY3" fmla="*/ 2583837 h 3885853"/>
              <a:gd name="connsiteX4" fmla="*/ 5065097 w 5073884"/>
              <a:gd name="connsiteY4" fmla="*/ 3007422 h 3885853"/>
              <a:gd name="connsiteX5" fmla="*/ 5059336 w 5073884"/>
              <a:gd name="connsiteY5" fmla="*/ 3165214 h 3885853"/>
              <a:gd name="connsiteX6" fmla="*/ 4993239 w 5073884"/>
              <a:gd name="connsiteY6" fmla="*/ 3784266 h 3885853"/>
              <a:gd name="connsiteX7" fmla="*/ 4229604 w 5073884"/>
              <a:gd name="connsiteY7" fmla="*/ 3851522 h 3885853"/>
              <a:gd name="connsiteX8" fmla="*/ 904564 w 5073884"/>
              <a:gd name="connsiteY8" fmla="*/ 3793288 h 3885853"/>
              <a:gd name="connsiteX9" fmla="*/ 451805 w 5073884"/>
              <a:gd name="connsiteY9" fmla="*/ 3738960 h 3885853"/>
              <a:gd name="connsiteX10" fmla="*/ 417467 w 5073884"/>
              <a:gd name="connsiteY10" fmla="*/ 3743134 h 3885853"/>
              <a:gd name="connsiteX11" fmla="*/ 47039 w 5073884"/>
              <a:gd name="connsiteY11" fmla="*/ 3447046 h 3885853"/>
              <a:gd name="connsiteX12" fmla="*/ 38763 w 5073884"/>
              <a:gd name="connsiteY12" fmla="*/ 3414896 h 3885853"/>
              <a:gd name="connsiteX13" fmla="*/ 28376 w 5073884"/>
              <a:gd name="connsiteY13" fmla="*/ 3388641 h 3885853"/>
              <a:gd name="connsiteX14" fmla="*/ 14642 w 5073884"/>
              <a:gd name="connsiteY14" fmla="*/ 2681940 h 3885853"/>
              <a:gd name="connsiteX15" fmla="*/ 141525 w 5073884"/>
              <a:gd name="connsiteY15" fmla="*/ 1290513 h 3885853"/>
              <a:gd name="connsiteX16" fmla="*/ 968842 w 5073884"/>
              <a:gd name="connsiteY16" fmla="*/ 590018 h 3885853"/>
              <a:gd name="connsiteX17" fmla="*/ 986774 w 5073884"/>
              <a:gd name="connsiteY17" fmla="*/ 0 h 3885853"/>
              <a:gd name="connsiteX0" fmla="*/ 986774 w 5078114"/>
              <a:gd name="connsiteY0" fmla="*/ 0 h 3885853"/>
              <a:gd name="connsiteX1" fmla="*/ 1598492 w 5078114"/>
              <a:gd name="connsiteY1" fmla="*/ 571743 h 3885853"/>
              <a:gd name="connsiteX2" fmla="*/ 4623587 w 5078114"/>
              <a:gd name="connsiteY2" fmla="*/ 815032 h 3885853"/>
              <a:gd name="connsiteX3" fmla="*/ 5045794 w 5078114"/>
              <a:gd name="connsiteY3" fmla="*/ 2583837 h 3885853"/>
              <a:gd name="connsiteX4" fmla="*/ 5065097 w 5078114"/>
              <a:gd name="connsiteY4" fmla="*/ 3007422 h 3885853"/>
              <a:gd name="connsiteX5" fmla="*/ 4993239 w 5078114"/>
              <a:gd name="connsiteY5" fmla="*/ 3784266 h 3885853"/>
              <a:gd name="connsiteX6" fmla="*/ 4229604 w 5078114"/>
              <a:gd name="connsiteY6" fmla="*/ 3851522 h 3885853"/>
              <a:gd name="connsiteX7" fmla="*/ 904564 w 5078114"/>
              <a:gd name="connsiteY7" fmla="*/ 3793288 h 3885853"/>
              <a:gd name="connsiteX8" fmla="*/ 451805 w 5078114"/>
              <a:gd name="connsiteY8" fmla="*/ 3738960 h 3885853"/>
              <a:gd name="connsiteX9" fmla="*/ 417467 w 5078114"/>
              <a:gd name="connsiteY9" fmla="*/ 3743134 h 3885853"/>
              <a:gd name="connsiteX10" fmla="*/ 47039 w 5078114"/>
              <a:gd name="connsiteY10" fmla="*/ 3447046 h 3885853"/>
              <a:gd name="connsiteX11" fmla="*/ 38763 w 5078114"/>
              <a:gd name="connsiteY11" fmla="*/ 3414896 h 3885853"/>
              <a:gd name="connsiteX12" fmla="*/ 28376 w 5078114"/>
              <a:gd name="connsiteY12" fmla="*/ 3388641 h 3885853"/>
              <a:gd name="connsiteX13" fmla="*/ 14642 w 5078114"/>
              <a:gd name="connsiteY13" fmla="*/ 2681940 h 3885853"/>
              <a:gd name="connsiteX14" fmla="*/ 141525 w 5078114"/>
              <a:gd name="connsiteY14" fmla="*/ 1290513 h 3885853"/>
              <a:gd name="connsiteX15" fmla="*/ 968842 w 5078114"/>
              <a:gd name="connsiteY15" fmla="*/ 590018 h 3885853"/>
              <a:gd name="connsiteX16" fmla="*/ 986774 w 5078114"/>
              <a:gd name="connsiteY16" fmla="*/ 0 h 3885853"/>
              <a:gd name="connsiteX0" fmla="*/ 986774 w 5094085"/>
              <a:gd name="connsiteY0" fmla="*/ 0 h 3885853"/>
              <a:gd name="connsiteX1" fmla="*/ 1598492 w 5094085"/>
              <a:gd name="connsiteY1" fmla="*/ 571743 h 3885853"/>
              <a:gd name="connsiteX2" fmla="*/ 4623587 w 5094085"/>
              <a:gd name="connsiteY2" fmla="*/ 815032 h 3885853"/>
              <a:gd name="connsiteX3" fmla="*/ 5045794 w 5094085"/>
              <a:gd name="connsiteY3" fmla="*/ 2583837 h 3885853"/>
              <a:gd name="connsiteX4" fmla="*/ 4993239 w 5094085"/>
              <a:gd name="connsiteY4" fmla="*/ 3784266 h 3885853"/>
              <a:gd name="connsiteX5" fmla="*/ 4229604 w 5094085"/>
              <a:gd name="connsiteY5" fmla="*/ 3851522 h 3885853"/>
              <a:gd name="connsiteX6" fmla="*/ 904564 w 5094085"/>
              <a:gd name="connsiteY6" fmla="*/ 3793288 h 3885853"/>
              <a:gd name="connsiteX7" fmla="*/ 451805 w 5094085"/>
              <a:gd name="connsiteY7" fmla="*/ 3738960 h 3885853"/>
              <a:gd name="connsiteX8" fmla="*/ 417467 w 5094085"/>
              <a:gd name="connsiteY8" fmla="*/ 3743134 h 3885853"/>
              <a:gd name="connsiteX9" fmla="*/ 47039 w 5094085"/>
              <a:gd name="connsiteY9" fmla="*/ 3447046 h 3885853"/>
              <a:gd name="connsiteX10" fmla="*/ 38763 w 5094085"/>
              <a:gd name="connsiteY10" fmla="*/ 3414896 h 3885853"/>
              <a:gd name="connsiteX11" fmla="*/ 28376 w 5094085"/>
              <a:gd name="connsiteY11" fmla="*/ 3388641 h 3885853"/>
              <a:gd name="connsiteX12" fmla="*/ 14642 w 5094085"/>
              <a:gd name="connsiteY12" fmla="*/ 2681940 h 3885853"/>
              <a:gd name="connsiteX13" fmla="*/ 141525 w 5094085"/>
              <a:gd name="connsiteY13" fmla="*/ 1290513 h 3885853"/>
              <a:gd name="connsiteX14" fmla="*/ 968842 w 5094085"/>
              <a:gd name="connsiteY14" fmla="*/ 590018 h 3885853"/>
              <a:gd name="connsiteX15" fmla="*/ 986774 w 5094085"/>
              <a:gd name="connsiteY15" fmla="*/ 0 h 3885853"/>
              <a:gd name="connsiteX0" fmla="*/ 986774 w 5062386"/>
              <a:gd name="connsiteY0" fmla="*/ 0 h 3895361"/>
              <a:gd name="connsiteX1" fmla="*/ 1598492 w 5062386"/>
              <a:gd name="connsiteY1" fmla="*/ 571743 h 3895361"/>
              <a:gd name="connsiteX2" fmla="*/ 4623587 w 5062386"/>
              <a:gd name="connsiteY2" fmla="*/ 815032 h 3895361"/>
              <a:gd name="connsiteX3" fmla="*/ 5045794 w 5062386"/>
              <a:gd name="connsiteY3" fmla="*/ 2583837 h 3895361"/>
              <a:gd name="connsiteX4" fmla="*/ 4851350 w 5062386"/>
              <a:gd name="connsiteY4" fmla="*/ 3634494 h 3895361"/>
              <a:gd name="connsiteX5" fmla="*/ 4229604 w 5062386"/>
              <a:gd name="connsiteY5" fmla="*/ 3851522 h 3895361"/>
              <a:gd name="connsiteX6" fmla="*/ 904564 w 5062386"/>
              <a:gd name="connsiteY6" fmla="*/ 3793288 h 3895361"/>
              <a:gd name="connsiteX7" fmla="*/ 451805 w 5062386"/>
              <a:gd name="connsiteY7" fmla="*/ 3738960 h 3895361"/>
              <a:gd name="connsiteX8" fmla="*/ 417467 w 5062386"/>
              <a:gd name="connsiteY8" fmla="*/ 3743134 h 3895361"/>
              <a:gd name="connsiteX9" fmla="*/ 47039 w 5062386"/>
              <a:gd name="connsiteY9" fmla="*/ 3447046 h 3895361"/>
              <a:gd name="connsiteX10" fmla="*/ 38763 w 5062386"/>
              <a:gd name="connsiteY10" fmla="*/ 3414896 h 3895361"/>
              <a:gd name="connsiteX11" fmla="*/ 28376 w 5062386"/>
              <a:gd name="connsiteY11" fmla="*/ 3388641 h 3895361"/>
              <a:gd name="connsiteX12" fmla="*/ 14642 w 5062386"/>
              <a:gd name="connsiteY12" fmla="*/ 2681940 h 3895361"/>
              <a:gd name="connsiteX13" fmla="*/ 141525 w 5062386"/>
              <a:gd name="connsiteY13" fmla="*/ 1290513 h 3895361"/>
              <a:gd name="connsiteX14" fmla="*/ 968842 w 5062386"/>
              <a:gd name="connsiteY14" fmla="*/ 590018 h 3895361"/>
              <a:gd name="connsiteX15" fmla="*/ 986774 w 5062386"/>
              <a:gd name="connsiteY15" fmla="*/ 0 h 3895361"/>
              <a:gd name="connsiteX0" fmla="*/ 986774 w 5051609"/>
              <a:gd name="connsiteY0" fmla="*/ 0 h 3895361"/>
              <a:gd name="connsiteX1" fmla="*/ 1598492 w 5051609"/>
              <a:gd name="connsiteY1" fmla="*/ 571743 h 3895361"/>
              <a:gd name="connsiteX2" fmla="*/ 4623587 w 5051609"/>
              <a:gd name="connsiteY2" fmla="*/ 815032 h 3895361"/>
              <a:gd name="connsiteX3" fmla="*/ 5045794 w 5051609"/>
              <a:gd name="connsiteY3" fmla="*/ 2583837 h 3895361"/>
              <a:gd name="connsiteX4" fmla="*/ 4851350 w 5051609"/>
              <a:gd name="connsiteY4" fmla="*/ 3634494 h 3895361"/>
              <a:gd name="connsiteX5" fmla="*/ 4229604 w 5051609"/>
              <a:gd name="connsiteY5" fmla="*/ 3851522 h 3895361"/>
              <a:gd name="connsiteX6" fmla="*/ 904564 w 5051609"/>
              <a:gd name="connsiteY6" fmla="*/ 3793288 h 3895361"/>
              <a:gd name="connsiteX7" fmla="*/ 451805 w 5051609"/>
              <a:gd name="connsiteY7" fmla="*/ 3738960 h 3895361"/>
              <a:gd name="connsiteX8" fmla="*/ 417467 w 5051609"/>
              <a:gd name="connsiteY8" fmla="*/ 3743134 h 3895361"/>
              <a:gd name="connsiteX9" fmla="*/ 47039 w 5051609"/>
              <a:gd name="connsiteY9" fmla="*/ 3447046 h 3895361"/>
              <a:gd name="connsiteX10" fmla="*/ 38763 w 5051609"/>
              <a:gd name="connsiteY10" fmla="*/ 3414896 h 3895361"/>
              <a:gd name="connsiteX11" fmla="*/ 28376 w 5051609"/>
              <a:gd name="connsiteY11" fmla="*/ 3388641 h 3895361"/>
              <a:gd name="connsiteX12" fmla="*/ 14642 w 5051609"/>
              <a:gd name="connsiteY12" fmla="*/ 2681940 h 3895361"/>
              <a:gd name="connsiteX13" fmla="*/ 141525 w 5051609"/>
              <a:gd name="connsiteY13" fmla="*/ 1290513 h 3895361"/>
              <a:gd name="connsiteX14" fmla="*/ 968842 w 5051609"/>
              <a:gd name="connsiteY14" fmla="*/ 590018 h 3895361"/>
              <a:gd name="connsiteX15" fmla="*/ 986774 w 5051609"/>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17467 w 5100973"/>
              <a:gd name="connsiteY8" fmla="*/ 3743134 h 4001096"/>
              <a:gd name="connsiteX9" fmla="*/ 47039 w 5100973"/>
              <a:gd name="connsiteY9" fmla="*/ 3447046 h 4001096"/>
              <a:gd name="connsiteX10" fmla="*/ 38763 w 5100973"/>
              <a:gd name="connsiteY10" fmla="*/ 3414896 h 4001096"/>
              <a:gd name="connsiteX11" fmla="*/ 28376 w 5100973"/>
              <a:gd name="connsiteY11" fmla="*/ 3388641 h 4001096"/>
              <a:gd name="connsiteX12" fmla="*/ 14642 w 5100973"/>
              <a:gd name="connsiteY12" fmla="*/ 2681940 h 4001096"/>
              <a:gd name="connsiteX13" fmla="*/ 141525 w 5100973"/>
              <a:gd name="connsiteY13" fmla="*/ 1290513 h 4001096"/>
              <a:gd name="connsiteX14" fmla="*/ 968842 w 5100973"/>
              <a:gd name="connsiteY14" fmla="*/ 590018 h 4001096"/>
              <a:gd name="connsiteX15" fmla="*/ 986774 w 5100973"/>
              <a:gd name="connsiteY15" fmla="*/ 0 h 4001096"/>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7039 w 5100973"/>
              <a:gd name="connsiteY8" fmla="*/ 3447046 h 4001096"/>
              <a:gd name="connsiteX9" fmla="*/ 38763 w 5100973"/>
              <a:gd name="connsiteY9" fmla="*/ 3414896 h 4001096"/>
              <a:gd name="connsiteX10" fmla="*/ 28376 w 5100973"/>
              <a:gd name="connsiteY10" fmla="*/ 3388641 h 4001096"/>
              <a:gd name="connsiteX11" fmla="*/ 14642 w 5100973"/>
              <a:gd name="connsiteY11" fmla="*/ 2681940 h 4001096"/>
              <a:gd name="connsiteX12" fmla="*/ 141525 w 5100973"/>
              <a:gd name="connsiteY12" fmla="*/ 1290513 h 4001096"/>
              <a:gd name="connsiteX13" fmla="*/ 968842 w 5100973"/>
              <a:gd name="connsiteY13" fmla="*/ 590018 h 4001096"/>
              <a:gd name="connsiteX14" fmla="*/ 986774 w 5100973"/>
              <a:gd name="connsiteY14" fmla="*/ 0 h 4001096"/>
              <a:gd name="connsiteX0" fmla="*/ 984626 w 5098825"/>
              <a:gd name="connsiteY0" fmla="*/ 0 h 4001096"/>
              <a:gd name="connsiteX1" fmla="*/ 1596344 w 5098825"/>
              <a:gd name="connsiteY1" fmla="*/ 571743 h 4001096"/>
              <a:gd name="connsiteX2" fmla="*/ 4621439 w 5098825"/>
              <a:gd name="connsiteY2" fmla="*/ 815032 h 4001096"/>
              <a:gd name="connsiteX3" fmla="*/ 5098825 w 5098825"/>
              <a:gd name="connsiteY3" fmla="*/ 2118754 h 4001096"/>
              <a:gd name="connsiteX4" fmla="*/ 4849202 w 5098825"/>
              <a:gd name="connsiteY4" fmla="*/ 3634494 h 4001096"/>
              <a:gd name="connsiteX5" fmla="*/ 3793904 w 5098825"/>
              <a:gd name="connsiteY5" fmla="*/ 3985529 h 4001096"/>
              <a:gd name="connsiteX6" fmla="*/ 957596 w 5098825"/>
              <a:gd name="connsiteY6" fmla="*/ 3840584 h 4001096"/>
              <a:gd name="connsiteX7" fmla="*/ 449657 w 5098825"/>
              <a:gd name="connsiteY7" fmla="*/ 3738960 h 4001096"/>
              <a:gd name="connsiteX8" fmla="*/ 44891 w 5098825"/>
              <a:gd name="connsiteY8" fmla="*/ 3447046 h 4001096"/>
              <a:gd name="connsiteX9" fmla="*/ 36615 w 5098825"/>
              <a:gd name="connsiteY9" fmla="*/ 3414896 h 4001096"/>
              <a:gd name="connsiteX10" fmla="*/ 12494 w 5098825"/>
              <a:gd name="connsiteY10" fmla="*/ 2681940 h 4001096"/>
              <a:gd name="connsiteX11" fmla="*/ 139377 w 5098825"/>
              <a:gd name="connsiteY11" fmla="*/ 1290513 h 4001096"/>
              <a:gd name="connsiteX12" fmla="*/ 966694 w 5098825"/>
              <a:gd name="connsiteY12" fmla="*/ 590018 h 4001096"/>
              <a:gd name="connsiteX13" fmla="*/ 984626 w 5098825"/>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44704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53375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437163 w 5086331"/>
              <a:gd name="connsiteY7" fmla="*/ 3738960 h 4001096"/>
              <a:gd name="connsiteX8" fmla="*/ 32397 w 5086331"/>
              <a:gd name="connsiteY8" fmla="*/ 3533756 h 4001096"/>
              <a:gd name="connsiteX9" fmla="*/ 0 w 5086331"/>
              <a:gd name="connsiteY9" fmla="*/ 2681940 h 4001096"/>
              <a:gd name="connsiteX10" fmla="*/ 126883 w 5086331"/>
              <a:gd name="connsiteY10" fmla="*/ 1290513 h 4001096"/>
              <a:gd name="connsiteX11" fmla="*/ 954200 w 5086331"/>
              <a:gd name="connsiteY11" fmla="*/ 590018 h 4001096"/>
              <a:gd name="connsiteX12" fmla="*/ 972132 w 5086331"/>
              <a:gd name="connsiteY12"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1007316 w 5121515"/>
              <a:gd name="connsiteY0" fmla="*/ 0 h 4001096"/>
              <a:gd name="connsiteX1" fmla="*/ 1619034 w 5121515"/>
              <a:gd name="connsiteY1" fmla="*/ 571743 h 4001096"/>
              <a:gd name="connsiteX2" fmla="*/ 4644129 w 5121515"/>
              <a:gd name="connsiteY2" fmla="*/ 815032 h 4001096"/>
              <a:gd name="connsiteX3" fmla="*/ 5121515 w 5121515"/>
              <a:gd name="connsiteY3" fmla="*/ 2118754 h 4001096"/>
              <a:gd name="connsiteX4" fmla="*/ 4871892 w 5121515"/>
              <a:gd name="connsiteY4" fmla="*/ 3634494 h 4001096"/>
              <a:gd name="connsiteX5" fmla="*/ 3816594 w 5121515"/>
              <a:gd name="connsiteY5" fmla="*/ 3985529 h 4001096"/>
              <a:gd name="connsiteX6" fmla="*/ 980286 w 5121515"/>
              <a:gd name="connsiteY6" fmla="*/ 3840584 h 4001096"/>
              <a:gd name="connsiteX7" fmla="*/ 67581 w 5121515"/>
              <a:gd name="connsiteY7" fmla="*/ 3533756 h 4001096"/>
              <a:gd name="connsiteX8" fmla="*/ 35184 w 5121515"/>
              <a:gd name="connsiteY8" fmla="*/ 2681940 h 4001096"/>
              <a:gd name="connsiteX9" fmla="*/ 162067 w 5121515"/>
              <a:gd name="connsiteY9" fmla="*/ 1290513 h 4001096"/>
              <a:gd name="connsiteX10" fmla="*/ 989384 w 5121515"/>
              <a:gd name="connsiteY10" fmla="*/ 590018 h 4001096"/>
              <a:gd name="connsiteX11" fmla="*/ 1007316 w 5121515"/>
              <a:gd name="connsiteY11" fmla="*/ 0 h 4001096"/>
              <a:gd name="connsiteX0" fmla="*/ 1010370 w 5124569"/>
              <a:gd name="connsiteY0" fmla="*/ 0 h 4001096"/>
              <a:gd name="connsiteX1" fmla="*/ 1622088 w 5124569"/>
              <a:gd name="connsiteY1" fmla="*/ 571743 h 4001096"/>
              <a:gd name="connsiteX2" fmla="*/ 4647183 w 5124569"/>
              <a:gd name="connsiteY2" fmla="*/ 815032 h 4001096"/>
              <a:gd name="connsiteX3" fmla="*/ 5124569 w 5124569"/>
              <a:gd name="connsiteY3" fmla="*/ 2118754 h 4001096"/>
              <a:gd name="connsiteX4" fmla="*/ 4874946 w 5124569"/>
              <a:gd name="connsiteY4" fmla="*/ 3634494 h 4001096"/>
              <a:gd name="connsiteX5" fmla="*/ 3819648 w 5124569"/>
              <a:gd name="connsiteY5" fmla="*/ 3985529 h 4001096"/>
              <a:gd name="connsiteX6" fmla="*/ 983340 w 5124569"/>
              <a:gd name="connsiteY6" fmla="*/ 3840584 h 4001096"/>
              <a:gd name="connsiteX7" fmla="*/ 70635 w 5124569"/>
              <a:gd name="connsiteY7" fmla="*/ 3533756 h 4001096"/>
              <a:gd name="connsiteX8" fmla="*/ 165121 w 5124569"/>
              <a:gd name="connsiteY8" fmla="*/ 1290513 h 4001096"/>
              <a:gd name="connsiteX9" fmla="*/ 992438 w 5124569"/>
              <a:gd name="connsiteY9" fmla="*/ 590018 h 4001096"/>
              <a:gd name="connsiteX10" fmla="*/ 1010370 w 5124569"/>
              <a:gd name="connsiteY10" fmla="*/ 0 h 4001096"/>
              <a:gd name="connsiteX0" fmla="*/ 1004891 w 5119090"/>
              <a:gd name="connsiteY0" fmla="*/ 0 h 4001096"/>
              <a:gd name="connsiteX1" fmla="*/ 1616609 w 5119090"/>
              <a:gd name="connsiteY1" fmla="*/ 571743 h 4001096"/>
              <a:gd name="connsiteX2" fmla="*/ 4641704 w 5119090"/>
              <a:gd name="connsiteY2" fmla="*/ 815032 h 4001096"/>
              <a:gd name="connsiteX3" fmla="*/ 5119090 w 5119090"/>
              <a:gd name="connsiteY3" fmla="*/ 2118754 h 4001096"/>
              <a:gd name="connsiteX4" fmla="*/ 4869467 w 5119090"/>
              <a:gd name="connsiteY4" fmla="*/ 3634494 h 4001096"/>
              <a:gd name="connsiteX5" fmla="*/ 3814169 w 5119090"/>
              <a:gd name="connsiteY5" fmla="*/ 3985529 h 4001096"/>
              <a:gd name="connsiteX6" fmla="*/ 977861 w 5119090"/>
              <a:gd name="connsiteY6" fmla="*/ 3840584 h 4001096"/>
              <a:gd name="connsiteX7" fmla="*/ 73039 w 5119090"/>
              <a:gd name="connsiteY7" fmla="*/ 3313039 h 4001096"/>
              <a:gd name="connsiteX8" fmla="*/ 159642 w 5119090"/>
              <a:gd name="connsiteY8" fmla="*/ 1290513 h 4001096"/>
              <a:gd name="connsiteX9" fmla="*/ 986959 w 5119090"/>
              <a:gd name="connsiteY9" fmla="*/ 590018 h 4001096"/>
              <a:gd name="connsiteX10" fmla="*/ 1004891 w 5119090"/>
              <a:gd name="connsiteY10" fmla="*/ 0 h 4001096"/>
              <a:gd name="connsiteX0" fmla="*/ 1004891 w 5119090"/>
              <a:gd name="connsiteY0" fmla="*/ 0 h 4028919"/>
              <a:gd name="connsiteX1" fmla="*/ 1616609 w 5119090"/>
              <a:gd name="connsiteY1" fmla="*/ 571743 h 4028919"/>
              <a:gd name="connsiteX2" fmla="*/ 4641704 w 5119090"/>
              <a:gd name="connsiteY2" fmla="*/ 815032 h 4028919"/>
              <a:gd name="connsiteX3" fmla="*/ 5119090 w 5119090"/>
              <a:gd name="connsiteY3" fmla="*/ 2118754 h 4028919"/>
              <a:gd name="connsiteX4" fmla="*/ 4869467 w 5119090"/>
              <a:gd name="connsiteY4" fmla="*/ 3634494 h 4028919"/>
              <a:gd name="connsiteX5" fmla="*/ 3814169 w 5119090"/>
              <a:gd name="connsiteY5" fmla="*/ 3985529 h 4028919"/>
              <a:gd name="connsiteX6" fmla="*/ 977861 w 5119090"/>
              <a:gd name="connsiteY6" fmla="*/ 3911529 h 4028919"/>
              <a:gd name="connsiteX7" fmla="*/ 73039 w 5119090"/>
              <a:gd name="connsiteY7" fmla="*/ 3313039 h 4028919"/>
              <a:gd name="connsiteX8" fmla="*/ 159642 w 5119090"/>
              <a:gd name="connsiteY8" fmla="*/ 1290513 h 4028919"/>
              <a:gd name="connsiteX9" fmla="*/ 986959 w 5119090"/>
              <a:gd name="connsiteY9" fmla="*/ 590018 h 4028919"/>
              <a:gd name="connsiteX10" fmla="*/ 1004891 w 5119090"/>
              <a:gd name="connsiteY10" fmla="*/ 0 h 4028919"/>
              <a:gd name="connsiteX0" fmla="*/ 1004891 w 5119090"/>
              <a:gd name="connsiteY0" fmla="*/ 0 h 4142676"/>
              <a:gd name="connsiteX1" fmla="*/ 1616609 w 5119090"/>
              <a:gd name="connsiteY1" fmla="*/ 571743 h 4142676"/>
              <a:gd name="connsiteX2" fmla="*/ 4641704 w 5119090"/>
              <a:gd name="connsiteY2" fmla="*/ 815032 h 4142676"/>
              <a:gd name="connsiteX3" fmla="*/ 5119090 w 5119090"/>
              <a:gd name="connsiteY3" fmla="*/ 2118754 h 4142676"/>
              <a:gd name="connsiteX4" fmla="*/ 4869467 w 5119090"/>
              <a:gd name="connsiteY4" fmla="*/ 3634494 h 4142676"/>
              <a:gd name="connsiteX5" fmla="*/ 3575630 w 5119090"/>
              <a:gd name="connsiteY5" fmla="*/ 4131303 h 4142676"/>
              <a:gd name="connsiteX6" fmla="*/ 977861 w 5119090"/>
              <a:gd name="connsiteY6" fmla="*/ 3911529 h 4142676"/>
              <a:gd name="connsiteX7" fmla="*/ 73039 w 5119090"/>
              <a:gd name="connsiteY7" fmla="*/ 3313039 h 4142676"/>
              <a:gd name="connsiteX8" fmla="*/ 159642 w 5119090"/>
              <a:gd name="connsiteY8" fmla="*/ 1290513 h 4142676"/>
              <a:gd name="connsiteX9" fmla="*/ 986959 w 5119090"/>
              <a:gd name="connsiteY9" fmla="*/ 590018 h 4142676"/>
              <a:gd name="connsiteX10" fmla="*/ 1004891 w 5119090"/>
              <a:gd name="connsiteY10" fmla="*/ 0 h 4142676"/>
              <a:gd name="connsiteX0" fmla="*/ 1004891 w 5119090"/>
              <a:gd name="connsiteY0" fmla="*/ 0 h 4145018"/>
              <a:gd name="connsiteX1" fmla="*/ 1616609 w 5119090"/>
              <a:gd name="connsiteY1" fmla="*/ 571743 h 4145018"/>
              <a:gd name="connsiteX2" fmla="*/ 4641704 w 5119090"/>
              <a:gd name="connsiteY2" fmla="*/ 815032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5119090"/>
              <a:gd name="connsiteY0" fmla="*/ 0 h 4145018"/>
              <a:gd name="connsiteX1" fmla="*/ 1616609 w 5119090"/>
              <a:gd name="connsiteY1" fmla="*/ 571743 h 4145018"/>
              <a:gd name="connsiteX2" fmla="*/ 4469426 w 5119090"/>
              <a:gd name="connsiteY2" fmla="*/ 735519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4986569"/>
              <a:gd name="connsiteY0" fmla="*/ 0 h 4145018"/>
              <a:gd name="connsiteX1" fmla="*/ 1616609 w 4986569"/>
              <a:gd name="connsiteY1" fmla="*/ 571743 h 4145018"/>
              <a:gd name="connsiteX2" fmla="*/ 4469426 w 4986569"/>
              <a:gd name="connsiteY2" fmla="*/ 735519 h 4145018"/>
              <a:gd name="connsiteX3" fmla="*/ 4986569 w 4986569"/>
              <a:gd name="connsiteY3" fmla="*/ 2118754 h 4145018"/>
              <a:gd name="connsiteX4" fmla="*/ 4736945 w 4986569"/>
              <a:gd name="connsiteY4" fmla="*/ 3594737 h 4145018"/>
              <a:gd name="connsiteX5" fmla="*/ 3575630 w 4986569"/>
              <a:gd name="connsiteY5" fmla="*/ 4131303 h 4145018"/>
              <a:gd name="connsiteX6" fmla="*/ 977861 w 4986569"/>
              <a:gd name="connsiteY6" fmla="*/ 3911529 h 4145018"/>
              <a:gd name="connsiteX7" fmla="*/ 73039 w 4986569"/>
              <a:gd name="connsiteY7" fmla="*/ 3313039 h 4145018"/>
              <a:gd name="connsiteX8" fmla="*/ 159642 w 4986569"/>
              <a:gd name="connsiteY8" fmla="*/ 1290513 h 4145018"/>
              <a:gd name="connsiteX9" fmla="*/ 986959 w 4986569"/>
              <a:gd name="connsiteY9" fmla="*/ 590018 h 4145018"/>
              <a:gd name="connsiteX10" fmla="*/ 1004891 w 4986569"/>
              <a:gd name="connsiteY10" fmla="*/ 0 h 4145018"/>
              <a:gd name="connsiteX0" fmla="*/ 1004891 w 4857980"/>
              <a:gd name="connsiteY0" fmla="*/ 0 h 4145018"/>
              <a:gd name="connsiteX1" fmla="*/ 1616609 w 4857980"/>
              <a:gd name="connsiteY1" fmla="*/ 571743 h 4145018"/>
              <a:gd name="connsiteX2" fmla="*/ 4469426 w 4857980"/>
              <a:gd name="connsiteY2" fmla="*/ 735519 h 4145018"/>
              <a:gd name="connsiteX3" fmla="*/ 4736945 w 4857980"/>
              <a:gd name="connsiteY3" fmla="*/ 3594737 h 4145018"/>
              <a:gd name="connsiteX4" fmla="*/ 3575630 w 4857980"/>
              <a:gd name="connsiteY4" fmla="*/ 4131303 h 4145018"/>
              <a:gd name="connsiteX5" fmla="*/ 977861 w 4857980"/>
              <a:gd name="connsiteY5" fmla="*/ 3911529 h 4145018"/>
              <a:gd name="connsiteX6" fmla="*/ 73039 w 4857980"/>
              <a:gd name="connsiteY6" fmla="*/ 3313039 h 4145018"/>
              <a:gd name="connsiteX7" fmla="*/ 159642 w 4857980"/>
              <a:gd name="connsiteY7" fmla="*/ 1290513 h 4145018"/>
              <a:gd name="connsiteX8" fmla="*/ 986959 w 4857980"/>
              <a:gd name="connsiteY8" fmla="*/ 590018 h 4145018"/>
              <a:gd name="connsiteX9" fmla="*/ 1004891 w 4857980"/>
              <a:gd name="connsiteY9" fmla="*/ 0 h 4145018"/>
              <a:gd name="connsiteX0" fmla="*/ 1004891 w 4944528"/>
              <a:gd name="connsiteY0" fmla="*/ 0 h 4145018"/>
              <a:gd name="connsiteX1" fmla="*/ 1616609 w 4944528"/>
              <a:gd name="connsiteY1" fmla="*/ 571743 h 4145018"/>
              <a:gd name="connsiteX2" fmla="*/ 4641704 w 4944528"/>
              <a:gd name="connsiteY2" fmla="*/ 775276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44528"/>
              <a:gd name="connsiteY0" fmla="*/ 0 h 4145018"/>
              <a:gd name="connsiteX1" fmla="*/ 1616609 w 4944528"/>
              <a:gd name="connsiteY1" fmla="*/ 571743 h 4145018"/>
              <a:gd name="connsiteX2" fmla="*/ 4641704 w 4944528"/>
              <a:gd name="connsiteY2" fmla="*/ 907797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38286"/>
              <a:gd name="connsiteY0" fmla="*/ 0 h 4156705"/>
              <a:gd name="connsiteX1" fmla="*/ 1616609 w 4938286"/>
              <a:gd name="connsiteY1" fmla="*/ 571743 h 4156705"/>
              <a:gd name="connsiteX2" fmla="*/ 4641704 w 4938286"/>
              <a:gd name="connsiteY2" fmla="*/ 907797 h 4156705"/>
              <a:gd name="connsiteX3" fmla="*/ 4723693 w 4938286"/>
              <a:gd name="connsiteY3" fmla="*/ 3409206 h 4156705"/>
              <a:gd name="connsiteX4" fmla="*/ 3575630 w 4938286"/>
              <a:gd name="connsiteY4" fmla="*/ 4131303 h 4156705"/>
              <a:gd name="connsiteX5" fmla="*/ 977861 w 4938286"/>
              <a:gd name="connsiteY5" fmla="*/ 3911529 h 4156705"/>
              <a:gd name="connsiteX6" fmla="*/ 73039 w 4938286"/>
              <a:gd name="connsiteY6" fmla="*/ 3313039 h 4156705"/>
              <a:gd name="connsiteX7" fmla="*/ 159642 w 4938286"/>
              <a:gd name="connsiteY7" fmla="*/ 1290513 h 4156705"/>
              <a:gd name="connsiteX8" fmla="*/ 986959 w 4938286"/>
              <a:gd name="connsiteY8" fmla="*/ 590018 h 4156705"/>
              <a:gd name="connsiteX9" fmla="*/ 1004891 w 4938286"/>
              <a:gd name="connsiteY9" fmla="*/ 0 h 4156705"/>
              <a:gd name="connsiteX0" fmla="*/ 1004891 w 4964496"/>
              <a:gd name="connsiteY0" fmla="*/ 0 h 4156705"/>
              <a:gd name="connsiteX1" fmla="*/ 1616609 w 4964496"/>
              <a:gd name="connsiteY1" fmla="*/ 571743 h 4156705"/>
              <a:gd name="connsiteX2" fmla="*/ 4641704 w 4964496"/>
              <a:gd name="connsiteY2" fmla="*/ 907797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64496"/>
              <a:gd name="connsiteY0" fmla="*/ 0 h 4156705"/>
              <a:gd name="connsiteX1" fmla="*/ 1616609 w 4964496"/>
              <a:gd name="connsiteY1" fmla="*/ 571743 h 4156705"/>
              <a:gd name="connsiteX2" fmla="*/ 4641704 w 4964496"/>
              <a:gd name="connsiteY2" fmla="*/ 881293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38200"/>
              <a:gd name="connsiteY0" fmla="*/ 0 h 4156705"/>
              <a:gd name="connsiteX1" fmla="*/ 1616609 w 4938200"/>
              <a:gd name="connsiteY1" fmla="*/ 571743 h 4156705"/>
              <a:gd name="connsiteX2" fmla="*/ 4641704 w 4938200"/>
              <a:gd name="connsiteY2" fmla="*/ 881293 h 4156705"/>
              <a:gd name="connsiteX3" fmla="*/ 4723693 w 4938200"/>
              <a:gd name="connsiteY3" fmla="*/ 3409206 h 4156705"/>
              <a:gd name="connsiteX4" fmla="*/ 3575630 w 4938200"/>
              <a:gd name="connsiteY4" fmla="*/ 4131303 h 4156705"/>
              <a:gd name="connsiteX5" fmla="*/ 977861 w 4938200"/>
              <a:gd name="connsiteY5" fmla="*/ 3911529 h 4156705"/>
              <a:gd name="connsiteX6" fmla="*/ 73039 w 4938200"/>
              <a:gd name="connsiteY6" fmla="*/ 3313039 h 4156705"/>
              <a:gd name="connsiteX7" fmla="*/ 159642 w 4938200"/>
              <a:gd name="connsiteY7" fmla="*/ 1290513 h 4156705"/>
              <a:gd name="connsiteX8" fmla="*/ 986959 w 4938200"/>
              <a:gd name="connsiteY8" fmla="*/ 590018 h 4156705"/>
              <a:gd name="connsiteX9" fmla="*/ 1004891 w 4938200"/>
              <a:gd name="connsiteY9" fmla="*/ 0 h 4156705"/>
              <a:gd name="connsiteX0" fmla="*/ 1004891 w 4931243"/>
              <a:gd name="connsiteY0" fmla="*/ 0 h 4156705"/>
              <a:gd name="connsiteX1" fmla="*/ 1616609 w 4931243"/>
              <a:gd name="connsiteY1" fmla="*/ 571743 h 4156705"/>
              <a:gd name="connsiteX2" fmla="*/ 4628452 w 4931243"/>
              <a:gd name="connsiteY2" fmla="*/ 934302 h 4156705"/>
              <a:gd name="connsiteX3" fmla="*/ 4723693 w 4931243"/>
              <a:gd name="connsiteY3" fmla="*/ 3409206 h 4156705"/>
              <a:gd name="connsiteX4" fmla="*/ 3575630 w 4931243"/>
              <a:gd name="connsiteY4" fmla="*/ 4131303 h 4156705"/>
              <a:gd name="connsiteX5" fmla="*/ 977861 w 4931243"/>
              <a:gd name="connsiteY5" fmla="*/ 3911529 h 4156705"/>
              <a:gd name="connsiteX6" fmla="*/ 73039 w 4931243"/>
              <a:gd name="connsiteY6" fmla="*/ 3313039 h 4156705"/>
              <a:gd name="connsiteX7" fmla="*/ 159642 w 4931243"/>
              <a:gd name="connsiteY7" fmla="*/ 1290513 h 4156705"/>
              <a:gd name="connsiteX8" fmla="*/ 986959 w 4931243"/>
              <a:gd name="connsiteY8" fmla="*/ 590018 h 4156705"/>
              <a:gd name="connsiteX9" fmla="*/ 1004891 w 4931243"/>
              <a:gd name="connsiteY9" fmla="*/ 0 h 4156705"/>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10726 w 4937078"/>
              <a:gd name="connsiteY0" fmla="*/ 0 h 4175448"/>
              <a:gd name="connsiteX1" fmla="*/ 1622444 w 4937078"/>
              <a:gd name="connsiteY1" fmla="*/ 571743 h 4175448"/>
              <a:gd name="connsiteX2" fmla="*/ 4634287 w 4937078"/>
              <a:gd name="connsiteY2" fmla="*/ 934302 h 4175448"/>
              <a:gd name="connsiteX3" fmla="*/ 4729528 w 4937078"/>
              <a:gd name="connsiteY3" fmla="*/ 3409206 h 4175448"/>
              <a:gd name="connsiteX4" fmla="*/ 3581465 w 4937078"/>
              <a:gd name="connsiteY4" fmla="*/ 4131303 h 4175448"/>
              <a:gd name="connsiteX5" fmla="*/ 864426 w 4937078"/>
              <a:gd name="connsiteY5" fmla="*/ 3991042 h 4175448"/>
              <a:gd name="connsiteX6" fmla="*/ 78874 w 4937078"/>
              <a:gd name="connsiteY6" fmla="*/ 3313039 h 4175448"/>
              <a:gd name="connsiteX7" fmla="*/ 165477 w 4937078"/>
              <a:gd name="connsiteY7" fmla="*/ 1290513 h 4175448"/>
              <a:gd name="connsiteX8" fmla="*/ 992794 w 4937078"/>
              <a:gd name="connsiteY8" fmla="*/ 590018 h 4175448"/>
              <a:gd name="connsiteX9" fmla="*/ 1010726 w 4937078"/>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65242"/>
              <a:gd name="connsiteX1" fmla="*/ 1646266 w 4958820"/>
              <a:gd name="connsiteY1" fmla="*/ 574434 h 4165242"/>
              <a:gd name="connsiteX2" fmla="*/ 4631860 w 4958820"/>
              <a:gd name="connsiteY2" fmla="*/ 934302 h 4165242"/>
              <a:gd name="connsiteX3" fmla="*/ 4727101 w 4958820"/>
              <a:gd name="connsiteY3" fmla="*/ 3409206 h 4165242"/>
              <a:gd name="connsiteX4" fmla="*/ 3579038 w 4958820"/>
              <a:gd name="connsiteY4" fmla="*/ 4131303 h 4165242"/>
              <a:gd name="connsiteX5" fmla="*/ 964723 w 4958820"/>
              <a:gd name="connsiteY5" fmla="*/ 3953024 h 4165242"/>
              <a:gd name="connsiteX6" fmla="*/ 76447 w 4958820"/>
              <a:gd name="connsiteY6" fmla="*/ 3313039 h 4165242"/>
              <a:gd name="connsiteX7" fmla="*/ 163050 w 4958820"/>
              <a:gd name="connsiteY7" fmla="*/ 1290513 h 4165242"/>
              <a:gd name="connsiteX8" fmla="*/ 990367 w 4958820"/>
              <a:gd name="connsiteY8" fmla="*/ 590018 h 4165242"/>
              <a:gd name="connsiteX9" fmla="*/ 1008299 w 4958820"/>
              <a:gd name="connsiteY9" fmla="*/ 0 h 4165242"/>
              <a:gd name="connsiteX0" fmla="*/ 879400 w 4829921"/>
              <a:gd name="connsiteY0" fmla="*/ 0 h 4165244"/>
              <a:gd name="connsiteX1" fmla="*/ 1517367 w 4829921"/>
              <a:gd name="connsiteY1" fmla="*/ 574434 h 4165244"/>
              <a:gd name="connsiteX2" fmla="*/ 4502961 w 4829921"/>
              <a:gd name="connsiteY2" fmla="*/ 934302 h 4165244"/>
              <a:gd name="connsiteX3" fmla="*/ 4598202 w 4829921"/>
              <a:gd name="connsiteY3" fmla="*/ 3409206 h 4165244"/>
              <a:gd name="connsiteX4" fmla="*/ 3450139 w 4829921"/>
              <a:gd name="connsiteY4" fmla="*/ 4131303 h 4165244"/>
              <a:gd name="connsiteX5" fmla="*/ 835824 w 4829921"/>
              <a:gd name="connsiteY5" fmla="*/ 3953024 h 4165244"/>
              <a:gd name="connsiteX6" fmla="*/ 388743 w 4829921"/>
              <a:gd name="connsiteY6" fmla="*/ 3217428 h 4165244"/>
              <a:gd name="connsiteX7" fmla="*/ 34151 w 4829921"/>
              <a:gd name="connsiteY7" fmla="*/ 1290513 h 4165244"/>
              <a:gd name="connsiteX8" fmla="*/ 861468 w 4829921"/>
              <a:gd name="connsiteY8" fmla="*/ 590018 h 4165244"/>
              <a:gd name="connsiteX9" fmla="*/ 879400 w 4829921"/>
              <a:gd name="connsiteY9" fmla="*/ 0 h 4165244"/>
              <a:gd name="connsiteX0" fmla="*/ 879400 w 4829921"/>
              <a:gd name="connsiteY0" fmla="*/ 0 h 4138288"/>
              <a:gd name="connsiteX1" fmla="*/ 1517367 w 4829921"/>
              <a:gd name="connsiteY1" fmla="*/ 574434 h 4138288"/>
              <a:gd name="connsiteX2" fmla="*/ 4502961 w 4829921"/>
              <a:gd name="connsiteY2" fmla="*/ 934302 h 4138288"/>
              <a:gd name="connsiteX3" fmla="*/ 4598202 w 4829921"/>
              <a:gd name="connsiteY3" fmla="*/ 3409206 h 4138288"/>
              <a:gd name="connsiteX4" fmla="*/ 3450139 w 4829921"/>
              <a:gd name="connsiteY4" fmla="*/ 4131303 h 4138288"/>
              <a:gd name="connsiteX5" fmla="*/ 982153 w 4829921"/>
              <a:gd name="connsiteY5" fmla="*/ 3738143 h 4138288"/>
              <a:gd name="connsiteX6" fmla="*/ 388743 w 4829921"/>
              <a:gd name="connsiteY6" fmla="*/ 3217428 h 4138288"/>
              <a:gd name="connsiteX7" fmla="*/ 34151 w 4829921"/>
              <a:gd name="connsiteY7" fmla="*/ 1290513 h 4138288"/>
              <a:gd name="connsiteX8" fmla="*/ 861468 w 4829921"/>
              <a:gd name="connsiteY8" fmla="*/ 590018 h 4138288"/>
              <a:gd name="connsiteX9" fmla="*/ 879400 w 4829921"/>
              <a:gd name="connsiteY9" fmla="*/ 0 h 4138288"/>
              <a:gd name="connsiteX0" fmla="*/ 797965 w 4748486"/>
              <a:gd name="connsiteY0" fmla="*/ 0 h 4138290"/>
              <a:gd name="connsiteX1" fmla="*/ 1435932 w 4748486"/>
              <a:gd name="connsiteY1" fmla="*/ 574434 h 4138290"/>
              <a:gd name="connsiteX2" fmla="*/ 4421526 w 4748486"/>
              <a:gd name="connsiteY2" fmla="*/ 934302 h 4138290"/>
              <a:gd name="connsiteX3" fmla="*/ 4516767 w 4748486"/>
              <a:gd name="connsiteY3" fmla="*/ 3409206 h 4138290"/>
              <a:gd name="connsiteX4" fmla="*/ 3368704 w 4748486"/>
              <a:gd name="connsiteY4" fmla="*/ 4131303 h 4138290"/>
              <a:gd name="connsiteX5" fmla="*/ 900718 w 4748486"/>
              <a:gd name="connsiteY5" fmla="*/ 3738143 h 4138290"/>
              <a:gd name="connsiteX6" fmla="*/ 307308 w 4748486"/>
              <a:gd name="connsiteY6" fmla="*/ 3217428 h 4138290"/>
              <a:gd name="connsiteX7" fmla="*/ 42133 w 4748486"/>
              <a:gd name="connsiteY7" fmla="*/ 1485818 h 4138290"/>
              <a:gd name="connsiteX8" fmla="*/ 780033 w 4748486"/>
              <a:gd name="connsiteY8" fmla="*/ 590018 h 4138290"/>
              <a:gd name="connsiteX9" fmla="*/ 797965 w 4748486"/>
              <a:gd name="connsiteY9" fmla="*/ 0 h 4138290"/>
              <a:gd name="connsiteX0" fmla="*/ 816235 w 4766756"/>
              <a:gd name="connsiteY0" fmla="*/ 0 h 4138288"/>
              <a:gd name="connsiteX1" fmla="*/ 1454202 w 4766756"/>
              <a:gd name="connsiteY1" fmla="*/ 574434 h 4138288"/>
              <a:gd name="connsiteX2" fmla="*/ 4439796 w 4766756"/>
              <a:gd name="connsiteY2" fmla="*/ 934302 h 4138288"/>
              <a:gd name="connsiteX3" fmla="*/ 4535037 w 4766756"/>
              <a:gd name="connsiteY3" fmla="*/ 3409206 h 4138288"/>
              <a:gd name="connsiteX4" fmla="*/ 3386974 w 4766756"/>
              <a:gd name="connsiteY4" fmla="*/ 4131303 h 4138288"/>
              <a:gd name="connsiteX5" fmla="*/ 918988 w 4766756"/>
              <a:gd name="connsiteY5" fmla="*/ 3738143 h 4138288"/>
              <a:gd name="connsiteX6" fmla="*/ 205861 w 4766756"/>
              <a:gd name="connsiteY6" fmla="*/ 2965662 h 4138288"/>
              <a:gd name="connsiteX7" fmla="*/ 60403 w 4766756"/>
              <a:gd name="connsiteY7" fmla="*/ 1485818 h 4138288"/>
              <a:gd name="connsiteX8" fmla="*/ 798303 w 4766756"/>
              <a:gd name="connsiteY8" fmla="*/ 590018 h 4138288"/>
              <a:gd name="connsiteX9" fmla="*/ 816235 w 4766756"/>
              <a:gd name="connsiteY9" fmla="*/ 0 h 4138288"/>
              <a:gd name="connsiteX0" fmla="*/ 816235 w 4622539"/>
              <a:gd name="connsiteY0" fmla="*/ 0 h 4138290"/>
              <a:gd name="connsiteX1" fmla="*/ 1454202 w 4622539"/>
              <a:gd name="connsiteY1" fmla="*/ 574434 h 4138290"/>
              <a:gd name="connsiteX2" fmla="*/ 4015228 w 4622539"/>
              <a:gd name="connsiteY2" fmla="*/ 1032218 h 4138290"/>
              <a:gd name="connsiteX3" fmla="*/ 4535037 w 4622539"/>
              <a:gd name="connsiteY3" fmla="*/ 3409206 h 4138290"/>
              <a:gd name="connsiteX4" fmla="*/ 3386974 w 4622539"/>
              <a:gd name="connsiteY4" fmla="*/ 4131303 h 4138290"/>
              <a:gd name="connsiteX5" fmla="*/ 918988 w 4622539"/>
              <a:gd name="connsiteY5" fmla="*/ 3738143 h 4138290"/>
              <a:gd name="connsiteX6" fmla="*/ 205861 w 4622539"/>
              <a:gd name="connsiteY6" fmla="*/ 2965662 h 4138290"/>
              <a:gd name="connsiteX7" fmla="*/ 60403 w 4622539"/>
              <a:gd name="connsiteY7" fmla="*/ 1485818 h 4138290"/>
              <a:gd name="connsiteX8" fmla="*/ 798303 w 4622539"/>
              <a:gd name="connsiteY8" fmla="*/ 590018 h 4138290"/>
              <a:gd name="connsiteX9" fmla="*/ 816235 w 4622539"/>
              <a:gd name="connsiteY9" fmla="*/ 0 h 4138290"/>
              <a:gd name="connsiteX0" fmla="*/ 816235 w 4622539"/>
              <a:gd name="connsiteY0" fmla="*/ 0 h 4132081"/>
              <a:gd name="connsiteX1" fmla="*/ 1454202 w 4622539"/>
              <a:gd name="connsiteY1" fmla="*/ 574434 h 4132081"/>
              <a:gd name="connsiteX2" fmla="*/ 4015228 w 4622539"/>
              <a:gd name="connsiteY2" fmla="*/ 1032218 h 4132081"/>
              <a:gd name="connsiteX3" fmla="*/ 4535037 w 4622539"/>
              <a:gd name="connsiteY3" fmla="*/ 3409206 h 4132081"/>
              <a:gd name="connsiteX4" fmla="*/ 3152706 w 4622539"/>
              <a:gd name="connsiteY4" fmla="*/ 4124957 h 4132081"/>
              <a:gd name="connsiteX5" fmla="*/ 918988 w 4622539"/>
              <a:gd name="connsiteY5" fmla="*/ 3738143 h 4132081"/>
              <a:gd name="connsiteX6" fmla="*/ 205861 w 4622539"/>
              <a:gd name="connsiteY6" fmla="*/ 2965662 h 4132081"/>
              <a:gd name="connsiteX7" fmla="*/ 60403 w 4622539"/>
              <a:gd name="connsiteY7" fmla="*/ 1485818 h 4132081"/>
              <a:gd name="connsiteX8" fmla="*/ 798303 w 4622539"/>
              <a:gd name="connsiteY8" fmla="*/ 590018 h 4132081"/>
              <a:gd name="connsiteX9" fmla="*/ 816235 w 4622539"/>
              <a:gd name="connsiteY9" fmla="*/ 0 h 4132081"/>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798303 w 4372994"/>
              <a:gd name="connsiteY8" fmla="*/ 59001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0336 w 4367095"/>
              <a:gd name="connsiteY0" fmla="*/ 0 h 4138222"/>
              <a:gd name="connsiteX1" fmla="*/ 1448303 w 4367095"/>
              <a:gd name="connsiteY1" fmla="*/ 574434 h 4138222"/>
              <a:gd name="connsiteX2" fmla="*/ 4009329 w 4367095"/>
              <a:gd name="connsiteY2" fmla="*/ 1032218 h 4138222"/>
              <a:gd name="connsiteX3" fmla="*/ 4202495 w 4367095"/>
              <a:gd name="connsiteY3" fmla="*/ 3259401 h 4138222"/>
              <a:gd name="connsiteX4" fmla="*/ 3146807 w 4367095"/>
              <a:gd name="connsiteY4" fmla="*/ 4124957 h 4138222"/>
              <a:gd name="connsiteX5" fmla="*/ 913089 w 4367095"/>
              <a:gd name="connsiteY5" fmla="*/ 3738143 h 4138222"/>
              <a:gd name="connsiteX6" fmla="*/ 199962 w 4367095"/>
              <a:gd name="connsiteY6" fmla="*/ 2965662 h 4138222"/>
              <a:gd name="connsiteX7" fmla="*/ 54504 w 4367095"/>
              <a:gd name="connsiteY7" fmla="*/ 1485818 h 4138222"/>
              <a:gd name="connsiteX8" fmla="*/ 892266 w 4367095"/>
              <a:gd name="connsiteY8" fmla="*/ 606258 h 4138222"/>
              <a:gd name="connsiteX9" fmla="*/ 810336 w 4367095"/>
              <a:gd name="connsiteY9" fmla="*/ 0 h 4138222"/>
              <a:gd name="connsiteX0" fmla="*/ 814639 w 4371398"/>
              <a:gd name="connsiteY0" fmla="*/ 0 h 4138224"/>
              <a:gd name="connsiteX1" fmla="*/ 1452606 w 4371398"/>
              <a:gd name="connsiteY1" fmla="*/ 574434 h 4138224"/>
              <a:gd name="connsiteX2" fmla="*/ 4013632 w 4371398"/>
              <a:gd name="connsiteY2" fmla="*/ 1032218 h 4138224"/>
              <a:gd name="connsiteX3" fmla="*/ 4206798 w 4371398"/>
              <a:gd name="connsiteY3" fmla="*/ 3259401 h 4138224"/>
              <a:gd name="connsiteX4" fmla="*/ 3151110 w 4371398"/>
              <a:gd name="connsiteY4" fmla="*/ 4124957 h 4138224"/>
              <a:gd name="connsiteX5" fmla="*/ 917392 w 4371398"/>
              <a:gd name="connsiteY5" fmla="*/ 3738143 h 4138224"/>
              <a:gd name="connsiteX6" fmla="*/ 184820 w 4371398"/>
              <a:gd name="connsiteY6" fmla="*/ 2971263 h 4138224"/>
              <a:gd name="connsiteX7" fmla="*/ 58807 w 4371398"/>
              <a:gd name="connsiteY7" fmla="*/ 1485818 h 4138224"/>
              <a:gd name="connsiteX8" fmla="*/ 896569 w 4371398"/>
              <a:gd name="connsiteY8" fmla="*/ 606258 h 4138224"/>
              <a:gd name="connsiteX9" fmla="*/ 814639 w 4371398"/>
              <a:gd name="connsiteY9" fmla="*/ 0 h 4138224"/>
              <a:gd name="connsiteX0" fmla="*/ 824982 w 4381741"/>
              <a:gd name="connsiteY0" fmla="*/ 0 h 4138222"/>
              <a:gd name="connsiteX1" fmla="*/ 1462949 w 4381741"/>
              <a:gd name="connsiteY1" fmla="*/ 574434 h 4138222"/>
              <a:gd name="connsiteX2" fmla="*/ 4023975 w 4381741"/>
              <a:gd name="connsiteY2" fmla="*/ 1032218 h 4138222"/>
              <a:gd name="connsiteX3" fmla="*/ 4217141 w 4381741"/>
              <a:gd name="connsiteY3" fmla="*/ 3259401 h 4138222"/>
              <a:gd name="connsiteX4" fmla="*/ 3161453 w 4381741"/>
              <a:gd name="connsiteY4" fmla="*/ 4124957 h 4138222"/>
              <a:gd name="connsiteX5" fmla="*/ 927735 w 4381741"/>
              <a:gd name="connsiteY5" fmla="*/ 3738143 h 4138222"/>
              <a:gd name="connsiteX6" fmla="*/ 195163 w 4381741"/>
              <a:gd name="connsiteY6" fmla="*/ 2971263 h 4138222"/>
              <a:gd name="connsiteX7" fmla="*/ 69150 w 4381741"/>
              <a:gd name="connsiteY7" fmla="*/ 1485818 h 4138222"/>
              <a:gd name="connsiteX8" fmla="*/ 906912 w 4381741"/>
              <a:gd name="connsiteY8" fmla="*/ 606258 h 4138222"/>
              <a:gd name="connsiteX9" fmla="*/ 824982 w 4381741"/>
              <a:gd name="connsiteY9" fmla="*/ 0 h 4138222"/>
              <a:gd name="connsiteX0" fmla="*/ 824982 w 4385632"/>
              <a:gd name="connsiteY0" fmla="*/ 0 h 4138224"/>
              <a:gd name="connsiteX1" fmla="*/ 1462949 w 4385632"/>
              <a:gd name="connsiteY1" fmla="*/ 574434 h 4138224"/>
              <a:gd name="connsiteX2" fmla="*/ 4023975 w 4385632"/>
              <a:gd name="connsiteY2" fmla="*/ 1032218 h 4138224"/>
              <a:gd name="connsiteX3" fmla="*/ 4217141 w 4385632"/>
              <a:gd name="connsiteY3" fmla="*/ 3259401 h 4138224"/>
              <a:gd name="connsiteX4" fmla="*/ 3161453 w 4385632"/>
              <a:gd name="connsiteY4" fmla="*/ 4124957 h 4138224"/>
              <a:gd name="connsiteX5" fmla="*/ 927735 w 4385632"/>
              <a:gd name="connsiteY5" fmla="*/ 3738143 h 4138224"/>
              <a:gd name="connsiteX6" fmla="*/ 195163 w 4385632"/>
              <a:gd name="connsiteY6" fmla="*/ 2971263 h 4138224"/>
              <a:gd name="connsiteX7" fmla="*/ 69150 w 4385632"/>
              <a:gd name="connsiteY7" fmla="*/ 1485818 h 4138224"/>
              <a:gd name="connsiteX8" fmla="*/ 906912 w 4385632"/>
              <a:gd name="connsiteY8" fmla="*/ 606258 h 4138224"/>
              <a:gd name="connsiteX9" fmla="*/ 824982 w 4385632"/>
              <a:gd name="connsiteY9" fmla="*/ 0 h 4138224"/>
              <a:gd name="connsiteX0" fmla="*/ 832223 w 4392873"/>
              <a:gd name="connsiteY0" fmla="*/ 0 h 4138222"/>
              <a:gd name="connsiteX1" fmla="*/ 1470190 w 4392873"/>
              <a:gd name="connsiteY1" fmla="*/ 574434 h 4138222"/>
              <a:gd name="connsiteX2" fmla="*/ 4031216 w 4392873"/>
              <a:gd name="connsiteY2" fmla="*/ 1032218 h 4138222"/>
              <a:gd name="connsiteX3" fmla="*/ 4224382 w 4392873"/>
              <a:gd name="connsiteY3" fmla="*/ 3259401 h 4138222"/>
              <a:gd name="connsiteX4" fmla="*/ 3168694 w 4392873"/>
              <a:gd name="connsiteY4" fmla="*/ 4124957 h 4138222"/>
              <a:gd name="connsiteX5" fmla="*/ 934976 w 4392873"/>
              <a:gd name="connsiteY5" fmla="*/ 3738143 h 4138222"/>
              <a:gd name="connsiteX6" fmla="*/ 179579 w 4392873"/>
              <a:gd name="connsiteY6" fmla="*/ 3046439 h 4138222"/>
              <a:gd name="connsiteX7" fmla="*/ 76391 w 4392873"/>
              <a:gd name="connsiteY7" fmla="*/ 1485818 h 4138222"/>
              <a:gd name="connsiteX8" fmla="*/ 914153 w 4392873"/>
              <a:gd name="connsiteY8" fmla="*/ 606258 h 4138222"/>
              <a:gd name="connsiteX9" fmla="*/ 832223 w 4392873"/>
              <a:gd name="connsiteY9" fmla="*/ 0 h 4138222"/>
              <a:gd name="connsiteX0" fmla="*/ 823971 w 4384621"/>
              <a:gd name="connsiteY0" fmla="*/ 0 h 4138224"/>
              <a:gd name="connsiteX1" fmla="*/ 1461938 w 4384621"/>
              <a:gd name="connsiteY1" fmla="*/ 574434 h 4138224"/>
              <a:gd name="connsiteX2" fmla="*/ 4022964 w 4384621"/>
              <a:gd name="connsiteY2" fmla="*/ 1032218 h 4138224"/>
              <a:gd name="connsiteX3" fmla="*/ 4216130 w 4384621"/>
              <a:gd name="connsiteY3" fmla="*/ 3259401 h 4138224"/>
              <a:gd name="connsiteX4" fmla="*/ 3160442 w 4384621"/>
              <a:gd name="connsiteY4" fmla="*/ 4124957 h 4138224"/>
              <a:gd name="connsiteX5" fmla="*/ 926724 w 4384621"/>
              <a:gd name="connsiteY5" fmla="*/ 3738143 h 4138224"/>
              <a:gd name="connsiteX6" fmla="*/ 171327 w 4384621"/>
              <a:gd name="connsiteY6" fmla="*/ 3046439 h 4138224"/>
              <a:gd name="connsiteX7" fmla="*/ 68139 w 4384621"/>
              <a:gd name="connsiteY7" fmla="*/ 1485818 h 4138224"/>
              <a:gd name="connsiteX8" fmla="*/ 905901 w 4384621"/>
              <a:gd name="connsiteY8" fmla="*/ 606258 h 4138224"/>
              <a:gd name="connsiteX9" fmla="*/ 823971 w 4384621"/>
              <a:gd name="connsiteY9" fmla="*/ 0 h 4138224"/>
              <a:gd name="connsiteX0" fmla="*/ 806189 w 4366839"/>
              <a:gd name="connsiteY0" fmla="*/ 0 h 4138222"/>
              <a:gd name="connsiteX1" fmla="*/ 1444156 w 4366839"/>
              <a:gd name="connsiteY1" fmla="*/ 574434 h 4138222"/>
              <a:gd name="connsiteX2" fmla="*/ 4005182 w 4366839"/>
              <a:gd name="connsiteY2" fmla="*/ 1032218 h 4138222"/>
              <a:gd name="connsiteX3" fmla="*/ 4198348 w 4366839"/>
              <a:gd name="connsiteY3" fmla="*/ 3259401 h 4138222"/>
              <a:gd name="connsiteX4" fmla="*/ 3142660 w 4366839"/>
              <a:gd name="connsiteY4" fmla="*/ 4124957 h 4138222"/>
              <a:gd name="connsiteX5" fmla="*/ 908942 w 4366839"/>
              <a:gd name="connsiteY5" fmla="*/ 3738143 h 4138222"/>
              <a:gd name="connsiteX6" fmla="*/ 153545 w 4366839"/>
              <a:gd name="connsiteY6" fmla="*/ 3046439 h 4138222"/>
              <a:gd name="connsiteX7" fmla="*/ 50357 w 4366839"/>
              <a:gd name="connsiteY7" fmla="*/ 1485818 h 4138222"/>
              <a:gd name="connsiteX8" fmla="*/ 888119 w 4366839"/>
              <a:gd name="connsiteY8" fmla="*/ 606258 h 4138222"/>
              <a:gd name="connsiteX9" fmla="*/ 806189 w 4366839"/>
              <a:gd name="connsiteY9" fmla="*/ 0 h 4138222"/>
              <a:gd name="connsiteX0" fmla="*/ 806189 w 4366839"/>
              <a:gd name="connsiteY0" fmla="*/ 0 h 4138224"/>
              <a:gd name="connsiteX1" fmla="*/ 1444156 w 4366839"/>
              <a:gd name="connsiteY1" fmla="*/ 574434 h 4138224"/>
              <a:gd name="connsiteX2" fmla="*/ 4005182 w 4366839"/>
              <a:gd name="connsiteY2" fmla="*/ 1032218 h 4138224"/>
              <a:gd name="connsiteX3" fmla="*/ 4198348 w 4366839"/>
              <a:gd name="connsiteY3" fmla="*/ 3259401 h 4138224"/>
              <a:gd name="connsiteX4" fmla="*/ 3142660 w 4366839"/>
              <a:gd name="connsiteY4" fmla="*/ 4124957 h 4138224"/>
              <a:gd name="connsiteX5" fmla="*/ 908942 w 4366839"/>
              <a:gd name="connsiteY5" fmla="*/ 3738143 h 4138224"/>
              <a:gd name="connsiteX6" fmla="*/ 153545 w 4366839"/>
              <a:gd name="connsiteY6" fmla="*/ 3046439 h 4138224"/>
              <a:gd name="connsiteX7" fmla="*/ 50357 w 4366839"/>
              <a:gd name="connsiteY7" fmla="*/ 1485818 h 4138224"/>
              <a:gd name="connsiteX8" fmla="*/ 888119 w 4366839"/>
              <a:gd name="connsiteY8" fmla="*/ 606258 h 4138224"/>
              <a:gd name="connsiteX9" fmla="*/ 806189 w 4366839"/>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104082 w 4317376"/>
              <a:gd name="connsiteY6" fmla="*/ 3046439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224"/>
              <a:gd name="connsiteX1" fmla="*/ 1394693 w 4317376"/>
              <a:gd name="connsiteY1" fmla="*/ 574434 h 4138224"/>
              <a:gd name="connsiteX2" fmla="*/ 3955719 w 4317376"/>
              <a:gd name="connsiteY2" fmla="*/ 1032218 h 4138224"/>
              <a:gd name="connsiteX3" fmla="*/ 4148885 w 4317376"/>
              <a:gd name="connsiteY3" fmla="*/ 3259401 h 4138224"/>
              <a:gd name="connsiteX4" fmla="*/ 3093197 w 4317376"/>
              <a:gd name="connsiteY4" fmla="*/ 4124957 h 4138224"/>
              <a:gd name="connsiteX5" fmla="*/ 859479 w 4317376"/>
              <a:gd name="connsiteY5" fmla="*/ 3738143 h 4138224"/>
              <a:gd name="connsiteX6" fmla="*/ 219159 w 4317376"/>
              <a:gd name="connsiteY6" fmla="*/ 3144044 h 4138224"/>
              <a:gd name="connsiteX7" fmla="*/ 894 w 4317376"/>
              <a:gd name="connsiteY7" fmla="*/ 1485818 h 4138224"/>
              <a:gd name="connsiteX8" fmla="*/ 838656 w 4317376"/>
              <a:gd name="connsiteY8" fmla="*/ 606258 h 4138224"/>
              <a:gd name="connsiteX9" fmla="*/ 756726 w 4317376"/>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232580 w 4317376"/>
              <a:gd name="connsiteY6" fmla="*/ 3163758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706 w 4324356"/>
              <a:gd name="connsiteY0" fmla="*/ 0 h 4138731"/>
              <a:gd name="connsiteX1" fmla="*/ 1401673 w 4324356"/>
              <a:gd name="connsiteY1" fmla="*/ 574434 h 4138731"/>
              <a:gd name="connsiteX2" fmla="*/ 3962699 w 4324356"/>
              <a:gd name="connsiteY2" fmla="*/ 1032218 h 4138731"/>
              <a:gd name="connsiteX3" fmla="*/ 4155865 w 4324356"/>
              <a:gd name="connsiteY3" fmla="*/ 3259401 h 4138731"/>
              <a:gd name="connsiteX4" fmla="*/ 3100177 w 4324356"/>
              <a:gd name="connsiteY4" fmla="*/ 4124957 h 4138731"/>
              <a:gd name="connsiteX5" fmla="*/ 904502 w 4324356"/>
              <a:gd name="connsiteY5" fmla="*/ 3744330 h 4138731"/>
              <a:gd name="connsiteX6" fmla="*/ 239560 w 4324356"/>
              <a:gd name="connsiteY6" fmla="*/ 3163758 h 4138731"/>
              <a:gd name="connsiteX7" fmla="*/ 1004 w 4324356"/>
              <a:gd name="connsiteY7" fmla="*/ 1528534 h 4138731"/>
              <a:gd name="connsiteX8" fmla="*/ 845636 w 4324356"/>
              <a:gd name="connsiteY8" fmla="*/ 606258 h 4138731"/>
              <a:gd name="connsiteX9" fmla="*/ 763706 w 4324356"/>
              <a:gd name="connsiteY9" fmla="*/ 0 h 4138731"/>
              <a:gd name="connsiteX0" fmla="*/ 763710 w 4324360"/>
              <a:gd name="connsiteY0" fmla="*/ 0 h 4138731"/>
              <a:gd name="connsiteX1" fmla="*/ 1401677 w 4324360"/>
              <a:gd name="connsiteY1" fmla="*/ 574434 h 4138731"/>
              <a:gd name="connsiteX2" fmla="*/ 3962703 w 4324360"/>
              <a:gd name="connsiteY2" fmla="*/ 1032218 h 4138731"/>
              <a:gd name="connsiteX3" fmla="*/ 4155869 w 4324360"/>
              <a:gd name="connsiteY3" fmla="*/ 3259401 h 4138731"/>
              <a:gd name="connsiteX4" fmla="*/ 3100181 w 4324360"/>
              <a:gd name="connsiteY4" fmla="*/ 4124957 h 4138731"/>
              <a:gd name="connsiteX5" fmla="*/ 904506 w 4324360"/>
              <a:gd name="connsiteY5" fmla="*/ 3744330 h 4138731"/>
              <a:gd name="connsiteX6" fmla="*/ 239564 w 4324360"/>
              <a:gd name="connsiteY6" fmla="*/ 3163758 h 4138731"/>
              <a:gd name="connsiteX7" fmla="*/ 1008 w 4324360"/>
              <a:gd name="connsiteY7" fmla="*/ 1528534 h 4138731"/>
              <a:gd name="connsiteX8" fmla="*/ 845640 w 4324360"/>
              <a:gd name="connsiteY8" fmla="*/ 606258 h 4138731"/>
              <a:gd name="connsiteX9" fmla="*/ 763710 w 4324360"/>
              <a:gd name="connsiteY9" fmla="*/ 0 h 413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4360" h="4138731">
                <a:moveTo>
                  <a:pt x="763710" y="0"/>
                </a:moveTo>
                <a:cubicBezTo>
                  <a:pt x="835632" y="58905"/>
                  <a:pt x="1258100" y="357725"/>
                  <a:pt x="1401677" y="574434"/>
                </a:cubicBezTo>
                <a:cubicBezTo>
                  <a:pt x="1557398" y="585526"/>
                  <a:pt x="3503671" y="584724"/>
                  <a:pt x="3962703" y="1032218"/>
                </a:cubicBezTo>
                <a:cubicBezTo>
                  <a:pt x="4421735" y="1479712"/>
                  <a:pt x="4393755" y="2068459"/>
                  <a:pt x="4155869" y="3259401"/>
                </a:cubicBezTo>
                <a:cubicBezTo>
                  <a:pt x="4006903" y="3825365"/>
                  <a:pt x="3642075" y="4044135"/>
                  <a:pt x="3100181" y="4124957"/>
                </a:cubicBezTo>
                <a:cubicBezTo>
                  <a:pt x="2558287" y="4205779"/>
                  <a:pt x="1639845" y="3911670"/>
                  <a:pt x="904506" y="3744330"/>
                </a:cubicBezTo>
                <a:cubicBezTo>
                  <a:pt x="600271" y="3642054"/>
                  <a:pt x="464613" y="3557214"/>
                  <a:pt x="239564" y="3163758"/>
                </a:cubicBezTo>
                <a:cubicBezTo>
                  <a:pt x="75461" y="2876879"/>
                  <a:pt x="40807" y="2193725"/>
                  <a:pt x="1008" y="1528534"/>
                </a:cubicBezTo>
                <a:cubicBezTo>
                  <a:pt x="-24451" y="805482"/>
                  <a:pt x="437089" y="647961"/>
                  <a:pt x="845640" y="606258"/>
                </a:cubicBezTo>
                <a:cubicBezTo>
                  <a:pt x="845640" y="606258"/>
                  <a:pt x="854014" y="343114"/>
                  <a:pt x="763710" y="0"/>
                </a:cubicBezTo>
                <a:close/>
              </a:path>
            </a:pathLst>
          </a:cu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3260CA74-CBC5-2DBD-BE50-0A8E67AED469}"/>
              </a:ext>
            </a:extLst>
          </p:cNvPr>
          <p:cNvSpPr>
            <a:spLocks noGrp="1"/>
          </p:cNvSpPr>
          <p:nvPr>
            <p:ph type="subTitle" idx="1"/>
          </p:nvPr>
        </p:nvSpPr>
        <p:spPr>
          <a:xfrm>
            <a:off x="5876998" y="618510"/>
            <a:ext cx="3397611" cy="1256326"/>
          </a:xfrm>
        </p:spPr>
        <p:txBody>
          <a:bodyPr>
            <a:normAutofit/>
          </a:bodyPr>
          <a:lstStyle/>
          <a:p>
            <a:pPr algn="ctr"/>
            <a:r>
              <a:rPr lang="en-AU" dirty="0"/>
              <a:t>Year 7 English – Reading a novel</a:t>
            </a:r>
            <a:endParaRPr lang="en-AU"/>
          </a:p>
        </p:txBody>
      </p:sp>
      <p:sp>
        <p:nvSpPr>
          <p:cNvPr id="17" name="Freeform: Shape 16">
            <a:extLst>
              <a:ext uri="{FF2B5EF4-FFF2-40B4-BE49-F238E27FC236}">
                <a16:creationId xmlns:a16="http://schemas.microsoft.com/office/drawing/2014/main" id="{3FCBF8AE-1318-4240-B3C3-A276ADFA5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4884" flipH="1">
            <a:off x="5612130" y="-2961"/>
            <a:ext cx="3856838" cy="2114365"/>
          </a:xfrm>
          <a:custGeom>
            <a:avLst/>
            <a:gdLst>
              <a:gd name="connsiteX0" fmla="*/ 986774 w 5065355"/>
              <a:gd name="connsiteY0" fmla="*/ 0 h 3864077"/>
              <a:gd name="connsiteX1" fmla="*/ 1598492 w 5065355"/>
              <a:gd name="connsiteY1" fmla="*/ 571743 h 3864077"/>
              <a:gd name="connsiteX2" fmla="*/ 4623587 w 5065355"/>
              <a:gd name="connsiteY2" fmla="*/ 815032 h 3864077"/>
              <a:gd name="connsiteX3" fmla="*/ 5045794 w 5065355"/>
              <a:gd name="connsiteY3" fmla="*/ 2583837 h 3864077"/>
              <a:gd name="connsiteX4" fmla="*/ 5065097 w 5065355"/>
              <a:gd name="connsiteY4" fmla="*/ 3007422 h 3864077"/>
              <a:gd name="connsiteX5" fmla="*/ 5064540 w 5065355"/>
              <a:gd name="connsiteY5" fmla="*/ 3083457 h 3864077"/>
              <a:gd name="connsiteX6" fmla="*/ 5065355 w 5065355"/>
              <a:gd name="connsiteY6" fmla="*/ 3093208 h 3864077"/>
              <a:gd name="connsiteX7" fmla="*/ 5059336 w 5065355"/>
              <a:gd name="connsiteY7" fmla="*/ 3165214 h 3864077"/>
              <a:gd name="connsiteX8" fmla="*/ 5058896 w 5065355"/>
              <a:gd name="connsiteY8" fmla="*/ 3171406 h 3864077"/>
              <a:gd name="connsiteX9" fmla="*/ 5058773 w 5065355"/>
              <a:gd name="connsiteY9" fmla="*/ 3171941 h 3864077"/>
              <a:gd name="connsiteX10" fmla="*/ 5057188 w 5065355"/>
              <a:gd name="connsiteY10" fmla="*/ 3190910 h 3864077"/>
              <a:gd name="connsiteX11" fmla="*/ 5033762 w 5065355"/>
              <a:gd name="connsiteY11" fmla="*/ 3281910 h 3864077"/>
              <a:gd name="connsiteX12" fmla="*/ 5033487 w 5065355"/>
              <a:gd name="connsiteY12" fmla="*/ 3282522 h 3864077"/>
              <a:gd name="connsiteX13" fmla="*/ 5027369 w 5065355"/>
              <a:gd name="connsiteY13" fmla="*/ 3309275 h 3864077"/>
              <a:gd name="connsiteX14" fmla="*/ 4908386 w 5065355"/>
              <a:gd name="connsiteY14" fmla="*/ 3476562 h 3864077"/>
              <a:gd name="connsiteX15" fmla="*/ 4902444 w 5065355"/>
              <a:gd name="connsiteY15" fmla="*/ 3480940 h 3864077"/>
              <a:gd name="connsiteX16" fmla="*/ 4888108 w 5065355"/>
              <a:gd name="connsiteY16" fmla="*/ 3495204 h 3864077"/>
              <a:gd name="connsiteX17" fmla="*/ 4819819 w 5065355"/>
              <a:gd name="connsiteY17" fmla="*/ 3539901 h 3864077"/>
              <a:gd name="connsiteX18" fmla="*/ 4806748 w 5065355"/>
              <a:gd name="connsiteY18" fmla="*/ 3544794 h 3864077"/>
              <a:gd name="connsiteX19" fmla="*/ 4765129 w 5065355"/>
              <a:gd name="connsiteY19" fmla="*/ 3568040 h 3864077"/>
              <a:gd name="connsiteX20" fmla="*/ 4426673 w 5065355"/>
              <a:gd name="connsiteY20" fmla="*/ 3685984 h 3864077"/>
              <a:gd name="connsiteX21" fmla="*/ 534075 w 5065355"/>
              <a:gd name="connsiteY21" fmla="*/ 3761757 h 3864077"/>
              <a:gd name="connsiteX22" fmla="*/ 451805 w 5065355"/>
              <a:gd name="connsiteY22" fmla="*/ 3738960 h 3864077"/>
              <a:gd name="connsiteX23" fmla="*/ 417467 w 5065355"/>
              <a:gd name="connsiteY23" fmla="*/ 3743134 h 3864077"/>
              <a:gd name="connsiteX24" fmla="*/ 47039 w 5065355"/>
              <a:gd name="connsiteY24" fmla="*/ 3447046 h 3864077"/>
              <a:gd name="connsiteX25" fmla="*/ 38763 w 5065355"/>
              <a:gd name="connsiteY25" fmla="*/ 3414896 h 3864077"/>
              <a:gd name="connsiteX26" fmla="*/ 28376 w 5065355"/>
              <a:gd name="connsiteY26" fmla="*/ 3388641 h 3864077"/>
              <a:gd name="connsiteX27" fmla="*/ 14642 w 5065355"/>
              <a:gd name="connsiteY27" fmla="*/ 2681940 h 3864077"/>
              <a:gd name="connsiteX28" fmla="*/ 141525 w 5065355"/>
              <a:gd name="connsiteY28" fmla="*/ 1290513 h 3864077"/>
              <a:gd name="connsiteX29" fmla="*/ 968842 w 5065355"/>
              <a:gd name="connsiteY29" fmla="*/ 590018 h 3864077"/>
              <a:gd name="connsiteX30" fmla="*/ 986774 w 5065355"/>
              <a:gd name="connsiteY30" fmla="*/ 0 h 3864077"/>
              <a:gd name="connsiteX0" fmla="*/ 986774 w 5065355"/>
              <a:gd name="connsiteY0" fmla="*/ 0 h 3852421"/>
              <a:gd name="connsiteX1" fmla="*/ 1598492 w 5065355"/>
              <a:gd name="connsiteY1" fmla="*/ 571743 h 3852421"/>
              <a:gd name="connsiteX2" fmla="*/ 4623587 w 5065355"/>
              <a:gd name="connsiteY2" fmla="*/ 815032 h 3852421"/>
              <a:gd name="connsiteX3" fmla="*/ 5045794 w 5065355"/>
              <a:gd name="connsiteY3" fmla="*/ 2583837 h 3852421"/>
              <a:gd name="connsiteX4" fmla="*/ 5065097 w 5065355"/>
              <a:gd name="connsiteY4" fmla="*/ 3007422 h 3852421"/>
              <a:gd name="connsiteX5" fmla="*/ 5064540 w 5065355"/>
              <a:gd name="connsiteY5" fmla="*/ 3083457 h 3852421"/>
              <a:gd name="connsiteX6" fmla="*/ 5065355 w 5065355"/>
              <a:gd name="connsiteY6" fmla="*/ 3093208 h 3852421"/>
              <a:gd name="connsiteX7" fmla="*/ 5059336 w 5065355"/>
              <a:gd name="connsiteY7" fmla="*/ 3165214 h 3852421"/>
              <a:gd name="connsiteX8" fmla="*/ 5058896 w 5065355"/>
              <a:gd name="connsiteY8" fmla="*/ 3171406 h 3852421"/>
              <a:gd name="connsiteX9" fmla="*/ 5058773 w 5065355"/>
              <a:gd name="connsiteY9" fmla="*/ 3171941 h 3852421"/>
              <a:gd name="connsiteX10" fmla="*/ 5057188 w 5065355"/>
              <a:gd name="connsiteY10" fmla="*/ 3190910 h 3852421"/>
              <a:gd name="connsiteX11" fmla="*/ 5033762 w 5065355"/>
              <a:gd name="connsiteY11" fmla="*/ 3281910 h 3852421"/>
              <a:gd name="connsiteX12" fmla="*/ 5033487 w 5065355"/>
              <a:gd name="connsiteY12" fmla="*/ 3282522 h 3852421"/>
              <a:gd name="connsiteX13" fmla="*/ 5027369 w 5065355"/>
              <a:gd name="connsiteY13" fmla="*/ 3309275 h 3852421"/>
              <a:gd name="connsiteX14" fmla="*/ 4908386 w 5065355"/>
              <a:gd name="connsiteY14" fmla="*/ 3476562 h 3852421"/>
              <a:gd name="connsiteX15" fmla="*/ 4902444 w 5065355"/>
              <a:gd name="connsiteY15" fmla="*/ 3480940 h 3852421"/>
              <a:gd name="connsiteX16" fmla="*/ 4888108 w 5065355"/>
              <a:gd name="connsiteY16" fmla="*/ 3495204 h 3852421"/>
              <a:gd name="connsiteX17" fmla="*/ 4819819 w 5065355"/>
              <a:gd name="connsiteY17" fmla="*/ 3539901 h 3852421"/>
              <a:gd name="connsiteX18" fmla="*/ 4806748 w 5065355"/>
              <a:gd name="connsiteY18" fmla="*/ 3544794 h 3852421"/>
              <a:gd name="connsiteX19" fmla="*/ 4765129 w 5065355"/>
              <a:gd name="connsiteY19" fmla="*/ 3568040 h 3852421"/>
              <a:gd name="connsiteX20" fmla="*/ 4426673 w 5065355"/>
              <a:gd name="connsiteY20" fmla="*/ 3685984 h 3852421"/>
              <a:gd name="connsiteX21" fmla="*/ 904564 w 5065355"/>
              <a:gd name="connsiteY21" fmla="*/ 3793288 h 3852421"/>
              <a:gd name="connsiteX22" fmla="*/ 451805 w 5065355"/>
              <a:gd name="connsiteY22" fmla="*/ 3738960 h 3852421"/>
              <a:gd name="connsiteX23" fmla="*/ 417467 w 5065355"/>
              <a:gd name="connsiteY23" fmla="*/ 3743134 h 3852421"/>
              <a:gd name="connsiteX24" fmla="*/ 47039 w 5065355"/>
              <a:gd name="connsiteY24" fmla="*/ 3447046 h 3852421"/>
              <a:gd name="connsiteX25" fmla="*/ 38763 w 5065355"/>
              <a:gd name="connsiteY25" fmla="*/ 3414896 h 3852421"/>
              <a:gd name="connsiteX26" fmla="*/ 28376 w 5065355"/>
              <a:gd name="connsiteY26" fmla="*/ 3388641 h 3852421"/>
              <a:gd name="connsiteX27" fmla="*/ 14642 w 5065355"/>
              <a:gd name="connsiteY27" fmla="*/ 2681940 h 3852421"/>
              <a:gd name="connsiteX28" fmla="*/ 141525 w 5065355"/>
              <a:gd name="connsiteY28" fmla="*/ 1290513 h 3852421"/>
              <a:gd name="connsiteX29" fmla="*/ 968842 w 5065355"/>
              <a:gd name="connsiteY29" fmla="*/ 590018 h 3852421"/>
              <a:gd name="connsiteX30" fmla="*/ 986774 w 5065355"/>
              <a:gd name="connsiteY30" fmla="*/ 0 h 3852421"/>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229604 w 5065355"/>
              <a:gd name="connsiteY19" fmla="*/ 3851522 h 3899315"/>
              <a:gd name="connsiteX20" fmla="*/ 904564 w 5065355"/>
              <a:gd name="connsiteY20" fmla="*/ 3793288 h 3899315"/>
              <a:gd name="connsiteX21" fmla="*/ 451805 w 5065355"/>
              <a:gd name="connsiteY21" fmla="*/ 3738960 h 3899315"/>
              <a:gd name="connsiteX22" fmla="*/ 417467 w 5065355"/>
              <a:gd name="connsiteY22" fmla="*/ 3743134 h 3899315"/>
              <a:gd name="connsiteX23" fmla="*/ 47039 w 5065355"/>
              <a:gd name="connsiteY23" fmla="*/ 3447046 h 3899315"/>
              <a:gd name="connsiteX24" fmla="*/ 38763 w 5065355"/>
              <a:gd name="connsiteY24" fmla="*/ 3414896 h 3899315"/>
              <a:gd name="connsiteX25" fmla="*/ 28376 w 5065355"/>
              <a:gd name="connsiteY25" fmla="*/ 3388641 h 3899315"/>
              <a:gd name="connsiteX26" fmla="*/ 14642 w 5065355"/>
              <a:gd name="connsiteY26" fmla="*/ 2681940 h 3899315"/>
              <a:gd name="connsiteX27" fmla="*/ 141525 w 5065355"/>
              <a:gd name="connsiteY27" fmla="*/ 1290513 h 3899315"/>
              <a:gd name="connsiteX28" fmla="*/ 968842 w 5065355"/>
              <a:gd name="connsiteY28" fmla="*/ 590018 h 3899315"/>
              <a:gd name="connsiteX29" fmla="*/ 986774 w 5065355"/>
              <a:gd name="connsiteY29" fmla="*/ 0 h 3899315"/>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88108 w 5065355"/>
              <a:gd name="connsiteY16" fmla="*/ 3495204 h 3885853"/>
              <a:gd name="connsiteX17" fmla="*/ 4819819 w 5065355"/>
              <a:gd name="connsiteY17" fmla="*/ 3539901 h 3885853"/>
              <a:gd name="connsiteX18" fmla="*/ 4735804 w 5065355"/>
              <a:gd name="connsiteY18" fmla="*/ 3804925 h 3885853"/>
              <a:gd name="connsiteX19" fmla="*/ 4229604 w 5065355"/>
              <a:gd name="connsiteY19" fmla="*/ 3851522 h 3885853"/>
              <a:gd name="connsiteX20" fmla="*/ 904564 w 5065355"/>
              <a:gd name="connsiteY20" fmla="*/ 3793288 h 3885853"/>
              <a:gd name="connsiteX21" fmla="*/ 451805 w 5065355"/>
              <a:gd name="connsiteY21" fmla="*/ 3738960 h 3885853"/>
              <a:gd name="connsiteX22" fmla="*/ 417467 w 5065355"/>
              <a:gd name="connsiteY22" fmla="*/ 3743134 h 3885853"/>
              <a:gd name="connsiteX23" fmla="*/ 47039 w 5065355"/>
              <a:gd name="connsiteY23" fmla="*/ 3447046 h 3885853"/>
              <a:gd name="connsiteX24" fmla="*/ 38763 w 5065355"/>
              <a:gd name="connsiteY24" fmla="*/ 3414896 h 3885853"/>
              <a:gd name="connsiteX25" fmla="*/ 28376 w 5065355"/>
              <a:gd name="connsiteY25" fmla="*/ 3388641 h 3885853"/>
              <a:gd name="connsiteX26" fmla="*/ 14642 w 5065355"/>
              <a:gd name="connsiteY26" fmla="*/ 2681940 h 3885853"/>
              <a:gd name="connsiteX27" fmla="*/ 141525 w 5065355"/>
              <a:gd name="connsiteY27" fmla="*/ 1290513 h 3885853"/>
              <a:gd name="connsiteX28" fmla="*/ 968842 w 5065355"/>
              <a:gd name="connsiteY28" fmla="*/ 590018 h 3885853"/>
              <a:gd name="connsiteX29" fmla="*/ 986774 w 5065355"/>
              <a:gd name="connsiteY29"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19819 w 5065355"/>
              <a:gd name="connsiteY16" fmla="*/ 3539901 h 3885853"/>
              <a:gd name="connsiteX17" fmla="*/ 4735804 w 5065355"/>
              <a:gd name="connsiteY17" fmla="*/ 3804925 h 3885853"/>
              <a:gd name="connsiteX18" fmla="*/ 4229604 w 5065355"/>
              <a:gd name="connsiteY18" fmla="*/ 3851522 h 3885853"/>
              <a:gd name="connsiteX19" fmla="*/ 904564 w 5065355"/>
              <a:gd name="connsiteY19" fmla="*/ 3793288 h 3885853"/>
              <a:gd name="connsiteX20" fmla="*/ 451805 w 5065355"/>
              <a:gd name="connsiteY20" fmla="*/ 3738960 h 3885853"/>
              <a:gd name="connsiteX21" fmla="*/ 417467 w 5065355"/>
              <a:gd name="connsiteY21" fmla="*/ 3743134 h 3885853"/>
              <a:gd name="connsiteX22" fmla="*/ 47039 w 5065355"/>
              <a:gd name="connsiteY22" fmla="*/ 3447046 h 3885853"/>
              <a:gd name="connsiteX23" fmla="*/ 38763 w 5065355"/>
              <a:gd name="connsiteY23" fmla="*/ 3414896 h 3885853"/>
              <a:gd name="connsiteX24" fmla="*/ 28376 w 5065355"/>
              <a:gd name="connsiteY24" fmla="*/ 3388641 h 3885853"/>
              <a:gd name="connsiteX25" fmla="*/ 14642 w 5065355"/>
              <a:gd name="connsiteY25" fmla="*/ 2681940 h 3885853"/>
              <a:gd name="connsiteX26" fmla="*/ 141525 w 5065355"/>
              <a:gd name="connsiteY26" fmla="*/ 1290513 h 3885853"/>
              <a:gd name="connsiteX27" fmla="*/ 968842 w 5065355"/>
              <a:gd name="connsiteY27" fmla="*/ 590018 h 3885853"/>
              <a:gd name="connsiteX28" fmla="*/ 986774 w 5065355"/>
              <a:gd name="connsiteY28"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4908386 w 5065355"/>
              <a:gd name="connsiteY13" fmla="*/ 3476562 h 3885853"/>
              <a:gd name="connsiteX14" fmla="*/ 4902444 w 5065355"/>
              <a:gd name="connsiteY14" fmla="*/ 3480940 h 3885853"/>
              <a:gd name="connsiteX15" fmla="*/ 4819819 w 5065355"/>
              <a:gd name="connsiteY15" fmla="*/ 3539901 h 3885853"/>
              <a:gd name="connsiteX16" fmla="*/ 4735804 w 5065355"/>
              <a:gd name="connsiteY16" fmla="*/ 3804925 h 3885853"/>
              <a:gd name="connsiteX17" fmla="*/ 4229604 w 5065355"/>
              <a:gd name="connsiteY17" fmla="*/ 3851522 h 3885853"/>
              <a:gd name="connsiteX18" fmla="*/ 904564 w 5065355"/>
              <a:gd name="connsiteY18" fmla="*/ 3793288 h 3885853"/>
              <a:gd name="connsiteX19" fmla="*/ 451805 w 5065355"/>
              <a:gd name="connsiteY19" fmla="*/ 3738960 h 3885853"/>
              <a:gd name="connsiteX20" fmla="*/ 417467 w 5065355"/>
              <a:gd name="connsiteY20" fmla="*/ 3743134 h 3885853"/>
              <a:gd name="connsiteX21" fmla="*/ 47039 w 5065355"/>
              <a:gd name="connsiteY21" fmla="*/ 3447046 h 3885853"/>
              <a:gd name="connsiteX22" fmla="*/ 38763 w 5065355"/>
              <a:gd name="connsiteY22" fmla="*/ 3414896 h 3885853"/>
              <a:gd name="connsiteX23" fmla="*/ 28376 w 5065355"/>
              <a:gd name="connsiteY23" fmla="*/ 3388641 h 3885853"/>
              <a:gd name="connsiteX24" fmla="*/ 14642 w 5065355"/>
              <a:gd name="connsiteY24" fmla="*/ 2681940 h 3885853"/>
              <a:gd name="connsiteX25" fmla="*/ 141525 w 5065355"/>
              <a:gd name="connsiteY25" fmla="*/ 1290513 h 3885853"/>
              <a:gd name="connsiteX26" fmla="*/ 968842 w 5065355"/>
              <a:gd name="connsiteY26" fmla="*/ 590018 h 3885853"/>
              <a:gd name="connsiteX27" fmla="*/ 986774 w 5065355"/>
              <a:gd name="connsiteY27"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4908386 w 5065355"/>
              <a:gd name="connsiteY12" fmla="*/ 3476562 h 3885853"/>
              <a:gd name="connsiteX13" fmla="*/ 4902444 w 5065355"/>
              <a:gd name="connsiteY13" fmla="*/ 3480940 h 3885853"/>
              <a:gd name="connsiteX14" fmla="*/ 4819819 w 5065355"/>
              <a:gd name="connsiteY14" fmla="*/ 3539901 h 3885853"/>
              <a:gd name="connsiteX15" fmla="*/ 4735804 w 5065355"/>
              <a:gd name="connsiteY15" fmla="*/ 3804925 h 3885853"/>
              <a:gd name="connsiteX16" fmla="*/ 4229604 w 5065355"/>
              <a:gd name="connsiteY16" fmla="*/ 3851522 h 3885853"/>
              <a:gd name="connsiteX17" fmla="*/ 904564 w 5065355"/>
              <a:gd name="connsiteY17" fmla="*/ 3793288 h 3885853"/>
              <a:gd name="connsiteX18" fmla="*/ 451805 w 5065355"/>
              <a:gd name="connsiteY18" fmla="*/ 3738960 h 3885853"/>
              <a:gd name="connsiteX19" fmla="*/ 417467 w 5065355"/>
              <a:gd name="connsiteY19" fmla="*/ 3743134 h 3885853"/>
              <a:gd name="connsiteX20" fmla="*/ 47039 w 5065355"/>
              <a:gd name="connsiteY20" fmla="*/ 3447046 h 3885853"/>
              <a:gd name="connsiteX21" fmla="*/ 38763 w 5065355"/>
              <a:gd name="connsiteY21" fmla="*/ 3414896 h 3885853"/>
              <a:gd name="connsiteX22" fmla="*/ 28376 w 5065355"/>
              <a:gd name="connsiteY22" fmla="*/ 3388641 h 3885853"/>
              <a:gd name="connsiteX23" fmla="*/ 14642 w 5065355"/>
              <a:gd name="connsiteY23" fmla="*/ 2681940 h 3885853"/>
              <a:gd name="connsiteX24" fmla="*/ 141525 w 5065355"/>
              <a:gd name="connsiteY24" fmla="*/ 1290513 h 3885853"/>
              <a:gd name="connsiteX25" fmla="*/ 968842 w 5065355"/>
              <a:gd name="connsiteY25" fmla="*/ 590018 h 3885853"/>
              <a:gd name="connsiteX26" fmla="*/ 986774 w 5065355"/>
              <a:gd name="connsiteY26"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57188 w 5065097"/>
              <a:gd name="connsiteY9" fmla="*/ 3190910 h 3885853"/>
              <a:gd name="connsiteX10" fmla="*/ 5033762 w 5065097"/>
              <a:gd name="connsiteY10" fmla="*/ 3281910 h 3885853"/>
              <a:gd name="connsiteX11" fmla="*/ 4908386 w 5065097"/>
              <a:gd name="connsiteY11" fmla="*/ 3476562 h 3885853"/>
              <a:gd name="connsiteX12" fmla="*/ 4902444 w 5065097"/>
              <a:gd name="connsiteY12" fmla="*/ 3480940 h 3885853"/>
              <a:gd name="connsiteX13" fmla="*/ 4819819 w 5065097"/>
              <a:gd name="connsiteY13" fmla="*/ 3539901 h 3885853"/>
              <a:gd name="connsiteX14" fmla="*/ 4735804 w 5065097"/>
              <a:gd name="connsiteY14" fmla="*/ 3804925 h 3885853"/>
              <a:gd name="connsiteX15" fmla="*/ 4229604 w 5065097"/>
              <a:gd name="connsiteY15" fmla="*/ 3851522 h 3885853"/>
              <a:gd name="connsiteX16" fmla="*/ 904564 w 5065097"/>
              <a:gd name="connsiteY16" fmla="*/ 3793288 h 3885853"/>
              <a:gd name="connsiteX17" fmla="*/ 451805 w 5065097"/>
              <a:gd name="connsiteY17" fmla="*/ 3738960 h 3885853"/>
              <a:gd name="connsiteX18" fmla="*/ 417467 w 5065097"/>
              <a:gd name="connsiteY18" fmla="*/ 3743134 h 3885853"/>
              <a:gd name="connsiteX19" fmla="*/ 47039 w 5065097"/>
              <a:gd name="connsiteY19" fmla="*/ 3447046 h 3885853"/>
              <a:gd name="connsiteX20" fmla="*/ 38763 w 5065097"/>
              <a:gd name="connsiteY20" fmla="*/ 3414896 h 3885853"/>
              <a:gd name="connsiteX21" fmla="*/ 28376 w 5065097"/>
              <a:gd name="connsiteY21" fmla="*/ 3388641 h 3885853"/>
              <a:gd name="connsiteX22" fmla="*/ 14642 w 5065097"/>
              <a:gd name="connsiteY22" fmla="*/ 2681940 h 3885853"/>
              <a:gd name="connsiteX23" fmla="*/ 141525 w 5065097"/>
              <a:gd name="connsiteY23" fmla="*/ 1290513 h 3885853"/>
              <a:gd name="connsiteX24" fmla="*/ 968842 w 5065097"/>
              <a:gd name="connsiteY24" fmla="*/ 590018 h 3885853"/>
              <a:gd name="connsiteX25" fmla="*/ 986774 w 5065097"/>
              <a:gd name="connsiteY25"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33762 w 5065097"/>
              <a:gd name="connsiteY9" fmla="*/ 3281910 h 3885853"/>
              <a:gd name="connsiteX10" fmla="*/ 4908386 w 5065097"/>
              <a:gd name="connsiteY10" fmla="*/ 3476562 h 3885853"/>
              <a:gd name="connsiteX11" fmla="*/ 4902444 w 5065097"/>
              <a:gd name="connsiteY11" fmla="*/ 3480940 h 3885853"/>
              <a:gd name="connsiteX12" fmla="*/ 4819819 w 5065097"/>
              <a:gd name="connsiteY12" fmla="*/ 3539901 h 3885853"/>
              <a:gd name="connsiteX13" fmla="*/ 4735804 w 5065097"/>
              <a:gd name="connsiteY13" fmla="*/ 3804925 h 3885853"/>
              <a:gd name="connsiteX14" fmla="*/ 4229604 w 5065097"/>
              <a:gd name="connsiteY14" fmla="*/ 3851522 h 3885853"/>
              <a:gd name="connsiteX15" fmla="*/ 904564 w 5065097"/>
              <a:gd name="connsiteY15" fmla="*/ 3793288 h 3885853"/>
              <a:gd name="connsiteX16" fmla="*/ 451805 w 5065097"/>
              <a:gd name="connsiteY16" fmla="*/ 3738960 h 3885853"/>
              <a:gd name="connsiteX17" fmla="*/ 417467 w 5065097"/>
              <a:gd name="connsiteY17" fmla="*/ 3743134 h 3885853"/>
              <a:gd name="connsiteX18" fmla="*/ 47039 w 5065097"/>
              <a:gd name="connsiteY18" fmla="*/ 3447046 h 3885853"/>
              <a:gd name="connsiteX19" fmla="*/ 38763 w 5065097"/>
              <a:gd name="connsiteY19" fmla="*/ 3414896 h 3885853"/>
              <a:gd name="connsiteX20" fmla="*/ 28376 w 5065097"/>
              <a:gd name="connsiteY20" fmla="*/ 3388641 h 3885853"/>
              <a:gd name="connsiteX21" fmla="*/ 14642 w 5065097"/>
              <a:gd name="connsiteY21" fmla="*/ 2681940 h 3885853"/>
              <a:gd name="connsiteX22" fmla="*/ 141525 w 5065097"/>
              <a:gd name="connsiteY22" fmla="*/ 1290513 h 3885853"/>
              <a:gd name="connsiteX23" fmla="*/ 968842 w 5065097"/>
              <a:gd name="connsiteY23" fmla="*/ 590018 h 3885853"/>
              <a:gd name="connsiteX24" fmla="*/ 986774 w 5065097"/>
              <a:gd name="connsiteY24"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902444 w 5065097"/>
              <a:gd name="connsiteY10" fmla="*/ 3480940 h 3885853"/>
              <a:gd name="connsiteX11" fmla="*/ 4819819 w 5065097"/>
              <a:gd name="connsiteY11" fmla="*/ 3539901 h 3885853"/>
              <a:gd name="connsiteX12" fmla="*/ 4735804 w 5065097"/>
              <a:gd name="connsiteY12" fmla="*/ 3804925 h 3885853"/>
              <a:gd name="connsiteX13" fmla="*/ 4229604 w 5065097"/>
              <a:gd name="connsiteY13" fmla="*/ 3851522 h 3885853"/>
              <a:gd name="connsiteX14" fmla="*/ 904564 w 5065097"/>
              <a:gd name="connsiteY14" fmla="*/ 3793288 h 3885853"/>
              <a:gd name="connsiteX15" fmla="*/ 451805 w 5065097"/>
              <a:gd name="connsiteY15" fmla="*/ 3738960 h 3885853"/>
              <a:gd name="connsiteX16" fmla="*/ 417467 w 5065097"/>
              <a:gd name="connsiteY16" fmla="*/ 3743134 h 3885853"/>
              <a:gd name="connsiteX17" fmla="*/ 47039 w 5065097"/>
              <a:gd name="connsiteY17" fmla="*/ 3447046 h 3885853"/>
              <a:gd name="connsiteX18" fmla="*/ 38763 w 5065097"/>
              <a:gd name="connsiteY18" fmla="*/ 3414896 h 3885853"/>
              <a:gd name="connsiteX19" fmla="*/ 28376 w 5065097"/>
              <a:gd name="connsiteY19" fmla="*/ 3388641 h 3885853"/>
              <a:gd name="connsiteX20" fmla="*/ 14642 w 5065097"/>
              <a:gd name="connsiteY20" fmla="*/ 2681940 h 3885853"/>
              <a:gd name="connsiteX21" fmla="*/ 141525 w 5065097"/>
              <a:gd name="connsiteY21" fmla="*/ 1290513 h 3885853"/>
              <a:gd name="connsiteX22" fmla="*/ 968842 w 5065097"/>
              <a:gd name="connsiteY22" fmla="*/ 590018 h 3885853"/>
              <a:gd name="connsiteX23" fmla="*/ 986774 w 5065097"/>
              <a:gd name="connsiteY23"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819819 w 5065097"/>
              <a:gd name="connsiteY10" fmla="*/ 3539901 h 3885853"/>
              <a:gd name="connsiteX11" fmla="*/ 4735804 w 5065097"/>
              <a:gd name="connsiteY11" fmla="*/ 3804925 h 3885853"/>
              <a:gd name="connsiteX12" fmla="*/ 4229604 w 5065097"/>
              <a:gd name="connsiteY12" fmla="*/ 3851522 h 3885853"/>
              <a:gd name="connsiteX13" fmla="*/ 904564 w 5065097"/>
              <a:gd name="connsiteY13" fmla="*/ 3793288 h 3885853"/>
              <a:gd name="connsiteX14" fmla="*/ 451805 w 5065097"/>
              <a:gd name="connsiteY14" fmla="*/ 3738960 h 3885853"/>
              <a:gd name="connsiteX15" fmla="*/ 417467 w 5065097"/>
              <a:gd name="connsiteY15" fmla="*/ 3743134 h 3885853"/>
              <a:gd name="connsiteX16" fmla="*/ 47039 w 5065097"/>
              <a:gd name="connsiteY16" fmla="*/ 3447046 h 3885853"/>
              <a:gd name="connsiteX17" fmla="*/ 38763 w 5065097"/>
              <a:gd name="connsiteY17" fmla="*/ 3414896 h 3885853"/>
              <a:gd name="connsiteX18" fmla="*/ 28376 w 5065097"/>
              <a:gd name="connsiteY18" fmla="*/ 3388641 h 3885853"/>
              <a:gd name="connsiteX19" fmla="*/ 14642 w 5065097"/>
              <a:gd name="connsiteY19" fmla="*/ 2681940 h 3885853"/>
              <a:gd name="connsiteX20" fmla="*/ 141525 w 5065097"/>
              <a:gd name="connsiteY20" fmla="*/ 1290513 h 3885853"/>
              <a:gd name="connsiteX21" fmla="*/ 968842 w 5065097"/>
              <a:gd name="connsiteY21" fmla="*/ 590018 h 3885853"/>
              <a:gd name="connsiteX22" fmla="*/ 986774 w 5065097"/>
              <a:gd name="connsiteY22"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819819 w 5065543"/>
              <a:gd name="connsiteY9" fmla="*/ 3539901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993239 w 5065543"/>
              <a:gd name="connsiteY9" fmla="*/ 3784266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735804 w 5065543"/>
              <a:gd name="connsiteY9" fmla="*/ 3804925 h 3885853"/>
              <a:gd name="connsiteX10" fmla="*/ 4229604 w 5065543"/>
              <a:gd name="connsiteY10" fmla="*/ 3851522 h 3885853"/>
              <a:gd name="connsiteX11" fmla="*/ 904564 w 5065543"/>
              <a:gd name="connsiteY11" fmla="*/ 3793288 h 3885853"/>
              <a:gd name="connsiteX12" fmla="*/ 451805 w 5065543"/>
              <a:gd name="connsiteY12" fmla="*/ 3738960 h 3885853"/>
              <a:gd name="connsiteX13" fmla="*/ 417467 w 5065543"/>
              <a:gd name="connsiteY13" fmla="*/ 3743134 h 3885853"/>
              <a:gd name="connsiteX14" fmla="*/ 47039 w 5065543"/>
              <a:gd name="connsiteY14" fmla="*/ 3447046 h 3885853"/>
              <a:gd name="connsiteX15" fmla="*/ 38763 w 5065543"/>
              <a:gd name="connsiteY15" fmla="*/ 3414896 h 3885853"/>
              <a:gd name="connsiteX16" fmla="*/ 28376 w 5065543"/>
              <a:gd name="connsiteY16" fmla="*/ 3388641 h 3885853"/>
              <a:gd name="connsiteX17" fmla="*/ 14642 w 5065543"/>
              <a:gd name="connsiteY17" fmla="*/ 2681940 h 3885853"/>
              <a:gd name="connsiteX18" fmla="*/ 141525 w 5065543"/>
              <a:gd name="connsiteY18" fmla="*/ 1290513 h 3885853"/>
              <a:gd name="connsiteX19" fmla="*/ 968842 w 5065543"/>
              <a:gd name="connsiteY19" fmla="*/ 590018 h 3885853"/>
              <a:gd name="connsiteX20" fmla="*/ 986774 w 5065543"/>
              <a:gd name="connsiteY20"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4993239 w 5065543"/>
              <a:gd name="connsiteY7" fmla="*/ 3784266 h 3885853"/>
              <a:gd name="connsiteX8" fmla="*/ 4229604 w 5065543"/>
              <a:gd name="connsiteY8" fmla="*/ 3851522 h 3885853"/>
              <a:gd name="connsiteX9" fmla="*/ 904564 w 5065543"/>
              <a:gd name="connsiteY9" fmla="*/ 3793288 h 3885853"/>
              <a:gd name="connsiteX10" fmla="*/ 451805 w 5065543"/>
              <a:gd name="connsiteY10" fmla="*/ 3738960 h 3885853"/>
              <a:gd name="connsiteX11" fmla="*/ 417467 w 5065543"/>
              <a:gd name="connsiteY11" fmla="*/ 3743134 h 3885853"/>
              <a:gd name="connsiteX12" fmla="*/ 47039 w 5065543"/>
              <a:gd name="connsiteY12" fmla="*/ 3447046 h 3885853"/>
              <a:gd name="connsiteX13" fmla="*/ 38763 w 5065543"/>
              <a:gd name="connsiteY13" fmla="*/ 3414896 h 3885853"/>
              <a:gd name="connsiteX14" fmla="*/ 28376 w 5065543"/>
              <a:gd name="connsiteY14" fmla="*/ 3388641 h 3885853"/>
              <a:gd name="connsiteX15" fmla="*/ 14642 w 5065543"/>
              <a:gd name="connsiteY15" fmla="*/ 2681940 h 3885853"/>
              <a:gd name="connsiteX16" fmla="*/ 141525 w 5065543"/>
              <a:gd name="connsiteY16" fmla="*/ 1290513 h 3885853"/>
              <a:gd name="connsiteX17" fmla="*/ 968842 w 5065543"/>
              <a:gd name="connsiteY17" fmla="*/ 590018 h 3885853"/>
              <a:gd name="connsiteX18" fmla="*/ 986774 w 5065543"/>
              <a:gd name="connsiteY18" fmla="*/ 0 h 3885853"/>
              <a:gd name="connsiteX0" fmla="*/ 986774 w 5073884"/>
              <a:gd name="connsiteY0" fmla="*/ 0 h 3885853"/>
              <a:gd name="connsiteX1" fmla="*/ 1598492 w 5073884"/>
              <a:gd name="connsiteY1" fmla="*/ 571743 h 3885853"/>
              <a:gd name="connsiteX2" fmla="*/ 4623587 w 5073884"/>
              <a:gd name="connsiteY2" fmla="*/ 815032 h 3885853"/>
              <a:gd name="connsiteX3" fmla="*/ 5045794 w 5073884"/>
              <a:gd name="connsiteY3" fmla="*/ 2583837 h 3885853"/>
              <a:gd name="connsiteX4" fmla="*/ 5065097 w 5073884"/>
              <a:gd name="connsiteY4" fmla="*/ 3007422 h 3885853"/>
              <a:gd name="connsiteX5" fmla="*/ 5059336 w 5073884"/>
              <a:gd name="connsiteY5" fmla="*/ 3165214 h 3885853"/>
              <a:gd name="connsiteX6" fmla="*/ 4993239 w 5073884"/>
              <a:gd name="connsiteY6" fmla="*/ 3784266 h 3885853"/>
              <a:gd name="connsiteX7" fmla="*/ 4229604 w 5073884"/>
              <a:gd name="connsiteY7" fmla="*/ 3851522 h 3885853"/>
              <a:gd name="connsiteX8" fmla="*/ 904564 w 5073884"/>
              <a:gd name="connsiteY8" fmla="*/ 3793288 h 3885853"/>
              <a:gd name="connsiteX9" fmla="*/ 451805 w 5073884"/>
              <a:gd name="connsiteY9" fmla="*/ 3738960 h 3885853"/>
              <a:gd name="connsiteX10" fmla="*/ 417467 w 5073884"/>
              <a:gd name="connsiteY10" fmla="*/ 3743134 h 3885853"/>
              <a:gd name="connsiteX11" fmla="*/ 47039 w 5073884"/>
              <a:gd name="connsiteY11" fmla="*/ 3447046 h 3885853"/>
              <a:gd name="connsiteX12" fmla="*/ 38763 w 5073884"/>
              <a:gd name="connsiteY12" fmla="*/ 3414896 h 3885853"/>
              <a:gd name="connsiteX13" fmla="*/ 28376 w 5073884"/>
              <a:gd name="connsiteY13" fmla="*/ 3388641 h 3885853"/>
              <a:gd name="connsiteX14" fmla="*/ 14642 w 5073884"/>
              <a:gd name="connsiteY14" fmla="*/ 2681940 h 3885853"/>
              <a:gd name="connsiteX15" fmla="*/ 141525 w 5073884"/>
              <a:gd name="connsiteY15" fmla="*/ 1290513 h 3885853"/>
              <a:gd name="connsiteX16" fmla="*/ 968842 w 5073884"/>
              <a:gd name="connsiteY16" fmla="*/ 590018 h 3885853"/>
              <a:gd name="connsiteX17" fmla="*/ 986774 w 5073884"/>
              <a:gd name="connsiteY17" fmla="*/ 0 h 3885853"/>
              <a:gd name="connsiteX0" fmla="*/ 986774 w 5078114"/>
              <a:gd name="connsiteY0" fmla="*/ 0 h 3885853"/>
              <a:gd name="connsiteX1" fmla="*/ 1598492 w 5078114"/>
              <a:gd name="connsiteY1" fmla="*/ 571743 h 3885853"/>
              <a:gd name="connsiteX2" fmla="*/ 4623587 w 5078114"/>
              <a:gd name="connsiteY2" fmla="*/ 815032 h 3885853"/>
              <a:gd name="connsiteX3" fmla="*/ 5045794 w 5078114"/>
              <a:gd name="connsiteY3" fmla="*/ 2583837 h 3885853"/>
              <a:gd name="connsiteX4" fmla="*/ 5065097 w 5078114"/>
              <a:gd name="connsiteY4" fmla="*/ 3007422 h 3885853"/>
              <a:gd name="connsiteX5" fmla="*/ 4993239 w 5078114"/>
              <a:gd name="connsiteY5" fmla="*/ 3784266 h 3885853"/>
              <a:gd name="connsiteX6" fmla="*/ 4229604 w 5078114"/>
              <a:gd name="connsiteY6" fmla="*/ 3851522 h 3885853"/>
              <a:gd name="connsiteX7" fmla="*/ 904564 w 5078114"/>
              <a:gd name="connsiteY7" fmla="*/ 3793288 h 3885853"/>
              <a:gd name="connsiteX8" fmla="*/ 451805 w 5078114"/>
              <a:gd name="connsiteY8" fmla="*/ 3738960 h 3885853"/>
              <a:gd name="connsiteX9" fmla="*/ 417467 w 5078114"/>
              <a:gd name="connsiteY9" fmla="*/ 3743134 h 3885853"/>
              <a:gd name="connsiteX10" fmla="*/ 47039 w 5078114"/>
              <a:gd name="connsiteY10" fmla="*/ 3447046 h 3885853"/>
              <a:gd name="connsiteX11" fmla="*/ 38763 w 5078114"/>
              <a:gd name="connsiteY11" fmla="*/ 3414896 h 3885853"/>
              <a:gd name="connsiteX12" fmla="*/ 28376 w 5078114"/>
              <a:gd name="connsiteY12" fmla="*/ 3388641 h 3885853"/>
              <a:gd name="connsiteX13" fmla="*/ 14642 w 5078114"/>
              <a:gd name="connsiteY13" fmla="*/ 2681940 h 3885853"/>
              <a:gd name="connsiteX14" fmla="*/ 141525 w 5078114"/>
              <a:gd name="connsiteY14" fmla="*/ 1290513 h 3885853"/>
              <a:gd name="connsiteX15" fmla="*/ 968842 w 5078114"/>
              <a:gd name="connsiteY15" fmla="*/ 590018 h 3885853"/>
              <a:gd name="connsiteX16" fmla="*/ 986774 w 5078114"/>
              <a:gd name="connsiteY16" fmla="*/ 0 h 3885853"/>
              <a:gd name="connsiteX0" fmla="*/ 986774 w 5094085"/>
              <a:gd name="connsiteY0" fmla="*/ 0 h 3885853"/>
              <a:gd name="connsiteX1" fmla="*/ 1598492 w 5094085"/>
              <a:gd name="connsiteY1" fmla="*/ 571743 h 3885853"/>
              <a:gd name="connsiteX2" fmla="*/ 4623587 w 5094085"/>
              <a:gd name="connsiteY2" fmla="*/ 815032 h 3885853"/>
              <a:gd name="connsiteX3" fmla="*/ 5045794 w 5094085"/>
              <a:gd name="connsiteY3" fmla="*/ 2583837 h 3885853"/>
              <a:gd name="connsiteX4" fmla="*/ 4993239 w 5094085"/>
              <a:gd name="connsiteY4" fmla="*/ 3784266 h 3885853"/>
              <a:gd name="connsiteX5" fmla="*/ 4229604 w 5094085"/>
              <a:gd name="connsiteY5" fmla="*/ 3851522 h 3885853"/>
              <a:gd name="connsiteX6" fmla="*/ 904564 w 5094085"/>
              <a:gd name="connsiteY6" fmla="*/ 3793288 h 3885853"/>
              <a:gd name="connsiteX7" fmla="*/ 451805 w 5094085"/>
              <a:gd name="connsiteY7" fmla="*/ 3738960 h 3885853"/>
              <a:gd name="connsiteX8" fmla="*/ 417467 w 5094085"/>
              <a:gd name="connsiteY8" fmla="*/ 3743134 h 3885853"/>
              <a:gd name="connsiteX9" fmla="*/ 47039 w 5094085"/>
              <a:gd name="connsiteY9" fmla="*/ 3447046 h 3885853"/>
              <a:gd name="connsiteX10" fmla="*/ 38763 w 5094085"/>
              <a:gd name="connsiteY10" fmla="*/ 3414896 h 3885853"/>
              <a:gd name="connsiteX11" fmla="*/ 28376 w 5094085"/>
              <a:gd name="connsiteY11" fmla="*/ 3388641 h 3885853"/>
              <a:gd name="connsiteX12" fmla="*/ 14642 w 5094085"/>
              <a:gd name="connsiteY12" fmla="*/ 2681940 h 3885853"/>
              <a:gd name="connsiteX13" fmla="*/ 141525 w 5094085"/>
              <a:gd name="connsiteY13" fmla="*/ 1290513 h 3885853"/>
              <a:gd name="connsiteX14" fmla="*/ 968842 w 5094085"/>
              <a:gd name="connsiteY14" fmla="*/ 590018 h 3885853"/>
              <a:gd name="connsiteX15" fmla="*/ 986774 w 5094085"/>
              <a:gd name="connsiteY15" fmla="*/ 0 h 3885853"/>
              <a:gd name="connsiteX0" fmla="*/ 986774 w 5062386"/>
              <a:gd name="connsiteY0" fmla="*/ 0 h 3895361"/>
              <a:gd name="connsiteX1" fmla="*/ 1598492 w 5062386"/>
              <a:gd name="connsiteY1" fmla="*/ 571743 h 3895361"/>
              <a:gd name="connsiteX2" fmla="*/ 4623587 w 5062386"/>
              <a:gd name="connsiteY2" fmla="*/ 815032 h 3895361"/>
              <a:gd name="connsiteX3" fmla="*/ 5045794 w 5062386"/>
              <a:gd name="connsiteY3" fmla="*/ 2583837 h 3895361"/>
              <a:gd name="connsiteX4" fmla="*/ 4851350 w 5062386"/>
              <a:gd name="connsiteY4" fmla="*/ 3634494 h 3895361"/>
              <a:gd name="connsiteX5" fmla="*/ 4229604 w 5062386"/>
              <a:gd name="connsiteY5" fmla="*/ 3851522 h 3895361"/>
              <a:gd name="connsiteX6" fmla="*/ 904564 w 5062386"/>
              <a:gd name="connsiteY6" fmla="*/ 3793288 h 3895361"/>
              <a:gd name="connsiteX7" fmla="*/ 451805 w 5062386"/>
              <a:gd name="connsiteY7" fmla="*/ 3738960 h 3895361"/>
              <a:gd name="connsiteX8" fmla="*/ 417467 w 5062386"/>
              <a:gd name="connsiteY8" fmla="*/ 3743134 h 3895361"/>
              <a:gd name="connsiteX9" fmla="*/ 47039 w 5062386"/>
              <a:gd name="connsiteY9" fmla="*/ 3447046 h 3895361"/>
              <a:gd name="connsiteX10" fmla="*/ 38763 w 5062386"/>
              <a:gd name="connsiteY10" fmla="*/ 3414896 h 3895361"/>
              <a:gd name="connsiteX11" fmla="*/ 28376 w 5062386"/>
              <a:gd name="connsiteY11" fmla="*/ 3388641 h 3895361"/>
              <a:gd name="connsiteX12" fmla="*/ 14642 w 5062386"/>
              <a:gd name="connsiteY12" fmla="*/ 2681940 h 3895361"/>
              <a:gd name="connsiteX13" fmla="*/ 141525 w 5062386"/>
              <a:gd name="connsiteY13" fmla="*/ 1290513 h 3895361"/>
              <a:gd name="connsiteX14" fmla="*/ 968842 w 5062386"/>
              <a:gd name="connsiteY14" fmla="*/ 590018 h 3895361"/>
              <a:gd name="connsiteX15" fmla="*/ 986774 w 5062386"/>
              <a:gd name="connsiteY15" fmla="*/ 0 h 3895361"/>
              <a:gd name="connsiteX0" fmla="*/ 986774 w 5051609"/>
              <a:gd name="connsiteY0" fmla="*/ 0 h 3895361"/>
              <a:gd name="connsiteX1" fmla="*/ 1598492 w 5051609"/>
              <a:gd name="connsiteY1" fmla="*/ 571743 h 3895361"/>
              <a:gd name="connsiteX2" fmla="*/ 4623587 w 5051609"/>
              <a:gd name="connsiteY2" fmla="*/ 815032 h 3895361"/>
              <a:gd name="connsiteX3" fmla="*/ 5045794 w 5051609"/>
              <a:gd name="connsiteY3" fmla="*/ 2583837 h 3895361"/>
              <a:gd name="connsiteX4" fmla="*/ 4851350 w 5051609"/>
              <a:gd name="connsiteY4" fmla="*/ 3634494 h 3895361"/>
              <a:gd name="connsiteX5" fmla="*/ 4229604 w 5051609"/>
              <a:gd name="connsiteY5" fmla="*/ 3851522 h 3895361"/>
              <a:gd name="connsiteX6" fmla="*/ 904564 w 5051609"/>
              <a:gd name="connsiteY6" fmla="*/ 3793288 h 3895361"/>
              <a:gd name="connsiteX7" fmla="*/ 451805 w 5051609"/>
              <a:gd name="connsiteY7" fmla="*/ 3738960 h 3895361"/>
              <a:gd name="connsiteX8" fmla="*/ 417467 w 5051609"/>
              <a:gd name="connsiteY8" fmla="*/ 3743134 h 3895361"/>
              <a:gd name="connsiteX9" fmla="*/ 47039 w 5051609"/>
              <a:gd name="connsiteY9" fmla="*/ 3447046 h 3895361"/>
              <a:gd name="connsiteX10" fmla="*/ 38763 w 5051609"/>
              <a:gd name="connsiteY10" fmla="*/ 3414896 h 3895361"/>
              <a:gd name="connsiteX11" fmla="*/ 28376 w 5051609"/>
              <a:gd name="connsiteY11" fmla="*/ 3388641 h 3895361"/>
              <a:gd name="connsiteX12" fmla="*/ 14642 w 5051609"/>
              <a:gd name="connsiteY12" fmla="*/ 2681940 h 3895361"/>
              <a:gd name="connsiteX13" fmla="*/ 141525 w 5051609"/>
              <a:gd name="connsiteY13" fmla="*/ 1290513 h 3895361"/>
              <a:gd name="connsiteX14" fmla="*/ 968842 w 5051609"/>
              <a:gd name="connsiteY14" fmla="*/ 590018 h 3895361"/>
              <a:gd name="connsiteX15" fmla="*/ 986774 w 5051609"/>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17467 w 5100973"/>
              <a:gd name="connsiteY8" fmla="*/ 3743134 h 4001096"/>
              <a:gd name="connsiteX9" fmla="*/ 47039 w 5100973"/>
              <a:gd name="connsiteY9" fmla="*/ 3447046 h 4001096"/>
              <a:gd name="connsiteX10" fmla="*/ 38763 w 5100973"/>
              <a:gd name="connsiteY10" fmla="*/ 3414896 h 4001096"/>
              <a:gd name="connsiteX11" fmla="*/ 28376 w 5100973"/>
              <a:gd name="connsiteY11" fmla="*/ 3388641 h 4001096"/>
              <a:gd name="connsiteX12" fmla="*/ 14642 w 5100973"/>
              <a:gd name="connsiteY12" fmla="*/ 2681940 h 4001096"/>
              <a:gd name="connsiteX13" fmla="*/ 141525 w 5100973"/>
              <a:gd name="connsiteY13" fmla="*/ 1290513 h 4001096"/>
              <a:gd name="connsiteX14" fmla="*/ 968842 w 5100973"/>
              <a:gd name="connsiteY14" fmla="*/ 590018 h 4001096"/>
              <a:gd name="connsiteX15" fmla="*/ 986774 w 5100973"/>
              <a:gd name="connsiteY15" fmla="*/ 0 h 4001096"/>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7039 w 5100973"/>
              <a:gd name="connsiteY8" fmla="*/ 3447046 h 4001096"/>
              <a:gd name="connsiteX9" fmla="*/ 38763 w 5100973"/>
              <a:gd name="connsiteY9" fmla="*/ 3414896 h 4001096"/>
              <a:gd name="connsiteX10" fmla="*/ 28376 w 5100973"/>
              <a:gd name="connsiteY10" fmla="*/ 3388641 h 4001096"/>
              <a:gd name="connsiteX11" fmla="*/ 14642 w 5100973"/>
              <a:gd name="connsiteY11" fmla="*/ 2681940 h 4001096"/>
              <a:gd name="connsiteX12" fmla="*/ 141525 w 5100973"/>
              <a:gd name="connsiteY12" fmla="*/ 1290513 h 4001096"/>
              <a:gd name="connsiteX13" fmla="*/ 968842 w 5100973"/>
              <a:gd name="connsiteY13" fmla="*/ 590018 h 4001096"/>
              <a:gd name="connsiteX14" fmla="*/ 986774 w 5100973"/>
              <a:gd name="connsiteY14" fmla="*/ 0 h 4001096"/>
              <a:gd name="connsiteX0" fmla="*/ 984626 w 5098825"/>
              <a:gd name="connsiteY0" fmla="*/ 0 h 4001096"/>
              <a:gd name="connsiteX1" fmla="*/ 1596344 w 5098825"/>
              <a:gd name="connsiteY1" fmla="*/ 571743 h 4001096"/>
              <a:gd name="connsiteX2" fmla="*/ 4621439 w 5098825"/>
              <a:gd name="connsiteY2" fmla="*/ 815032 h 4001096"/>
              <a:gd name="connsiteX3" fmla="*/ 5098825 w 5098825"/>
              <a:gd name="connsiteY3" fmla="*/ 2118754 h 4001096"/>
              <a:gd name="connsiteX4" fmla="*/ 4849202 w 5098825"/>
              <a:gd name="connsiteY4" fmla="*/ 3634494 h 4001096"/>
              <a:gd name="connsiteX5" fmla="*/ 3793904 w 5098825"/>
              <a:gd name="connsiteY5" fmla="*/ 3985529 h 4001096"/>
              <a:gd name="connsiteX6" fmla="*/ 957596 w 5098825"/>
              <a:gd name="connsiteY6" fmla="*/ 3840584 h 4001096"/>
              <a:gd name="connsiteX7" fmla="*/ 449657 w 5098825"/>
              <a:gd name="connsiteY7" fmla="*/ 3738960 h 4001096"/>
              <a:gd name="connsiteX8" fmla="*/ 44891 w 5098825"/>
              <a:gd name="connsiteY8" fmla="*/ 3447046 h 4001096"/>
              <a:gd name="connsiteX9" fmla="*/ 36615 w 5098825"/>
              <a:gd name="connsiteY9" fmla="*/ 3414896 h 4001096"/>
              <a:gd name="connsiteX10" fmla="*/ 12494 w 5098825"/>
              <a:gd name="connsiteY10" fmla="*/ 2681940 h 4001096"/>
              <a:gd name="connsiteX11" fmla="*/ 139377 w 5098825"/>
              <a:gd name="connsiteY11" fmla="*/ 1290513 h 4001096"/>
              <a:gd name="connsiteX12" fmla="*/ 966694 w 5098825"/>
              <a:gd name="connsiteY12" fmla="*/ 590018 h 4001096"/>
              <a:gd name="connsiteX13" fmla="*/ 984626 w 5098825"/>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44704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53375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437163 w 5086331"/>
              <a:gd name="connsiteY7" fmla="*/ 3738960 h 4001096"/>
              <a:gd name="connsiteX8" fmla="*/ 32397 w 5086331"/>
              <a:gd name="connsiteY8" fmla="*/ 3533756 h 4001096"/>
              <a:gd name="connsiteX9" fmla="*/ 0 w 5086331"/>
              <a:gd name="connsiteY9" fmla="*/ 2681940 h 4001096"/>
              <a:gd name="connsiteX10" fmla="*/ 126883 w 5086331"/>
              <a:gd name="connsiteY10" fmla="*/ 1290513 h 4001096"/>
              <a:gd name="connsiteX11" fmla="*/ 954200 w 5086331"/>
              <a:gd name="connsiteY11" fmla="*/ 590018 h 4001096"/>
              <a:gd name="connsiteX12" fmla="*/ 972132 w 5086331"/>
              <a:gd name="connsiteY12"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1007316 w 5121515"/>
              <a:gd name="connsiteY0" fmla="*/ 0 h 4001096"/>
              <a:gd name="connsiteX1" fmla="*/ 1619034 w 5121515"/>
              <a:gd name="connsiteY1" fmla="*/ 571743 h 4001096"/>
              <a:gd name="connsiteX2" fmla="*/ 4644129 w 5121515"/>
              <a:gd name="connsiteY2" fmla="*/ 815032 h 4001096"/>
              <a:gd name="connsiteX3" fmla="*/ 5121515 w 5121515"/>
              <a:gd name="connsiteY3" fmla="*/ 2118754 h 4001096"/>
              <a:gd name="connsiteX4" fmla="*/ 4871892 w 5121515"/>
              <a:gd name="connsiteY4" fmla="*/ 3634494 h 4001096"/>
              <a:gd name="connsiteX5" fmla="*/ 3816594 w 5121515"/>
              <a:gd name="connsiteY5" fmla="*/ 3985529 h 4001096"/>
              <a:gd name="connsiteX6" fmla="*/ 980286 w 5121515"/>
              <a:gd name="connsiteY6" fmla="*/ 3840584 h 4001096"/>
              <a:gd name="connsiteX7" fmla="*/ 67581 w 5121515"/>
              <a:gd name="connsiteY7" fmla="*/ 3533756 h 4001096"/>
              <a:gd name="connsiteX8" fmla="*/ 35184 w 5121515"/>
              <a:gd name="connsiteY8" fmla="*/ 2681940 h 4001096"/>
              <a:gd name="connsiteX9" fmla="*/ 162067 w 5121515"/>
              <a:gd name="connsiteY9" fmla="*/ 1290513 h 4001096"/>
              <a:gd name="connsiteX10" fmla="*/ 989384 w 5121515"/>
              <a:gd name="connsiteY10" fmla="*/ 590018 h 4001096"/>
              <a:gd name="connsiteX11" fmla="*/ 1007316 w 5121515"/>
              <a:gd name="connsiteY11" fmla="*/ 0 h 4001096"/>
              <a:gd name="connsiteX0" fmla="*/ 1010370 w 5124569"/>
              <a:gd name="connsiteY0" fmla="*/ 0 h 4001096"/>
              <a:gd name="connsiteX1" fmla="*/ 1622088 w 5124569"/>
              <a:gd name="connsiteY1" fmla="*/ 571743 h 4001096"/>
              <a:gd name="connsiteX2" fmla="*/ 4647183 w 5124569"/>
              <a:gd name="connsiteY2" fmla="*/ 815032 h 4001096"/>
              <a:gd name="connsiteX3" fmla="*/ 5124569 w 5124569"/>
              <a:gd name="connsiteY3" fmla="*/ 2118754 h 4001096"/>
              <a:gd name="connsiteX4" fmla="*/ 4874946 w 5124569"/>
              <a:gd name="connsiteY4" fmla="*/ 3634494 h 4001096"/>
              <a:gd name="connsiteX5" fmla="*/ 3819648 w 5124569"/>
              <a:gd name="connsiteY5" fmla="*/ 3985529 h 4001096"/>
              <a:gd name="connsiteX6" fmla="*/ 983340 w 5124569"/>
              <a:gd name="connsiteY6" fmla="*/ 3840584 h 4001096"/>
              <a:gd name="connsiteX7" fmla="*/ 70635 w 5124569"/>
              <a:gd name="connsiteY7" fmla="*/ 3533756 h 4001096"/>
              <a:gd name="connsiteX8" fmla="*/ 165121 w 5124569"/>
              <a:gd name="connsiteY8" fmla="*/ 1290513 h 4001096"/>
              <a:gd name="connsiteX9" fmla="*/ 992438 w 5124569"/>
              <a:gd name="connsiteY9" fmla="*/ 590018 h 4001096"/>
              <a:gd name="connsiteX10" fmla="*/ 1010370 w 5124569"/>
              <a:gd name="connsiteY10" fmla="*/ 0 h 4001096"/>
              <a:gd name="connsiteX0" fmla="*/ 1004891 w 5119090"/>
              <a:gd name="connsiteY0" fmla="*/ 0 h 4001096"/>
              <a:gd name="connsiteX1" fmla="*/ 1616609 w 5119090"/>
              <a:gd name="connsiteY1" fmla="*/ 571743 h 4001096"/>
              <a:gd name="connsiteX2" fmla="*/ 4641704 w 5119090"/>
              <a:gd name="connsiteY2" fmla="*/ 815032 h 4001096"/>
              <a:gd name="connsiteX3" fmla="*/ 5119090 w 5119090"/>
              <a:gd name="connsiteY3" fmla="*/ 2118754 h 4001096"/>
              <a:gd name="connsiteX4" fmla="*/ 4869467 w 5119090"/>
              <a:gd name="connsiteY4" fmla="*/ 3634494 h 4001096"/>
              <a:gd name="connsiteX5" fmla="*/ 3814169 w 5119090"/>
              <a:gd name="connsiteY5" fmla="*/ 3985529 h 4001096"/>
              <a:gd name="connsiteX6" fmla="*/ 977861 w 5119090"/>
              <a:gd name="connsiteY6" fmla="*/ 3840584 h 4001096"/>
              <a:gd name="connsiteX7" fmla="*/ 73039 w 5119090"/>
              <a:gd name="connsiteY7" fmla="*/ 3313039 h 4001096"/>
              <a:gd name="connsiteX8" fmla="*/ 159642 w 5119090"/>
              <a:gd name="connsiteY8" fmla="*/ 1290513 h 4001096"/>
              <a:gd name="connsiteX9" fmla="*/ 986959 w 5119090"/>
              <a:gd name="connsiteY9" fmla="*/ 590018 h 4001096"/>
              <a:gd name="connsiteX10" fmla="*/ 1004891 w 5119090"/>
              <a:gd name="connsiteY10" fmla="*/ 0 h 4001096"/>
              <a:gd name="connsiteX0" fmla="*/ 1004891 w 5119090"/>
              <a:gd name="connsiteY0" fmla="*/ 0 h 4028919"/>
              <a:gd name="connsiteX1" fmla="*/ 1616609 w 5119090"/>
              <a:gd name="connsiteY1" fmla="*/ 571743 h 4028919"/>
              <a:gd name="connsiteX2" fmla="*/ 4641704 w 5119090"/>
              <a:gd name="connsiteY2" fmla="*/ 815032 h 4028919"/>
              <a:gd name="connsiteX3" fmla="*/ 5119090 w 5119090"/>
              <a:gd name="connsiteY3" fmla="*/ 2118754 h 4028919"/>
              <a:gd name="connsiteX4" fmla="*/ 4869467 w 5119090"/>
              <a:gd name="connsiteY4" fmla="*/ 3634494 h 4028919"/>
              <a:gd name="connsiteX5" fmla="*/ 3814169 w 5119090"/>
              <a:gd name="connsiteY5" fmla="*/ 3985529 h 4028919"/>
              <a:gd name="connsiteX6" fmla="*/ 977861 w 5119090"/>
              <a:gd name="connsiteY6" fmla="*/ 3911529 h 4028919"/>
              <a:gd name="connsiteX7" fmla="*/ 73039 w 5119090"/>
              <a:gd name="connsiteY7" fmla="*/ 3313039 h 4028919"/>
              <a:gd name="connsiteX8" fmla="*/ 159642 w 5119090"/>
              <a:gd name="connsiteY8" fmla="*/ 1290513 h 4028919"/>
              <a:gd name="connsiteX9" fmla="*/ 986959 w 5119090"/>
              <a:gd name="connsiteY9" fmla="*/ 590018 h 4028919"/>
              <a:gd name="connsiteX10" fmla="*/ 1004891 w 5119090"/>
              <a:gd name="connsiteY10" fmla="*/ 0 h 4028919"/>
              <a:gd name="connsiteX0" fmla="*/ 1004891 w 5119090"/>
              <a:gd name="connsiteY0" fmla="*/ 0 h 4142676"/>
              <a:gd name="connsiteX1" fmla="*/ 1616609 w 5119090"/>
              <a:gd name="connsiteY1" fmla="*/ 571743 h 4142676"/>
              <a:gd name="connsiteX2" fmla="*/ 4641704 w 5119090"/>
              <a:gd name="connsiteY2" fmla="*/ 815032 h 4142676"/>
              <a:gd name="connsiteX3" fmla="*/ 5119090 w 5119090"/>
              <a:gd name="connsiteY3" fmla="*/ 2118754 h 4142676"/>
              <a:gd name="connsiteX4" fmla="*/ 4869467 w 5119090"/>
              <a:gd name="connsiteY4" fmla="*/ 3634494 h 4142676"/>
              <a:gd name="connsiteX5" fmla="*/ 3575630 w 5119090"/>
              <a:gd name="connsiteY5" fmla="*/ 4131303 h 4142676"/>
              <a:gd name="connsiteX6" fmla="*/ 977861 w 5119090"/>
              <a:gd name="connsiteY6" fmla="*/ 3911529 h 4142676"/>
              <a:gd name="connsiteX7" fmla="*/ 73039 w 5119090"/>
              <a:gd name="connsiteY7" fmla="*/ 3313039 h 4142676"/>
              <a:gd name="connsiteX8" fmla="*/ 159642 w 5119090"/>
              <a:gd name="connsiteY8" fmla="*/ 1290513 h 4142676"/>
              <a:gd name="connsiteX9" fmla="*/ 986959 w 5119090"/>
              <a:gd name="connsiteY9" fmla="*/ 590018 h 4142676"/>
              <a:gd name="connsiteX10" fmla="*/ 1004891 w 5119090"/>
              <a:gd name="connsiteY10" fmla="*/ 0 h 4142676"/>
              <a:gd name="connsiteX0" fmla="*/ 1004891 w 5119090"/>
              <a:gd name="connsiteY0" fmla="*/ 0 h 4145018"/>
              <a:gd name="connsiteX1" fmla="*/ 1616609 w 5119090"/>
              <a:gd name="connsiteY1" fmla="*/ 571743 h 4145018"/>
              <a:gd name="connsiteX2" fmla="*/ 4641704 w 5119090"/>
              <a:gd name="connsiteY2" fmla="*/ 815032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5119090"/>
              <a:gd name="connsiteY0" fmla="*/ 0 h 4145018"/>
              <a:gd name="connsiteX1" fmla="*/ 1616609 w 5119090"/>
              <a:gd name="connsiteY1" fmla="*/ 571743 h 4145018"/>
              <a:gd name="connsiteX2" fmla="*/ 4469426 w 5119090"/>
              <a:gd name="connsiteY2" fmla="*/ 735519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4986569"/>
              <a:gd name="connsiteY0" fmla="*/ 0 h 4145018"/>
              <a:gd name="connsiteX1" fmla="*/ 1616609 w 4986569"/>
              <a:gd name="connsiteY1" fmla="*/ 571743 h 4145018"/>
              <a:gd name="connsiteX2" fmla="*/ 4469426 w 4986569"/>
              <a:gd name="connsiteY2" fmla="*/ 735519 h 4145018"/>
              <a:gd name="connsiteX3" fmla="*/ 4986569 w 4986569"/>
              <a:gd name="connsiteY3" fmla="*/ 2118754 h 4145018"/>
              <a:gd name="connsiteX4" fmla="*/ 4736945 w 4986569"/>
              <a:gd name="connsiteY4" fmla="*/ 3594737 h 4145018"/>
              <a:gd name="connsiteX5" fmla="*/ 3575630 w 4986569"/>
              <a:gd name="connsiteY5" fmla="*/ 4131303 h 4145018"/>
              <a:gd name="connsiteX6" fmla="*/ 977861 w 4986569"/>
              <a:gd name="connsiteY6" fmla="*/ 3911529 h 4145018"/>
              <a:gd name="connsiteX7" fmla="*/ 73039 w 4986569"/>
              <a:gd name="connsiteY7" fmla="*/ 3313039 h 4145018"/>
              <a:gd name="connsiteX8" fmla="*/ 159642 w 4986569"/>
              <a:gd name="connsiteY8" fmla="*/ 1290513 h 4145018"/>
              <a:gd name="connsiteX9" fmla="*/ 986959 w 4986569"/>
              <a:gd name="connsiteY9" fmla="*/ 590018 h 4145018"/>
              <a:gd name="connsiteX10" fmla="*/ 1004891 w 4986569"/>
              <a:gd name="connsiteY10" fmla="*/ 0 h 4145018"/>
              <a:gd name="connsiteX0" fmla="*/ 1004891 w 4857980"/>
              <a:gd name="connsiteY0" fmla="*/ 0 h 4145018"/>
              <a:gd name="connsiteX1" fmla="*/ 1616609 w 4857980"/>
              <a:gd name="connsiteY1" fmla="*/ 571743 h 4145018"/>
              <a:gd name="connsiteX2" fmla="*/ 4469426 w 4857980"/>
              <a:gd name="connsiteY2" fmla="*/ 735519 h 4145018"/>
              <a:gd name="connsiteX3" fmla="*/ 4736945 w 4857980"/>
              <a:gd name="connsiteY3" fmla="*/ 3594737 h 4145018"/>
              <a:gd name="connsiteX4" fmla="*/ 3575630 w 4857980"/>
              <a:gd name="connsiteY4" fmla="*/ 4131303 h 4145018"/>
              <a:gd name="connsiteX5" fmla="*/ 977861 w 4857980"/>
              <a:gd name="connsiteY5" fmla="*/ 3911529 h 4145018"/>
              <a:gd name="connsiteX6" fmla="*/ 73039 w 4857980"/>
              <a:gd name="connsiteY6" fmla="*/ 3313039 h 4145018"/>
              <a:gd name="connsiteX7" fmla="*/ 159642 w 4857980"/>
              <a:gd name="connsiteY7" fmla="*/ 1290513 h 4145018"/>
              <a:gd name="connsiteX8" fmla="*/ 986959 w 4857980"/>
              <a:gd name="connsiteY8" fmla="*/ 590018 h 4145018"/>
              <a:gd name="connsiteX9" fmla="*/ 1004891 w 4857980"/>
              <a:gd name="connsiteY9" fmla="*/ 0 h 4145018"/>
              <a:gd name="connsiteX0" fmla="*/ 1004891 w 4944528"/>
              <a:gd name="connsiteY0" fmla="*/ 0 h 4145018"/>
              <a:gd name="connsiteX1" fmla="*/ 1616609 w 4944528"/>
              <a:gd name="connsiteY1" fmla="*/ 571743 h 4145018"/>
              <a:gd name="connsiteX2" fmla="*/ 4641704 w 4944528"/>
              <a:gd name="connsiteY2" fmla="*/ 775276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44528"/>
              <a:gd name="connsiteY0" fmla="*/ 0 h 4145018"/>
              <a:gd name="connsiteX1" fmla="*/ 1616609 w 4944528"/>
              <a:gd name="connsiteY1" fmla="*/ 571743 h 4145018"/>
              <a:gd name="connsiteX2" fmla="*/ 4641704 w 4944528"/>
              <a:gd name="connsiteY2" fmla="*/ 907797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38286"/>
              <a:gd name="connsiteY0" fmla="*/ 0 h 4156705"/>
              <a:gd name="connsiteX1" fmla="*/ 1616609 w 4938286"/>
              <a:gd name="connsiteY1" fmla="*/ 571743 h 4156705"/>
              <a:gd name="connsiteX2" fmla="*/ 4641704 w 4938286"/>
              <a:gd name="connsiteY2" fmla="*/ 907797 h 4156705"/>
              <a:gd name="connsiteX3" fmla="*/ 4723693 w 4938286"/>
              <a:gd name="connsiteY3" fmla="*/ 3409206 h 4156705"/>
              <a:gd name="connsiteX4" fmla="*/ 3575630 w 4938286"/>
              <a:gd name="connsiteY4" fmla="*/ 4131303 h 4156705"/>
              <a:gd name="connsiteX5" fmla="*/ 977861 w 4938286"/>
              <a:gd name="connsiteY5" fmla="*/ 3911529 h 4156705"/>
              <a:gd name="connsiteX6" fmla="*/ 73039 w 4938286"/>
              <a:gd name="connsiteY6" fmla="*/ 3313039 h 4156705"/>
              <a:gd name="connsiteX7" fmla="*/ 159642 w 4938286"/>
              <a:gd name="connsiteY7" fmla="*/ 1290513 h 4156705"/>
              <a:gd name="connsiteX8" fmla="*/ 986959 w 4938286"/>
              <a:gd name="connsiteY8" fmla="*/ 590018 h 4156705"/>
              <a:gd name="connsiteX9" fmla="*/ 1004891 w 4938286"/>
              <a:gd name="connsiteY9" fmla="*/ 0 h 4156705"/>
              <a:gd name="connsiteX0" fmla="*/ 1004891 w 4964496"/>
              <a:gd name="connsiteY0" fmla="*/ 0 h 4156705"/>
              <a:gd name="connsiteX1" fmla="*/ 1616609 w 4964496"/>
              <a:gd name="connsiteY1" fmla="*/ 571743 h 4156705"/>
              <a:gd name="connsiteX2" fmla="*/ 4641704 w 4964496"/>
              <a:gd name="connsiteY2" fmla="*/ 907797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64496"/>
              <a:gd name="connsiteY0" fmla="*/ 0 h 4156705"/>
              <a:gd name="connsiteX1" fmla="*/ 1616609 w 4964496"/>
              <a:gd name="connsiteY1" fmla="*/ 571743 h 4156705"/>
              <a:gd name="connsiteX2" fmla="*/ 4641704 w 4964496"/>
              <a:gd name="connsiteY2" fmla="*/ 881293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38200"/>
              <a:gd name="connsiteY0" fmla="*/ 0 h 4156705"/>
              <a:gd name="connsiteX1" fmla="*/ 1616609 w 4938200"/>
              <a:gd name="connsiteY1" fmla="*/ 571743 h 4156705"/>
              <a:gd name="connsiteX2" fmla="*/ 4641704 w 4938200"/>
              <a:gd name="connsiteY2" fmla="*/ 881293 h 4156705"/>
              <a:gd name="connsiteX3" fmla="*/ 4723693 w 4938200"/>
              <a:gd name="connsiteY3" fmla="*/ 3409206 h 4156705"/>
              <a:gd name="connsiteX4" fmla="*/ 3575630 w 4938200"/>
              <a:gd name="connsiteY4" fmla="*/ 4131303 h 4156705"/>
              <a:gd name="connsiteX5" fmla="*/ 977861 w 4938200"/>
              <a:gd name="connsiteY5" fmla="*/ 3911529 h 4156705"/>
              <a:gd name="connsiteX6" fmla="*/ 73039 w 4938200"/>
              <a:gd name="connsiteY6" fmla="*/ 3313039 h 4156705"/>
              <a:gd name="connsiteX7" fmla="*/ 159642 w 4938200"/>
              <a:gd name="connsiteY7" fmla="*/ 1290513 h 4156705"/>
              <a:gd name="connsiteX8" fmla="*/ 986959 w 4938200"/>
              <a:gd name="connsiteY8" fmla="*/ 590018 h 4156705"/>
              <a:gd name="connsiteX9" fmla="*/ 1004891 w 4938200"/>
              <a:gd name="connsiteY9" fmla="*/ 0 h 4156705"/>
              <a:gd name="connsiteX0" fmla="*/ 1004891 w 4931243"/>
              <a:gd name="connsiteY0" fmla="*/ 0 h 4156705"/>
              <a:gd name="connsiteX1" fmla="*/ 1616609 w 4931243"/>
              <a:gd name="connsiteY1" fmla="*/ 571743 h 4156705"/>
              <a:gd name="connsiteX2" fmla="*/ 4628452 w 4931243"/>
              <a:gd name="connsiteY2" fmla="*/ 934302 h 4156705"/>
              <a:gd name="connsiteX3" fmla="*/ 4723693 w 4931243"/>
              <a:gd name="connsiteY3" fmla="*/ 3409206 h 4156705"/>
              <a:gd name="connsiteX4" fmla="*/ 3575630 w 4931243"/>
              <a:gd name="connsiteY4" fmla="*/ 4131303 h 4156705"/>
              <a:gd name="connsiteX5" fmla="*/ 977861 w 4931243"/>
              <a:gd name="connsiteY5" fmla="*/ 3911529 h 4156705"/>
              <a:gd name="connsiteX6" fmla="*/ 73039 w 4931243"/>
              <a:gd name="connsiteY6" fmla="*/ 3313039 h 4156705"/>
              <a:gd name="connsiteX7" fmla="*/ 159642 w 4931243"/>
              <a:gd name="connsiteY7" fmla="*/ 1290513 h 4156705"/>
              <a:gd name="connsiteX8" fmla="*/ 986959 w 4931243"/>
              <a:gd name="connsiteY8" fmla="*/ 590018 h 4156705"/>
              <a:gd name="connsiteX9" fmla="*/ 1004891 w 4931243"/>
              <a:gd name="connsiteY9" fmla="*/ 0 h 4156705"/>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10726 w 4937078"/>
              <a:gd name="connsiteY0" fmla="*/ 0 h 4175448"/>
              <a:gd name="connsiteX1" fmla="*/ 1622444 w 4937078"/>
              <a:gd name="connsiteY1" fmla="*/ 571743 h 4175448"/>
              <a:gd name="connsiteX2" fmla="*/ 4634287 w 4937078"/>
              <a:gd name="connsiteY2" fmla="*/ 934302 h 4175448"/>
              <a:gd name="connsiteX3" fmla="*/ 4729528 w 4937078"/>
              <a:gd name="connsiteY3" fmla="*/ 3409206 h 4175448"/>
              <a:gd name="connsiteX4" fmla="*/ 3581465 w 4937078"/>
              <a:gd name="connsiteY4" fmla="*/ 4131303 h 4175448"/>
              <a:gd name="connsiteX5" fmla="*/ 864426 w 4937078"/>
              <a:gd name="connsiteY5" fmla="*/ 3991042 h 4175448"/>
              <a:gd name="connsiteX6" fmla="*/ 78874 w 4937078"/>
              <a:gd name="connsiteY6" fmla="*/ 3313039 h 4175448"/>
              <a:gd name="connsiteX7" fmla="*/ 165477 w 4937078"/>
              <a:gd name="connsiteY7" fmla="*/ 1290513 h 4175448"/>
              <a:gd name="connsiteX8" fmla="*/ 992794 w 4937078"/>
              <a:gd name="connsiteY8" fmla="*/ 590018 h 4175448"/>
              <a:gd name="connsiteX9" fmla="*/ 1010726 w 4937078"/>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65242"/>
              <a:gd name="connsiteX1" fmla="*/ 1646266 w 4958820"/>
              <a:gd name="connsiteY1" fmla="*/ 574434 h 4165242"/>
              <a:gd name="connsiteX2" fmla="*/ 4631860 w 4958820"/>
              <a:gd name="connsiteY2" fmla="*/ 934302 h 4165242"/>
              <a:gd name="connsiteX3" fmla="*/ 4727101 w 4958820"/>
              <a:gd name="connsiteY3" fmla="*/ 3409206 h 4165242"/>
              <a:gd name="connsiteX4" fmla="*/ 3579038 w 4958820"/>
              <a:gd name="connsiteY4" fmla="*/ 4131303 h 4165242"/>
              <a:gd name="connsiteX5" fmla="*/ 964723 w 4958820"/>
              <a:gd name="connsiteY5" fmla="*/ 3953024 h 4165242"/>
              <a:gd name="connsiteX6" fmla="*/ 76447 w 4958820"/>
              <a:gd name="connsiteY6" fmla="*/ 3313039 h 4165242"/>
              <a:gd name="connsiteX7" fmla="*/ 163050 w 4958820"/>
              <a:gd name="connsiteY7" fmla="*/ 1290513 h 4165242"/>
              <a:gd name="connsiteX8" fmla="*/ 990367 w 4958820"/>
              <a:gd name="connsiteY8" fmla="*/ 590018 h 4165242"/>
              <a:gd name="connsiteX9" fmla="*/ 1008299 w 4958820"/>
              <a:gd name="connsiteY9" fmla="*/ 0 h 4165242"/>
              <a:gd name="connsiteX0" fmla="*/ 879400 w 4829921"/>
              <a:gd name="connsiteY0" fmla="*/ 0 h 4165244"/>
              <a:gd name="connsiteX1" fmla="*/ 1517367 w 4829921"/>
              <a:gd name="connsiteY1" fmla="*/ 574434 h 4165244"/>
              <a:gd name="connsiteX2" fmla="*/ 4502961 w 4829921"/>
              <a:gd name="connsiteY2" fmla="*/ 934302 h 4165244"/>
              <a:gd name="connsiteX3" fmla="*/ 4598202 w 4829921"/>
              <a:gd name="connsiteY3" fmla="*/ 3409206 h 4165244"/>
              <a:gd name="connsiteX4" fmla="*/ 3450139 w 4829921"/>
              <a:gd name="connsiteY4" fmla="*/ 4131303 h 4165244"/>
              <a:gd name="connsiteX5" fmla="*/ 835824 w 4829921"/>
              <a:gd name="connsiteY5" fmla="*/ 3953024 h 4165244"/>
              <a:gd name="connsiteX6" fmla="*/ 388743 w 4829921"/>
              <a:gd name="connsiteY6" fmla="*/ 3217428 h 4165244"/>
              <a:gd name="connsiteX7" fmla="*/ 34151 w 4829921"/>
              <a:gd name="connsiteY7" fmla="*/ 1290513 h 4165244"/>
              <a:gd name="connsiteX8" fmla="*/ 861468 w 4829921"/>
              <a:gd name="connsiteY8" fmla="*/ 590018 h 4165244"/>
              <a:gd name="connsiteX9" fmla="*/ 879400 w 4829921"/>
              <a:gd name="connsiteY9" fmla="*/ 0 h 4165244"/>
              <a:gd name="connsiteX0" fmla="*/ 879400 w 4829921"/>
              <a:gd name="connsiteY0" fmla="*/ 0 h 4138288"/>
              <a:gd name="connsiteX1" fmla="*/ 1517367 w 4829921"/>
              <a:gd name="connsiteY1" fmla="*/ 574434 h 4138288"/>
              <a:gd name="connsiteX2" fmla="*/ 4502961 w 4829921"/>
              <a:gd name="connsiteY2" fmla="*/ 934302 h 4138288"/>
              <a:gd name="connsiteX3" fmla="*/ 4598202 w 4829921"/>
              <a:gd name="connsiteY3" fmla="*/ 3409206 h 4138288"/>
              <a:gd name="connsiteX4" fmla="*/ 3450139 w 4829921"/>
              <a:gd name="connsiteY4" fmla="*/ 4131303 h 4138288"/>
              <a:gd name="connsiteX5" fmla="*/ 982153 w 4829921"/>
              <a:gd name="connsiteY5" fmla="*/ 3738143 h 4138288"/>
              <a:gd name="connsiteX6" fmla="*/ 388743 w 4829921"/>
              <a:gd name="connsiteY6" fmla="*/ 3217428 h 4138288"/>
              <a:gd name="connsiteX7" fmla="*/ 34151 w 4829921"/>
              <a:gd name="connsiteY7" fmla="*/ 1290513 h 4138288"/>
              <a:gd name="connsiteX8" fmla="*/ 861468 w 4829921"/>
              <a:gd name="connsiteY8" fmla="*/ 590018 h 4138288"/>
              <a:gd name="connsiteX9" fmla="*/ 879400 w 4829921"/>
              <a:gd name="connsiteY9" fmla="*/ 0 h 4138288"/>
              <a:gd name="connsiteX0" fmla="*/ 797965 w 4748486"/>
              <a:gd name="connsiteY0" fmla="*/ 0 h 4138290"/>
              <a:gd name="connsiteX1" fmla="*/ 1435932 w 4748486"/>
              <a:gd name="connsiteY1" fmla="*/ 574434 h 4138290"/>
              <a:gd name="connsiteX2" fmla="*/ 4421526 w 4748486"/>
              <a:gd name="connsiteY2" fmla="*/ 934302 h 4138290"/>
              <a:gd name="connsiteX3" fmla="*/ 4516767 w 4748486"/>
              <a:gd name="connsiteY3" fmla="*/ 3409206 h 4138290"/>
              <a:gd name="connsiteX4" fmla="*/ 3368704 w 4748486"/>
              <a:gd name="connsiteY4" fmla="*/ 4131303 h 4138290"/>
              <a:gd name="connsiteX5" fmla="*/ 900718 w 4748486"/>
              <a:gd name="connsiteY5" fmla="*/ 3738143 h 4138290"/>
              <a:gd name="connsiteX6" fmla="*/ 307308 w 4748486"/>
              <a:gd name="connsiteY6" fmla="*/ 3217428 h 4138290"/>
              <a:gd name="connsiteX7" fmla="*/ 42133 w 4748486"/>
              <a:gd name="connsiteY7" fmla="*/ 1485818 h 4138290"/>
              <a:gd name="connsiteX8" fmla="*/ 780033 w 4748486"/>
              <a:gd name="connsiteY8" fmla="*/ 590018 h 4138290"/>
              <a:gd name="connsiteX9" fmla="*/ 797965 w 4748486"/>
              <a:gd name="connsiteY9" fmla="*/ 0 h 4138290"/>
              <a:gd name="connsiteX0" fmla="*/ 816235 w 4766756"/>
              <a:gd name="connsiteY0" fmla="*/ 0 h 4138288"/>
              <a:gd name="connsiteX1" fmla="*/ 1454202 w 4766756"/>
              <a:gd name="connsiteY1" fmla="*/ 574434 h 4138288"/>
              <a:gd name="connsiteX2" fmla="*/ 4439796 w 4766756"/>
              <a:gd name="connsiteY2" fmla="*/ 934302 h 4138288"/>
              <a:gd name="connsiteX3" fmla="*/ 4535037 w 4766756"/>
              <a:gd name="connsiteY3" fmla="*/ 3409206 h 4138288"/>
              <a:gd name="connsiteX4" fmla="*/ 3386974 w 4766756"/>
              <a:gd name="connsiteY4" fmla="*/ 4131303 h 4138288"/>
              <a:gd name="connsiteX5" fmla="*/ 918988 w 4766756"/>
              <a:gd name="connsiteY5" fmla="*/ 3738143 h 4138288"/>
              <a:gd name="connsiteX6" fmla="*/ 205861 w 4766756"/>
              <a:gd name="connsiteY6" fmla="*/ 2965662 h 4138288"/>
              <a:gd name="connsiteX7" fmla="*/ 60403 w 4766756"/>
              <a:gd name="connsiteY7" fmla="*/ 1485818 h 4138288"/>
              <a:gd name="connsiteX8" fmla="*/ 798303 w 4766756"/>
              <a:gd name="connsiteY8" fmla="*/ 590018 h 4138288"/>
              <a:gd name="connsiteX9" fmla="*/ 816235 w 4766756"/>
              <a:gd name="connsiteY9" fmla="*/ 0 h 4138288"/>
              <a:gd name="connsiteX0" fmla="*/ 816235 w 4622539"/>
              <a:gd name="connsiteY0" fmla="*/ 0 h 4138290"/>
              <a:gd name="connsiteX1" fmla="*/ 1454202 w 4622539"/>
              <a:gd name="connsiteY1" fmla="*/ 574434 h 4138290"/>
              <a:gd name="connsiteX2" fmla="*/ 4015228 w 4622539"/>
              <a:gd name="connsiteY2" fmla="*/ 1032218 h 4138290"/>
              <a:gd name="connsiteX3" fmla="*/ 4535037 w 4622539"/>
              <a:gd name="connsiteY3" fmla="*/ 3409206 h 4138290"/>
              <a:gd name="connsiteX4" fmla="*/ 3386974 w 4622539"/>
              <a:gd name="connsiteY4" fmla="*/ 4131303 h 4138290"/>
              <a:gd name="connsiteX5" fmla="*/ 918988 w 4622539"/>
              <a:gd name="connsiteY5" fmla="*/ 3738143 h 4138290"/>
              <a:gd name="connsiteX6" fmla="*/ 205861 w 4622539"/>
              <a:gd name="connsiteY6" fmla="*/ 2965662 h 4138290"/>
              <a:gd name="connsiteX7" fmla="*/ 60403 w 4622539"/>
              <a:gd name="connsiteY7" fmla="*/ 1485818 h 4138290"/>
              <a:gd name="connsiteX8" fmla="*/ 798303 w 4622539"/>
              <a:gd name="connsiteY8" fmla="*/ 590018 h 4138290"/>
              <a:gd name="connsiteX9" fmla="*/ 816235 w 4622539"/>
              <a:gd name="connsiteY9" fmla="*/ 0 h 4138290"/>
              <a:gd name="connsiteX0" fmla="*/ 816235 w 4622539"/>
              <a:gd name="connsiteY0" fmla="*/ 0 h 4132081"/>
              <a:gd name="connsiteX1" fmla="*/ 1454202 w 4622539"/>
              <a:gd name="connsiteY1" fmla="*/ 574434 h 4132081"/>
              <a:gd name="connsiteX2" fmla="*/ 4015228 w 4622539"/>
              <a:gd name="connsiteY2" fmla="*/ 1032218 h 4132081"/>
              <a:gd name="connsiteX3" fmla="*/ 4535037 w 4622539"/>
              <a:gd name="connsiteY3" fmla="*/ 3409206 h 4132081"/>
              <a:gd name="connsiteX4" fmla="*/ 3152706 w 4622539"/>
              <a:gd name="connsiteY4" fmla="*/ 4124957 h 4132081"/>
              <a:gd name="connsiteX5" fmla="*/ 918988 w 4622539"/>
              <a:gd name="connsiteY5" fmla="*/ 3738143 h 4132081"/>
              <a:gd name="connsiteX6" fmla="*/ 205861 w 4622539"/>
              <a:gd name="connsiteY6" fmla="*/ 2965662 h 4132081"/>
              <a:gd name="connsiteX7" fmla="*/ 60403 w 4622539"/>
              <a:gd name="connsiteY7" fmla="*/ 1485818 h 4132081"/>
              <a:gd name="connsiteX8" fmla="*/ 798303 w 4622539"/>
              <a:gd name="connsiteY8" fmla="*/ 590018 h 4132081"/>
              <a:gd name="connsiteX9" fmla="*/ 816235 w 4622539"/>
              <a:gd name="connsiteY9" fmla="*/ 0 h 4132081"/>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798303 w 4372994"/>
              <a:gd name="connsiteY8" fmla="*/ 59001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0336 w 4367095"/>
              <a:gd name="connsiteY0" fmla="*/ 0 h 4138222"/>
              <a:gd name="connsiteX1" fmla="*/ 1448303 w 4367095"/>
              <a:gd name="connsiteY1" fmla="*/ 574434 h 4138222"/>
              <a:gd name="connsiteX2" fmla="*/ 4009329 w 4367095"/>
              <a:gd name="connsiteY2" fmla="*/ 1032218 h 4138222"/>
              <a:gd name="connsiteX3" fmla="*/ 4202495 w 4367095"/>
              <a:gd name="connsiteY3" fmla="*/ 3259401 h 4138222"/>
              <a:gd name="connsiteX4" fmla="*/ 3146807 w 4367095"/>
              <a:gd name="connsiteY4" fmla="*/ 4124957 h 4138222"/>
              <a:gd name="connsiteX5" fmla="*/ 913089 w 4367095"/>
              <a:gd name="connsiteY5" fmla="*/ 3738143 h 4138222"/>
              <a:gd name="connsiteX6" fmla="*/ 199962 w 4367095"/>
              <a:gd name="connsiteY6" fmla="*/ 2965662 h 4138222"/>
              <a:gd name="connsiteX7" fmla="*/ 54504 w 4367095"/>
              <a:gd name="connsiteY7" fmla="*/ 1485818 h 4138222"/>
              <a:gd name="connsiteX8" fmla="*/ 892266 w 4367095"/>
              <a:gd name="connsiteY8" fmla="*/ 606258 h 4138222"/>
              <a:gd name="connsiteX9" fmla="*/ 810336 w 4367095"/>
              <a:gd name="connsiteY9" fmla="*/ 0 h 4138222"/>
              <a:gd name="connsiteX0" fmla="*/ 814639 w 4371398"/>
              <a:gd name="connsiteY0" fmla="*/ 0 h 4138224"/>
              <a:gd name="connsiteX1" fmla="*/ 1452606 w 4371398"/>
              <a:gd name="connsiteY1" fmla="*/ 574434 h 4138224"/>
              <a:gd name="connsiteX2" fmla="*/ 4013632 w 4371398"/>
              <a:gd name="connsiteY2" fmla="*/ 1032218 h 4138224"/>
              <a:gd name="connsiteX3" fmla="*/ 4206798 w 4371398"/>
              <a:gd name="connsiteY3" fmla="*/ 3259401 h 4138224"/>
              <a:gd name="connsiteX4" fmla="*/ 3151110 w 4371398"/>
              <a:gd name="connsiteY4" fmla="*/ 4124957 h 4138224"/>
              <a:gd name="connsiteX5" fmla="*/ 917392 w 4371398"/>
              <a:gd name="connsiteY5" fmla="*/ 3738143 h 4138224"/>
              <a:gd name="connsiteX6" fmla="*/ 184820 w 4371398"/>
              <a:gd name="connsiteY6" fmla="*/ 2971263 h 4138224"/>
              <a:gd name="connsiteX7" fmla="*/ 58807 w 4371398"/>
              <a:gd name="connsiteY7" fmla="*/ 1485818 h 4138224"/>
              <a:gd name="connsiteX8" fmla="*/ 896569 w 4371398"/>
              <a:gd name="connsiteY8" fmla="*/ 606258 h 4138224"/>
              <a:gd name="connsiteX9" fmla="*/ 814639 w 4371398"/>
              <a:gd name="connsiteY9" fmla="*/ 0 h 4138224"/>
              <a:gd name="connsiteX0" fmla="*/ 824982 w 4381741"/>
              <a:gd name="connsiteY0" fmla="*/ 0 h 4138222"/>
              <a:gd name="connsiteX1" fmla="*/ 1462949 w 4381741"/>
              <a:gd name="connsiteY1" fmla="*/ 574434 h 4138222"/>
              <a:gd name="connsiteX2" fmla="*/ 4023975 w 4381741"/>
              <a:gd name="connsiteY2" fmla="*/ 1032218 h 4138222"/>
              <a:gd name="connsiteX3" fmla="*/ 4217141 w 4381741"/>
              <a:gd name="connsiteY3" fmla="*/ 3259401 h 4138222"/>
              <a:gd name="connsiteX4" fmla="*/ 3161453 w 4381741"/>
              <a:gd name="connsiteY4" fmla="*/ 4124957 h 4138222"/>
              <a:gd name="connsiteX5" fmla="*/ 927735 w 4381741"/>
              <a:gd name="connsiteY5" fmla="*/ 3738143 h 4138222"/>
              <a:gd name="connsiteX6" fmla="*/ 195163 w 4381741"/>
              <a:gd name="connsiteY6" fmla="*/ 2971263 h 4138222"/>
              <a:gd name="connsiteX7" fmla="*/ 69150 w 4381741"/>
              <a:gd name="connsiteY7" fmla="*/ 1485818 h 4138222"/>
              <a:gd name="connsiteX8" fmla="*/ 906912 w 4381741"/>
              <a:gd name="connsiteY8" fmla="*/ 606258 h 4138222"/>
              <a:gd name="connsiteX9" fmla="*/ 824982 w 4381741"/>
              <a:gd name="connsiteY9" fmla="*/ 0 h 4138222"/>
              <a:gd name="connsiteX0" fmla="*/ 824982 w 4385632"/>
              <a:gd name="connsiteY0" fmla="*/ 0 h 4138224"/>
              <a:gd name="connsiteX1" fmla="*/ 1462949 w 4385632"/>
              <a:gd name="connsiteY1" fmla="*/ 574434 h 4138224"/>
              <a:gd name="connsiteX2" fmla="*/ 4023975 w 4385632"/>
              <a:gd name="connsiteY2" fmla="*/ 1032218 h 4138224"/>
              <a:gd name="connsiteX3" fmla="*/ 4217141 w 4385632"/>
              <a:gd name="connsiteY3" fmla="*/ 3259401 h 4138224"/>
              <a:gd name="connsiteX4" fmla="*/ 3161453 w 4385632"/>
              <a:gd name="connsiteY4" fmla="*/ 4124957 h 4138224"/>
              <a:gd name="connsiteX5" fmla="*/ 927735 w 4385632"/>
              <a:gd name="connsiteY5" fmla="*/ 3738143 h 4138224"/>
              <a:gd name="connsiteX6" fmla="*/ 195163 w 4385632"/>
              <a:gd name="connsiteY6" fmla="*/ 2971263 h 4138224"/>
              <a:gd name="connsiteX7" fmla="*/ 69150 w 4385632"/>
              <a:gd name="connsiteY7" fmla="*/ 1485818 h 4138224"/>
              <a:gd name="connsiteX8" fmla="*/ 906912 w 4385632"/>
              <a:gd name="connsiteY8" fmla="*/ 606258 h 4138224"/>
              <a:gd name="connsiteX9" fmla="*/ 824982 w 4385632"/>
              <a:gd name="connsiteY9" fmla="*/ 0 h 4138224"/>
              <a:gd name="connsiteX0" fmla="*/ 832223 w 4392873"/>
              <a:gd name="connsiteY0" fmla="*/ 0 h 4138222"/>
              <a:gd name="connsiteX1" fmla="*/ 1470190 w 4392873"/>
              <a:gd name="connsiteY1" fmla="*/ 574434 h 4138222"/>
              <a:gd name="connsiteX2" fmla="*/ 4031216 w 4392873"/>
              <a:gd name="connsiteY2" fmla="*/ 1032218 h 4138222"/>
              <a:gd name="connsiteX3" fmla="*/ 4224382 w 4392873"/>
              <a:gd name="connsiteY3" fmla="*/ 3259401 h 4138222"/>
              <a:gd name="connsiteX4" fmla="*/ 3168694 w 4392873"/>
              <a:gd name="connsiteY4" fmla="*/ 4124957 h 4138222"/>
              <a:gd name="connsiteX5" fmla="*/ 934976 w 4392873"/>
              <a:gd name="connsiteY5" fmla="*/ 3738143 h 4138222"/>
              <a:gd name="connsiteX6" fmla="*/ 179579 w 4392873"/>
              <a:gd name="connsiteY6" fmla="*/ 3046439 h 4138222"/>
              <a:gd name="connsiteX7" fmla="*/ 76391 w 4392873"/>
              <a:gd name="connsiteY7" fmla="*/ 1485818 h 4138222"/>
              <a:gd name="connsiteX8" fmla="*/ 914153 w 4392873"/>
              <a:gd name="connsiteY8" fmla="*/ 606258 h 4138222"/>
              <a:gd name="connsiteX9" fmla="*/ 832223 w 4392873"/>
              <a:gd name="connsiteY9" fmla="*/ 0 h 4138222"/>
              <a:gd name="connsiteX0" fmla="*/ 823971 w 4384621"/>
              <a:gd name="connsiteY0" fmla="*/ 0 h 4138224"/>
              <a:gd name="connsiteX1" fmla="*/ 1461938 w 4384621"/>
              <a:gd name="connsiteY1" fmla="*/ 574434 h 4138224"/>
              <a:gd name="connsiteX2" fmla="*/ 4022964 w 4384621"/>
              <a:gd name="connsiteY2" fmla="*/ 1032218 h 4138224"/>
              <a:gd name="connsiteX3" fmla="*/ 4216130 w 4384621"/>
              <a:gd name="connsiteY3" fmla="*/ 3259401 h 4138224"/>
              <a:gd name="connsiteX4" fmla="*/ 3160442 w 4384621"/>
              <a:gd name="connsiteY4" fmla="*/ 4124957 h 4138224"/>
              <a:gd name="connsiteX5" fmla="*/ 926724 w 4384621"/>
              <a:gd name="connsiteY5" fmla="*/ 3738143 h 4138224"/>
              <a:gd name="connsiteX6" fmla="*/ 171327 w 4384621"/>
              <a:gd name="connsiteY6" fmla="*/ 3046439 h 4138224"/>
              <a:gd name="connsiteX7" fmla="*/ 68139 w 4384621"/>
              <a:gd name="connsiteY7" fmla="*/ 1485818 h 4138224"/>
              <a:gd name="connsiteX8" fmla="*/ 905901 w 4384621"/>
              <a:gd name="connsiteY8" fmla="*/ 606258 h 4138224"/>
              <a:gd name="connsiteX9" fmla="*/ 823971 w 4384621"/>
              <a:gd name="connsiteY9" fmla="*/ 0 h 4138224"/>
              <a:gd name="connsiteX0" fmla="*/ 806189 w 4366839"/>
              <a:gd name="connsiteY0" fmla="*/ 0 h 4138222"/>
              <a:gd name="connsiteX1" fmla="*/ 1444156 w 4366839"/>
              <a:gd name="connsiteY1" fmla="*/ 574434 h 4138222"/>
              <a:gd name="connsiteX2" fmla="*/ 4005182 w 4366839"/>
              <a:gd name="connsiteY2" fmla="*/ 1032218 h 4138222"/>
              <a:gd name="connsiteX3" fmla="*/ 4198348 w 4366839"/>
              <a:gd name="connsiteY3" fmla="*/ 3259401 h 4138222"/>
              <a:gd name="connsiteX4" fmla="*/ 3142660 w 4366839"/>
              <a:gd name="connsiteY4" fmla="*/ 4124957 h 4138222"/>
              <a:gd name="connsiteX5" fmla="*/ 908942 w 4366839"/>
              <a:gd name="connsiteY5" fmla="*/ 3738143 h 4138222"/>
              <a:gd name="connsiteX6" fmla="*/ 153545 w 4366839"/>
              <a:gd name="connsiteY6" fmla="*/ 3046439 h 4138222"/>
              <a:gd name="connsiteX7" fmla="*/ 50357 w 4366839"/>
              <a:gd name="connsiteY7" fmla="*/ 1485818 h 4138222"/>
              <a:gd name="connsiteX8" fmla="*/ 888119 w 4366839"/>
              <a:gd name="connsiteY8" fmla="*/ 606258 h 4138222"/>
              <a:gd name="connsiteX9" fmla="*/ 806189 w 4366839"/>
              <a:gd name="connsiteY9" fmla="*/ 0 h 4138222"/>
              <a:gd name="connsiteX0" fmla="*/ 806189 w 4366839"/>
              <a:gd name="connsiteY0" fmla="*/ 0 h 4138224"/>
              <a:gd name="connsiteX1" fmla="*/ 1444156 w 4366839"/>
              <a:gd name="connsiteY1" fmla="*/ 574434 h 4138224"/>
              <a:gd name="connsiteX2" fmla="*/ 4005182 w 4366839"/>
              <a:gd name="connsiteY2" fmla="*/ 1032218 h 4138224"/>
              <a:gd name="connsiteX3" fmla="*/ 4198348 w 4366839"/>
              <a:gd name="connsiteY3" fmla="*/ 3259401 h 4138224"/>
              <a:gd name="connsiteX4" fmla="*/ 3142660 w 4366839"/>
              <a:gd name="connsiteY4" fmla="*/ 4124957 h 4138224"/>
              <a:gd name="connsiteX5" fmla="*/ 908942 w 4366839"/>
              <a:gd name="connsiteY5" fmla="*/ 3738143 h 4138224"/>
              <a:gd name="connsiteX6" fmla="*/ 153545 w 4366839"/>
              <a:gd name="connsiteY6" fmla="*/ 3046439 h 4138224"/>
              <a:gd name="connsiteX7" fmla="*/ 50357 w 4366839"/>
              <a:gd name="connsiteY7" fmla="*/ 1485818 h 4138224"/>
              <a:gd name="connsiteX8" fmla="*/ 888119 w 4366839"/>
              <a:gd name="connsiteY8" fmla="*/ 606258 h 4138224"/>
              <a:gd name="connsiteX9" fmla="*/ 806189 w 4366839"/>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104082 w 4317376"/>
              <a:gd name="connsiteY6" fmla="*/ 3046439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224"/>
              <a:gd name="connsiteX1" fmla="*/ 1394693 w 4317376"/>
              <a:gd name="connsiteY1" fmla="*/ 574434 h 4138224"/>
              <a:gd name="connsiteX2" fmla="*/ 3955719 w 4317376"/>
              <a:gd name="connsiteY2" fmla="*/ 1032218 h 4138224"/>
              <a:gd name="connsiteX3" fmla="*/ 4148885 w 4317376"/>
              <a:gd name="connsiteY3" fmla="*/ 3259401 h 4138224"/>
              <a:gd name="connsiteX4" fmla="*/ 3093197 w 4317376"/>
              <a:gd name="connsiteY4" fmla="*/ 4124957 h 4138224"/>
              <a:gd name="connsiteX5" fmla="*/ 859479 w 4317376"/>
              <a:gd name="connsiteY5" fmla="*/ 3738143 h 4138224"/>
              <a:gd name="connsiteX6" fmla="*/ 219159 w 4317376"/>
              <a:gd name="connsiteY6" fmla="*/ 3144044 h 4138224"/>
              <a:gd name="connsiteX7" fmla="*/ 894 w 4317376"/>
              <a:gd name="connsiteY7" fmla="*/ 1485818 h 4138224"/>
              <a:gd name="connsiteX8" fmla="*/ 838656 w 4317376"/>
              <a:gd name="connsiteY8" fmla="*/ 606258 h 4138224"/>
              <a:gd name="connsiteX9" fmla="*/ 756726 w 4317376"/>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232580 w 4317376"/>
              <a:gd name="connsiteY6" fmla="*/ 3163758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706 w 4324356"/>
              <a:gd name="connsiteY0" fmla="*/ 0 h 4138731"/>
              <a:gd name="connsiteX1" fmla="*/ 1401673 w 4324356"/>
              <a:gd name="connsiteY1" fmla="*/ 574434 h 4138731"/>
              <a:gd name="connsiteX2" fmla="*/ 3962699 w 4324356"/>
              <a:gd name="connsiteY2" fmla="*/ 1032218 h 4138731"/>
              <a:gd name="connsiteX3" fmla="*/ 4155865 w 4324356"/>
              <a:gd name="connsiteY3" fmla="*/ 3259401 h 4138731"/>
              <a:gd name="connsiteX4" fmla="*/ 3100177 w 4324356"/>
              <a:gd name="connsiteY4" fmla="*/ 4124957 h 4138731"/>
              <a:gd name="connsiteX5" fmla="*/ 904502 w 4324356"/>
              <a:gd name="connsiteY5" fmla="*/ 3744330 h 4138731"/>
              <a:gd name="connsiteX6" fmla="*/ 239560 w 4324356"/>
              <a:gd name="connsiteY6" fmla="*/ 3163758 h 4138731"/>
              <a:gd name="connsiteX7" fmla="*/ 1004 w 4324356"/>
              <a:gd name="connsiteY7" fmla="*/ 1528534 h 4138731"/>
              <a:gd name="connsiteX8" fmla="*/ 845636 w 4324356"/>
              <a:gd name="connsiteY8" fmla="*/ 606258 h 4138731"/>
              <a:gd name="connsiteX9" fmla="*/ 763706 w 4324356"/>
              <a:gd name="connsiteY9" fmla="*/ 0 h 4138731"/>
              <a:gd name="connsiteX0" fmla="*/ 763710 w 4324360"/>
              <a:gd name="connsiteY0" fmla="*/ 0 h 4138731"/>
              <a:gd name="connsiteX1" fmla="*/ 1401677 w 4324360"/>
              <a:gd name="connsiteY1" fmla="*/ 574434 h 4138731"/>
              <a:gd name="connsiteX2" fmla="*/ 3962703 w 4324360"/>
              <a:gd name="connsiteY2" fmla="*/ 1032218 h 4138731"/>
              <a:gd name="connsiteX3" fmla="*/ 4155869 w 4324360"/>
              <a:gd name="connsiteY3" fmla="*/ 3259401 h 4138731"/>
              <a:gd name="connsiteX4" fmla="*/ 3100181 w 4324360"/>
              <a:gd name="connsiteY4" fmla="*/ 4124957 h 4138731"/>
              <a:gd name="connsiteX5" fmla="*/ 904506 w 4324360"/>
              <a:gd name="connsiteY5" fmla="*/ 3744330 h 4138731"/>
              <a:gd name="connsiteX6" fmla="*/ 239564 w 4324360"/>
              <a:gd name="connsiteY6" fmla="*/ 3163758 h 4138731"/>
              <a:gd name="connsiteX7" fmla="*/ 1008 w 4324360"/>
              <a:gd name="connsiteY7" fmla="*/ 1528534 h 4138731"/>
              <a:gd name="connsiteX8" fmla="*/ 845640 w 4324360"/>
              <a:gd name="connsiteY8" fmla="*/ 606258 h 4138731"/>
              <a:gd name="connsiteX9" fmla="*/ 763710 w 4324360"/>
              <a:gd name="connsiteY9" fmla="*/ 0 h 413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4360" h="4138731">
                <a:moveTo>
                  <a:pt x="763710" y="0"/>
                </a:moveTo>
                <a:cubicBezTo>
                  <a:pt x="835632" y="58905"/>
                  <a:pt x="1258100" y="357725"/>
                  <a:pt x="1401677" y="574434"/>
                </a:cubicBezTo>
                <a:cubicBezTo>
                  <a:pt x="1557398" y="585526"/>
                  <a:pt x="3503671" y="584724"/>
                  <a:pt x="3962703" y="1032218"/>
                </a:cubicBezTo>
                <a:cubicBezTo>
                  <a:pt x="4421735" y="1479712"/>
                  <a:pt x="4393755" y="2068459"/>
                  <a:pt x="4155869" y="3259401"/>
                </a:cubicBezTo>
                <a:cubicBezTo>
                  <a:pt x="4006903" y="3825365"/>
                  <a:pt x="3642075" y="4044135"/>
                  <a:pt x="3100181" y="4124957"/>
                </a:cubicBezTo>
                <a:cubicBezTo>
                  <a:pt x="2558287" y="4205779"/>
                  <a:pt x="1639845" y="3911670"/>
                  <a:pt x="904506" y="3744330"/>
                </a:cubicBezTo>
                <a:cubicBezTo>
                  <a:pt x="600271" y="3642054"/>
                  <a:pt x="464613" y="3557214"/>
                  <a:pt x="239564" y="3163758"/>
                </a:cubicBezTo>
                <a:cubicBezTo>
                  <a:pt x="75461" y="2876879"/>
                  <a:pt x="40807" y="2193725"/>
                  <a:pt x="1008" y="1528534"/>
                </a:cubicBezTo>
                <a:cubicBezTo>
                  <a:pt x="-24451" y="805482"/>
                  <a:pt x="437089" y="647961"/>
                  <a:pt x="845640" y="606258"/>
                </a:cubicBezTo>
                <a:cubicBezTo>
                  <a:pt x="845640" y="606258"/>
                  <a:pt x="854014" y="343114"/>
                  <a:pt x="763710" y="0"/>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9289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049A-8BB5-5249-AF5B-83C8C78BD348}"/>
              </a:ext>
            </a:extLst>
          </p:cNvPr>
          <p:cNvSpPr>
            <a:spLocks noGrp="1"/>
          </p:cNvSpPr>
          <p:nvPr>
            <p:ph type="title"/>
          </p:nvPr>
        </p:nvSpPr>
        <p:spPr/>
        <p:txBody>
          <a:bodyPr>
            <a:normAutofit/>
          </a:bodyPr>
          <a:lstStyle/>
          <a:p>
            <a:pPr algn="ctr"/>
            <a:r>
              <a:rPr lang="en-AU" dirty="0"/>
              <a:t>Learning outcomes</a:t>
            </a:r>
          </a:p>
        </p:txBody>
      </p:sp>
      <p:sp>
        <p:nvSpPr>
          <p:cNvPr id="4" name="Text Placeholder 3">
            <a:extLst>
              <a:ext uri="{FF2B5EF4-FFF2-40B4-BE49-F238E27FC236}">
                <a16:creationId xmlns:a16="http://schemas.microsoft.com/office/drawing/2014/main" id="{BD0477E0-91F8-7C40-6A56-E7874A84AE4B}"/>
              </a:ext>
            </a:extLst>
          </p:cNvPr>
          <p:cNvSpPr>
            <a:spLocks noGrp="1"/>
          </p:cNvSpPr>
          <p:nvPr>
            <p:ph type="body" idx="1"/>
          </p:nvPr>
        </p:nvSpPr>
        <p:spPr/>
        <p:txBody>
          <a:bodyPr>
            <a:normAutofit/>
          </a:bodyPr>
          <a:lstStyle/>
          <a:p>
            <a:r>
              <a:rPr lang="en-AU" sz="4400" dirty="0">
                <a:solidFill>
                  <a:schemeClr val="tx2"/>
                </a:solidFill>
              </a:rPr>
              <a:t>Learning Intention:</a:t>
            </a:r>
          </a:p>
        </p:txBody>
      </p:sp>
      <p:sp>
        <p:nvSpPr>
          <p:cNvPr id="3" name="Content Placeholder 2">
            <a:extLst>
              <a:ext uri="{FF2B5EF4-FFF2-40B4-BE49-F238E27FC236}">
                <a16:creationId xmlns:a16="http://schemas.microsoft.com/office/drawing/2014/main" id="{7BB45ACB-2E60-C283-46A2-F4DAE4019CDF}"/>
              </a:ext>
            </a:extLst>
          </p:cNvPr>
          <p:cNvSpPr>
            <a:spLocks noGrp="1"/>
          </p:cNvSpPr>
          <p:nvPr>
            <p:ph sz="half" idx="2"/>
          </p:nvPr>
        </p:nvSpPr>
        <p:spPr/>
        <p:txBody>
          <a:bodyPr>
            <a:normAutofit/>
          </a:bodyPr>
          <a:lstStyle/>
          <a:p>
            <a:r>
              <a:rPr lang="en-AU" sz="4800" b="0" dirty="0"/>
              <a:t>To learn how to embed quotes and interpret their meaning</a:t>
            </a:r>
            <a:r>
              <a:rPr lang="en-AU" dirty="0"/>
              <a:t>.</a:t>
            </a:r>
            <a:endParaRPr lang="en-AU" b="1" dirty="0"/>
          </a:p>
          <a:p>
            <a:pPr marL="0" indent="0">
              <a:buNone/>
            </a:pPr>
            <a:endParaRPr lang="en-AU" b="1" dirty="0"/>
          </a:p>
          <a:p>
            <a:pPr marL="0" indent="0">
              <a:buNone/>
            </a:pPr>
            <a:endParaRPr lang="en-AU" b="1" dirty="0"/>
          </a:p>
        </p:txBody>
      </p:sp>
      <p:sp>
        <p:nvSpPr>
          <p:cNvPr id="5" name="Text Placeholder 4">
            <a:extLst>
              <a:ext uri="{FF2B5EF4-FFF2-40B4-BE49-F238E27FC236}">
                <a16:creationId xmlns:a16="http://schemas.microsoft.com/office/drawing/2014/main" id="{2111C3FF-1DD8-E654-16F7-171EC7EAD34B}"/>
              </a:ext>
            </a:extLst>
          </p:cNvPr>
          <p:cNvSpPr>
            <a:spLocks noGrp="1"/>
          </p:cNvSpPr>
          <p:nvPr>
            <p:ph type="body" sz="quarter" idx="3"/>
          </p:nvPr>
        </p:nvSpPr>
        <p:spPr/>
        <p:txBody>
          <a:bodyPr>
            <a:normAutofit/>
          </a:bodyPr>
          <a:lstStyle/>
          <a:p>
            <a:r>
              <a:rPr lang="en-AU" sz="4400" dirty="0">
                <a:solidFill>
                  <a:schemeClr val="tx2"/>
                </a:solidFill>
              </a:rPr>
              <a:t>I will be successful when:</a:t>
            </a:r>
          </a:p>
        </p:txBody>
      </p:sp>
      <p:sp>
        <p:nvSpPr>
          <p:cNvPr id="6" name="Content Placeholder 5">
            <a:extLst>
              <a:ext uri="{FF2B5EF4-FFF2-40B4-BE49-F238E27FC236}">
                <a16:creationId xmlns:a16="http://schemas.microsoft.com/office/drawing/2014/main" id="{A69D25DF-BA1A-177E-5E2B-5C777FF13C14}"/>
              </a:ext>
            </a:extLst>
          </p:cNvPr>
          <p:cNvSpPr>
            <a:spLocks noGrp="1"/>
          </p:cNvSpPr>
          <p:nvPr>
            <p:ph sz="quarter" idx="4"/>
          </p:nvPr>
        </p:nvSpPr>
        <p:spPr/>
        <p:txBody>
          <a:bodyPr>
            <a:normAutofit/>
          </a:bodyPr>
          <a:lstStyle/>
          <a:p>
            <a:r>
              <a:rPr lang="en-AU" sz="4400" b="0" dirty="0"/>
              <a:t>I have written an explanation that contains an embedded quote. </a:t>
            </a:r>
          </a:p>
        </p:txBody>
      </p:sp>
    </p:spTree>
    <p:extLst>
      <p:ext uri="{BB962C8B-B14F-4D97-AF65-F5344CB8AC3E}">
        <p14:creationId xmlns:p14="http://schemas.microsoft.com/office/powerpoint/2010/main" val="1106801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A96188-384C-4341-9EEB-967A9341C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80331C3-DDF5-48A9-8947-D71EAAFFA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759171" y="-127077"/>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solidFill>
            <a:schemeClr val="bg1"/>
          </a:solidFill>
          <a:ln w="19050"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848527" y="604801"/>
            <a:ext cx="5556425" cy="1531089"/>
          </a:xfrm>
        </p:spPr>
        <p:txBody>
          <a:bodyPr>
            <a:normAutofit/>
          </a:bodyPr>
          <a:lstStyle/>
          <a:p>
            <a:pPr algn="ctr"/>
            <a:r>
              <a:rPr lang="en-AU" dirty="0"/>
              <a:t>Embedding Quotes</a:t>
            </a:r>
            <a:endParaRPr lang="en-US" dirty="0"/>
          </a:p>
        </p:txBody>
      </p:sp>
      <p:sp>
        <p:nvSpPr>
          <p:cNvPr id="3" name="Content Placeholder 2"/>
          <p:cNvSpPr>
            <a:spLocks noGrp="1"/>
          </p:cNvSpPr>
          <p:nvPr>
            <p:ph idx="1"/>
          </p:nvPr>
        </p:nvSpPr>
        <p:spPr>
          <a:xfrm>
            <a:off x="1025057" y="2311400"/>
            <a:ext cx="5218487" cy="3652212"/>
          </a:xfrm>
        </p:spPr>
        <p:txBody>
          <a:bodyPr>
            <a:normAutofit lnSpcReduction="10000"/>
          </a:bodyPr>
          <a:lstStyle/>
          <a:p>
            <a:pPr algn="ctr"/>
            <a:r>
              <a:rPr lang="en-AU" sz="4400" b="1" dirty="0"/>
              <a:t>Embed</a:t>
            </a:r>
            <a:r>
              <a:rPr lang="en-AU" sz="4400" dirty="0"/>
              <a:t>: </a:t>
            </a:r>
          </a:p>
          <a:p>
            <a:pPr algn="ctr"/>
            <a:r>
              <a:rPr lang="en-AU" sz="4400" b="0" dirty="0"/>
              <a:t>to</a:t>
            </a:r>
            <a:r>
              <a:rPr lang="en-AU" sz="4400" dirty="0"/>
              <a:t> </a:t>
            </a:r>
            <a:r>
              <a:rPr lang="en-AU" sz="4400" b="0" dirty="0"/>
              <a:t>place something or be placed solidly;</a:t>
            </a:r>
          </a:p>
          <a:p>
            <a:pPr algn="ctr"/>
            <a:r>
              <a:rPr lang="en-AU" sz="4400" b="0" dirty="0"/>
              <a:t> to fix something or become fixed in a surrounding mass.</a:t>
            </a:r>
          </a:p>
          <a:p>
            <a:pPr algn="ct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11778"/>
          <a:stretch/>
        </p:blipFill>
        <p:spPr>
          <a:xfrm>
            <a:off x="7533555" y="2099359"/>
            <a:ext cx="4110419" cy="2659282"/>
          </a:xfrm>
          <a:prstGeom prst="rect">
            <a:avLst/>
          </a:prstGeom>
        </p:spPr>
      </p:pic>
      <p:sp>
        <p:nvSpPr>
          <p:cNvPr id="13" name="Freeform: Shape 12">
            <a:extLst>
              <a:ext uri="{FF2B5EF4-FFF2-40B4-BE49-F238E27FC236}">
                <a16:creationId xmlns:a16="http://schemas.microsoft.com/office/drawing/2014/main" id="{C535A640-1948-4AFD-A0B7-19AFDA955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806735" y="-157114"/>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noFill/>
          <a:ln w="19050" cap="flat">
            <a:solidFill>
              <a:schemeClr val="tx1"/>
            </a:solid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391943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0DF01A-DAD0-4D16-BEDE-ED085CCC3B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8873" y="533400"/>
            <a:ext cx="5929745" cy="1676400"/>
          </a:xfrm>
        </p:spPr>
        <p:txBody>
          <a:bodyPr>
            <a:normAutofit/>
          </a:bodyPr>
          <a:lstStyle/>
          <a:p>
            <a:pPr algn="ctr"/>
            <a:r>
              <a:rPr lang="en-AU" b="1" dirty="0"/>
              <a:t>Embedding</a:t>
            </a:r>
            <a:r>
              <a:rPr lang="en-AU" dirty="0"/>
              <a:t> Quotes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5283" t="-6668" r="-159" b="6667"/>
          <a:stretch/>
        </p:blipFill>
        <p:spPr>
          <a:xfrm>
            <a:off x="6826102" y="-457196"/>
            <a:ext cx="5837275" cy="7302738"/>
          </a:xfrm>
          <a:prstGeom prst="rect">
            <a:avLst/>
          </a:prstGeom>
        </p:spPr>
      </p:pic>
      <p:sp>
        <p:nvSpPr>
          <p:cNvPr id="12" name="Freeform: Shape 11">
            <a:extLst>
              <a:ext uri="{FF2B5EF4-FFF2-40B4-BE49-F238E27FC236}">
                <a16:creationId xmlns:a16="http://schemas.microsoft.com/office/drawing/2014/main" id="{3ADE783A-5990-4FBC-B78E-709A9A070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095492" flipH="1" flipV="1">
            <a:off x="3127543" y="2143199"/>
            <a:ext cx="4409756" cy="4753693"/>
          </a:xfrm>
          <a:custGeom>
            <a:avLst/>
            <a:gdLst>
              <a:gd name="connsiteX0" fmla="*/ 3702321 w 7745301"/>
              <a:gd name="connsiteY0" fmla="*/ 1 h 5116750"/>
              <a:gd name="connsiteX1" fmla="*/ 6217926 w 7745301"/>
              <a:gd name="connsiteY1" fmla="*/ 504118 h 5116750"/>
              <a:gd name="connsiteX2" fmla="*/ 7691963 w 7745301"/>
              <a:gd name="connsiteY2" fmla="*/ 1956116 h 5116750"/>
              <a:gd name="connsiteX3" fmla="*/ 7018768 w 7745301"/>
              <a:gd name="connsiteY3" fmla="*/ 4594118 h 5116750"/>
              <a:gd name="connsiteX4" fmla="*/ 3330769 w 7745301"/>
              <a:gd name="connsiteY4" fmla="*/ 5060764 h 5116750"/>
              <a:gd name="connsiteX5" fmla="*/ 448565 w 7745301"/>
              <a:gd name="connsiteY5" fmla="*/ 4100663 h 5116750"/>
              <a:gd name="connsiteX6" fmla="*/ 444295 w 7745301"/>
              <a:gd name="connsiteY6" fmla="*/ 4094686 h 5116750"/>
              <a:gd name="connsiteX7" fmla="*/ 428551 w 7745301"/>
              <a:gd name="connsiteY7" fmla="*/ 4079438 h 5116750"/>
              <a:gd name="connsiteX8" fmla="*/ 0 w 7745301"/>
              <a:gd name="connsiteY8" fmla="*/ 2902523 h 5116750"/>
              <a:gd name="connsiteX9" fmla="*/ 23926 w 7745301"/>
              <a:gd name="connsiteY9" fmla="*/ 2595143 h 5116750"/>
              <a:gd name="connsiteX10" fmla="*/ 78299 w 7745301"/>
              <a:gd name="connsiteY10" fmla="*/ 2368287 h 5116750"/>
              <a:gd name="connsiteX11" fmla="*/ 96408 w 7745301"/>
              <a:gd name="connsiteY11" fmla="*/ 2246138 h 5116750"/>
              <a:gd name="connsiteX12" fmla="*/ 858938 w 7745301"/>
              <a:gd name="connsiteY12" fmla="*/ 998674 h 5116750"/>
              <a:gd name="connsiteX13" fmla="*/ 784483 w 7745301"/>
              <a:gd name="connsiteY13" fmla="*/ 373158 h 5116750"/>
              <a:gd name="connsiteX14" fmla="*/ 1744942 w 7745301"/>
              <a:gd name="connsiteY14" fmla="*/ 499346 h 5116750"/>
              <a:gd name="connsiteX15" fmla="*/ 3702321 w 7745301"/>
              <a:gd name="connsiteY15" fmla="*/ 1 h 5116750"/>
              <a:gd name="connsiteX0" fmla="*/ 3718157 w 7761137"/>
              <a:gd name="connsiteY0" fmla="*/ 1 h 5116750"/>
              <a:gd name="connsiteX1" fmla="*/ 6233762 w 7761137"/>
              <a:gd name="connsiteY1" fmla="*/ 504118 h 5116750"/>
              <a:gd name="connsiteX2" fmla="*/ 7707799 w 7761137"/>
              <a:gd name="connsiteY2" fmla="*/ 1956116 h 5116750"/>
              <a:gd name="connsiteX3" fmla="*/ 7034604 w 7761137"/>
              <a:gd name="connsiteY3" fmla="*/ 4594118 h 5116750"/>
              <a:gd name="connsiteX4" fmla="*/ 3346605 w 7761137"/>
              <a:gd name="connsiteY4" fmla="*/ 5060764 h 5116750"/>
              <a:gd name="connsiteX5" fmla="*/ 464401 w 7761137"/>
              <a:gd name="connsiteY5" fmla="*/ 4100663 h 5116750"/>
              <a:gd name="connsiteX6" fmla="*/ 460131 w 7761137"/>
              <a:gd name="connsiteY6" fmla="*/ 4094686 h 5116750"/>
              <a:gd name="connsiteX7" fmla="*/ 444387 w 7761137"/>
              <a:gd name="connsiteY7" fmla="*/ 4079438 h 5116750"/>
              <a:gd name="connsiteX8" fmla="*/ 15836 w 7761137"/>
              <a:gd name="connsiteY8" fmla="*/ 2902523 h 5116750"/>
              <a:gd name="connsiteX9" fmla="*/ 94135 w 7761137"/>
              <a:gd name="connsiteY9" fmla="*/ 2368287 h 5116750"/>
              <a:gd name="connsiteX10" fmla="*/ 112244 w 7761137"/>
              <a:gd name="connsiteY10" fmla="*/ 2246138 h 5116750"/>
              <a:gd name="connsiteX11" fmla="*/ 874774 w 7761137"/>
              <a:gd name="connsiteY11" fmla="*/ 998674 h 5116750"/>
              <a:gd name="connsiteX12" fmla="*/ 800319 w 7761137"/>
              <a:gd name="connsiteY12" fmla="*/ 373158 h 5116750"/>
              <a:gd name="connsiteX13" fmla="*/ 1760778 w 7761137"/>
              <a:gd name="connsiteY13" fmla="*/ 499346 h 5116750"/>
              <a:gd name="connsiteX14" fmla="*/ 3718157 w 7761137"/>
              <a:gd name="connsiteY14" fmla="*/ 1 h 5116750"/>
              <a:gd name="connsiteX0" fmla="*/ 3733943 w 7776923"/>
              <a:gd name="connsiteY0" fmla="*/ 1 h 5116750"/>
              <a:gd name="connsiteX1" fmla="*/ 6249548 w 7776923"/>
              <a:gd name="connsiteY1" fmla="*/ 504118 h 5116750"/>
              <a:gd name="connsiteX2" fmla="*/ 7723585 w 7776923"/>
              <a:gd name="connsiteY2" fmla="*/ 1956116 h 5116750"/>
              <a:gd name="connsiteX3" fmla="*/ 7050390 w 7776923"/>
              <a:gd name="connsiteY3" fmla="*/ 4594118 h 5116750"/>
              <a:gd name="connsiteX4" fmla="*/ 3362391 w 7776923"/>
              <a:gd name="connsiteY4" fmla="*/ 5060764 h 5116750"/>
              <a:gd name="connsiteX5" fmla="*/ 480187 w 7776923"/>
              <a:gd name="connsiteY5" fmla="*/ 4100663 h 5116750"/>
              <a:gd name="connsiteX6" fmla="*/ 475917 w 7776923"/>
              <a:gd name="connsiteY6" fmla="*/ 4094686 h 5116750"/>
              <a:gd name="connsiteX7" fmla="*/ 460173 w 7776923"/>
              <a:gd name="connsiteY7" fmla="*/ 4079438 h 5116750"/>
              <a:gd name="connsiteX8" fmla="*/ 31622 w 7776923"/>
              <a:gd name="connsiteY8" fmla="*/ 2902523 h 5116750"/>
              <a:gd name="connsiteX9" fmla="*/ 128030 w 7776923"/>
              <a:gd name="connsiteY9" fmla="*/ 2246138 h 5116750"/>
              <a:gd name="connsiteX10" fmla="*/ 890560 w 7776923"/>
              <a:gd name="connsiteY10" fmla="*/ 998674 h 5116750"/>
              <a:gd name="connsiteX11" fmla="*/ 816105 w 7776923"/>
              <a:gd name="connsiteY11" fmla="*/ 373158 h 5116750"/>
              <a:gd name="connsiteX12" fmla="*/ 1776564 w 7776923"/>
              <a:gd name="connsiteY12" fmla="*/ 499346 h 5116750"/>
              <a:gd name="connsiteX13" fmla="*/ 3733943 w 7776923"/>
              <a:gd name="connsiteY13" fmla="*/ 1 h 5116750"/>
              <a:gd name="connsiteX0" fmla="*/ 3729138 w 7772118"/>
              <a:gd name="connsiteY0" fmla="*/ 1 h 5116750"/>
              <a:gd name="connsiteX1" fmla="*/ 6244743 w 7772118"/>
              <a:gd name="connsiteY1" fmla="*/ 504118 h 5116750"/>
              <a:gd name="connsiteX2" fmla="*/ 7718780 w 7772118"/>
              <a:gd name="connsiteY2" fmla="*/ 1956116 h 5116750"/>
              <a:gd name="connsiteX3" fmla="*/ 7045585 w 7772118"/>
              <a:gd name="connsiteY3" fmla="*/ 4594118 h 5116750"/>
              <a:gd name="connsiteX4" fmla="*/ 3357586 w 7772118"/>
              <a:gd name="connsiteY4" fmla="*/ 5060764 h 5116750"/>
              <a:gd name="connsiteX5" fmla="*/ 475382 w 7772118"/>
              <a:gd name="connsiteY5" fmla="*/ 4100663 h 5116750"/>
              <a:gd name="connsiteX6" fmla="*/ 471112 w 7772118"/>
              <a:gd name="connsiteY6" fmla="*/ 4094686 h 5116750"/>
              <a:gd name="connsiteX7" fmla="*/ 455368 w 7772118"/>
              <a:gd name="connsiteY7" fmla="*/ 4079438 h 5116750"/>
              <a:gd name="connsiteX8" fmla="*/ 26817 w 7772118"/>
              <a:gd name="connsiteY8" fmla="*/ 2902523 h 5116750"/>
              <a:gd name="connsiteX9" fmla="*/ 137080 w 7772118"/>
              <a:gd name="connsiteY9" fmla="*/ 2116479 h 5116750"/>
              <a:gd name="connsiteX10" fmla="*/ 885755 w 7772118"/>
              <a:gd name="connsiteY10" fmla="*/ 998674 h 5116750"/>
              <a:gd name="connsiteX11" fmla="*/ 811300 w 7772118"/>
              <a:gd name="connsiteY11" fmla="*/ 373158 h 5116750"/>
              <a:gd name="connsiteX12" fmla="*/ 1771759 w 7772118"/>
              <a:gd name="connsiteY12" fmla="*/ 499346 h 5116750"/>
              <a:gd name="connsiteX13" fmla="*/ 3729138 w 7772118"/>
              <a:gd name="connsiteY13" fmla="*/ 1 h 5116750"/>
              <a:gd name="connsiteX0" fmla="*/ 3729138 w 7772118"/>
              <a:gd name="connsiteY0" fmla="*/ 1 h 5096139"/>
              <a:gd name="connsiteX1" fmla="*/ 6244743 w 7772118"/>
              <a:gd name="connsiteY1" fmla="*/ 504118 h 5096139"/>
              <a:gd name="connsiteX2" fmla="*/ 7718780 w 7772118"/>
              <a:gd name="connsiteY2" fmla="*/ 1956116 h 5096139"/>
              <a:gd name="connsiteX3" fmla="*/ 7045585 w 7772118"/>
              <a:gd name="connsiteY3" fmla="*/ 4594118 h 5096139"/>
              <a:gd name="connsiteX4" fmla="*/ 3357586 w 7772118"/>
              <a:gd name="connsiteY4" fmla="*/ 5060764 h 5096139"/>
              <a:gd name="connsiteX5" fmla="*/ 475382 w 7772118"/>
              <a:gd name="connsiteY5" fmla="*/ 4100663 h 5096139"/>
              <a:gd name="connsiteX6" fmla="*/ 471112 w 7772118"/>
              <a:gd name="connsiteY6" fmla="*/ 4094686 h 5096139"/>
              <a:gd name="connsiteX7" fmla="*/ 455368 w 7772118"/>
              <a:gd name="connsiteY7" fmla="*/ 4079438 h 5096139"/>
              <a:gd name="connsiteX8" fmla="*/ 26817 w 7772118"/>
              <a:gd name="connsiteY8" fmla="*/ 2902523 h 5096139"/>
              <a:gd name="connsiteX9" fmla="*/ 137080 w 7772118"/>
              <a:gd name="connsiteY9" fmla="*/ 2116479 h 5096139"/>
              <a:gd name="connsiteX10" fmla="*/ 885755 w 7772118"/>
              <a:gd name="connsiteY10" fmla="*/ 998674 h 5096139"/>
              <a:gd name="connsiteX11" fmla="*/ 811300 w 7772118"/>
              <a:gd name="connsiteY11" fmla="*/ 373158 h 5096139"/>
              <a:gd name="connsiteX12" fmla="*/ 1771759 w 7772118"/>
              <a:gd name="connsiteY12" fmla="*/ 499346 h 5096139"/>
              <a:gd name="connsiteX13" fmla="*/ 3729138 w 7772118"/>
              <a:gd name="connsiteY13" fmla="*/ 1 h 5096139"/>
              <a:gd name="connsiteX0" fmla="*/ 3729138 w 7764503"/>
              <a:gd name="connsiteY0" fmla="*/ 1 h 5061926"/>
              <a:gd name="connsiteX1" fmla="*/ 6244743 w 7764503"/>
              <a:gd name="connsiteY1" fmla="*/ 504118 h 5061926"/>
              <a:gd name="connsiteX2" fmla="*/ 7718780 w 7764503"/>
              <a:gd name="connsiteY2" fmla="*/ 1956116 h 5061926"/>
              <a:gd name="connsiteX3" fmla="*/ 7009765 w 7764503"/>
              <a:gd name="connsiteY3" fmla="*/ 4240028 h 5061926"/>
              <a:gd name="connsiteX4" fmla="*/ 3357586 w 7764503"/>
              <a:gd name="connsiteY4" fmla="*/ 5060764 h 5061926"/>
              <a:gd name="connsiteX5" fmla="*/ 475382 w 7764503"/>
              <a:gd name="connsiteY5" fmla="*/ 4100663 h 5061926"/>
              <a:gd name="connsiteX6" fmla="*/ 471112 w 7764503"/>
              <a:gd name="connsiteY6" fmla="*/ 4094686 h 5061926"/>
              <a:gd name="connsiteX7" fmla="*/ 455368 w 7764503"/>
              <a:gd name="connsiteY7" fmla="*/ 4079438 h 5061926"/>
              <a:gd name="connsiteX8" fmla="*/ 26817 w 7764503"/>
              <a:gd name="connsiteY8" fmla="*/ 2902523 h 5061926"/>
              <a:gd name="connsiteX9" fmla="*/ 137080 w 7764503"/>
              <a:gd name="connsiteY9" fmla="*/ 2116479 h 5061926"/>
              <a:gd name="connsiteX10" fmla="*/ 885755 w 7764503"/>
              <a:gd name="connsiteY10" fmla="*/ 998674 h 5061926"/>
              <a:gd name="connsiteX11" fmla="*/ 811300 w 7764503"/>
              <a:gd name="connsiteY11" fmla="*/ 373158 h 5061926"/>
              <a:gd name="connsiteX12" fmla="*/ 1771759 w 7764503"/>
              <a:gd name="connsiteY12" fmla="*/ 499346 h 5061926"/>
              <a:gd name="connsiteX13" fmla="*/ 3729138 w 7764503"/>
              <a:gd name="connsiteY13" fmla="*/ 1 h 5061926"/>
              <a:gd name="connsiteX0" fmla="*/ 3729138 w 7746582"/>
              <a:gd name="connsiteY0" fmla="*/ 1 h 5061961"/>
              <a:gd name="connsiteX1" fmla="*/ 6244743 w 7746582"/>
              <a:gd name="connsiteY1" fmla="*/ 504118 h 5061961"/>
              <a:gd name="connsiteX2" fmla="*/ 7698507 w 7746582"/>
              <a:gd name="connsiteY2" fmla="*/ 1893640 h 5061961"/>
              <a:gd name="connsiteX3" fmla="*/ 7009765 w 7746582"/>
              <a:gd name="connsiteY3" fmla="*/ 4240028 h 5061961"/>
              <a:gd name="connsiteX4" fmla="*/ 3357586 w 7746582"/>
              <a:gd name="connsiteY4" fmla="*/ 5060764 h 5061961"/>
              <a:gd name="connsiteX5" fmla="*/ 475382 w 7746582"/>
              <a:gd name="connsiteY5" fmla="*/ 4100663 h 5061961"/>
              <a:gd name="connsiteX6" fmla="*/ 471112 w 7746582"/>
              <a:gd name="connsiteY6" fmla="*/ 4094686 h 5061961"/>
              <a:gd name="connsiteX7" fmla="*/ 455368 w 7746582"/>
              <a:gd name="connsiteY7" fmla="*/ 4079438 h 5061961"/>
              <a:gd name="connsiteX8" fmla="*/ 26817 w 7746582"/>
              <a:gd name="connsiteY8" fmla="*/ 2902523 h 5061961"/>
              <a:gd name="connsiteX9" fmla="*/ 137080 w 7746582"/>
              <a:gd name="connsiteY9" fmla="*/ 2116479 h 5061961"/>
              <a:gd name="connsiteX10" fmla="*/ 885755 w 7746582"/>
              <a:gd name="connsiteY10" fmla="*/ 998674 h 5061961"/>
              <a:gd name="connsiteX11" fmla="*/ 811300 w 7746582"/>
              <a:gd name="connsiteY11" fmla="*/ 373158 h 5061961"/>
              <a:gd name="connsiteX12" fmla="*/ 1771759 w 7746582"/>
              <a:gd name="connsiteY12" fmla="*/ 499346 h 5061961"/>
              <a:gd name="connsiteX13" fmla="*/ 3729138 w 7746582"/>
              <a:gd name="connsiteY13" fmla="*/ 1 h 5061961"/>
              <a:gd name="connsiteX0" fmla="*/ 3729138 w 7748607"/>
              <a:gd name="connsiteY0" fmla="*/ 1 h 5061961"/>
              <a:gd name="connsiteX1" fmla="*/ 6244743 w 7748607"/>
              <a:gd name="connsiteY1" fmla="*/ 504118 h 5061961"/>
              <a:gd name="connsiteX2" fmla="*/ 7698507 w 7748607"/>
              <a:gd name="connsiteY2" fmla="*/ 1893640 h 5061961"/>
              <a:gd name="connsiteX3" fmla="*/ 7009765 w 7748607"/>
              <a:gd name="connsiteY3" fmla="*/ 4240028 h 5061961"/>
              <a:gd name="connsiteX4" fmla="*/ 3357586 w 7748607"/>
              <a:gd name="connsiteY4" fmla="*/ 5060764 h 5061961"/>
              <a:gd name="connsiteX5" fmla="*/ 475382 w 7748607"/>
              <a:gd name="connsiteY5" fmla="*/ 4100663 h 5061961"/>
              <a:gd name="connsiteX6" fmla="*/ 471112 w 7748607"/>
              <a:gd name="connsiteY6" fmla="*/ 4094686 h 5061961"/>
              <a:gd name="connsiteX7" fmla="*/ 455368 w 7748607"/>
              <a:gd name="connsiteY7" fmla="*/ 4079438 h 5061961"/>
              <a:gd name="connsiteX8" fmla="*/ 26817 w 7748607"/>
              <a:gd name="connsiteY8" fmla="*/ 2902523 h 5061961"/>
              <a:gd name="connsiteX9" fmla="*/ 137080 w 7748607"/>
              <a:gd name="connsiteY9" fmla="*/ 2116479 h 5061961"/>
              <a:gd name="connsiteX10" fmla="*/ 885755 w 7748607"/>
              <a:gd name="connsiteY10" fmla="*/ 998674 h 5061961"/>
              <a:gd name="connsiteX11" fmla="*/ 811300 w 7748607"/>
              <a:gd name="connsiteY11" fmla="*/ 373158 h 5061961"/>
              <a:gd name="connsiteX12" fmla="*/ 1771759 w 7748607"/>
              <a:gd name="connsiteY12" fmla="*/ 499346 h 5061961"/>
              <a:gd name="connsiteX13" fmla="*/ 3729138 w 7748607"/>
              <a:gd name="connsiteY13" fmla="*/ 1 h 5061961"/>
              <a:gd name="connsiteX0" fmla="*/ 3729138 w 7741343"/>
              <a:gd name="connsiteY0" fmla="*/ 1 h 5061961"/>
              <a:gd name="connsiteX1" fmla="*/ 6244743 w 7741343"/>
              <a:gd name="connsiteY1" fmla="*/ 504118 h 5061961"/>
              <a:gd name="connsiteX2" fmla="*/ 7698507 w 7741343"/>
              <a:gd name="connsiteY2" fmla="*/ 1893640 h 5061961"/>
              <a:gd name="connsiteX3" fmla="*/ 7009765 w 7741343"/>
              <a:gd name="connsiteY3" fmla="*/ 4240028 h 5061961"/>
              <a:gd name="connsiteX4" fmla="*/ 3357586 w 7741343"/>
              <a:gd name="connsiteY4" fmla="*/ 5060764 h 5061961"/>
              <a:gd name="connsiteX5" fmla="*/ 475382 w 7741343"/>
              <a:gd name="connsiteY5" fmla="*/ 4100663 h 5061961"/>
              <a:gd name="connsiteX6" fmla="*/ 471112 w 7741343"/>
              <a:gd name="connsiteY6" fmla="*/ 4094686 h 5061961"/>
              <a:gd name="connsiteX7" fmla="*/ 455368 w 7741343"/>
              <a:gd name="connsiteY7" fmla="*/ 4079438 h 5061961"/>
              <a:gd name="connsiteX8" fmla="*/ 26817 w 7741343"/>
              <a:gd name="connsiteY8" fmla="*/ 2902523 h 5061961"/>
              <a:gd name="connsiteX9" fmla="*/ 137080 w 7741343"/>
              <a:gd name="connsiteY9" fmla="*/ 2116479 h 5061961"/>
              <a:gd name="connsiteX10" fmla="*/ 885755 w 7741343"/>
              <a:gd name="connsiteY10" fmla="*/ 998674 h 5061961"/>
              <a:gd name="connsiteX11" fmla="*/ 811300 w 7741343"/>
              <a:gd name="connsiteY11" fmla="*/ 373158 h 5061961"/>
              <a:gd name="connsiteX12" fmla="*/ 1771759 w 7741343"/>
              <a:gd name="connsiteY12" fmla="*/ 499346 h 5061961"/>
              <a:gd name="connsiteX13" fmla="*/ 3729138 w 7741343"/>
              <a:gd name="connsiteY13" fmla="*/ 1 h 5061961"/>
              <a:gd name="connsiteX0" fmla="*/ 3729138 w 7741193"/>
              <a:gd name="connsiteY0" fmla="*/ 1 h 5061961"/>
              <a:gd name="connsiteX1" fmla="*/ 6323144 w 7741193"/>
              <a:gd name="connsiteY1" fmla="*/ 313740 h 5061961"/>
              <a:gd name="connsiteX2" fmla="*/ 7698507 w 7741193"/>
              <a:gd name="connsiteY2" fmla="*/ 1893640 h 5061961"/>
              <a:gd name="connsiteX3" fmla="*/ 7009765 w 7741193"/>
              <a:gd name="connsiteY3" fmla="*/ 4240028 h 5061961"/>
              <a:gd name="connsiteX4" fmla="*/ 3357586 w 7741193"/>
              <a:gd name="connsiteY4" fmla="*/ 5060764 h 5061961"/>
              <a:gd name="connsiteX5" fmla="*/ 475382 w 7741193"/>
              <a:gd name="connsiteY5" fmla="*/ 4100663 h 5061961"/>
              <a:gd name="connsiteX6" fmla="*/ 471112 w 7741193"/>
              <a:gd name="connsiteY6" fmla="*/ 4094686 h 5061961"/>
              <a:gd name="connsiteX7" fmla="*/ 455368 w 7741193"/>
              <a:gd name="connsiteY7" fmla="*/ 4079438 h 5061961"/>
              <a:gd name="connsiteX8" fmla="*/ 26817 w 7741193"/>
              <a:gd name="connsiteY8" fmla="*/ 2902523 h 5061961"/>
              <a:gd name="connsiteX9" fmla="*/ 137080 w 7741193"/>
              <a:gd name="connsiteY9" fmla="*/ 2116479 h 5061961"/>
              <a:gd name="connsiteX10" fmla="*/ 885755 w 7741193"/>
              <a:gd name="connsiteY10" fmla="*/ 998674 h 5061961"/>
              <a:gd name="connsiteX11" fmla="*/ 811300 w 7741193"/>
              <a:gd name="connsiteY11" fmla="*/ 373158 h 5061961"/>
              <a:gd name="connsiteX12" fmla="*/ 1771759 w 7741193"/>
              <a:gd name="connsiteY12" fmla="*/ 499346 h 5061961"/>
              <a:gd name="connsiteX13" fmla="*/ 3729138 w 7741193"/>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2383 w 7742464"/>
              <a:gd name="connsiteY6" fmla="*/ 4094686 h 5061961"/>
              <a:gd name="connsiteX7" fmla="*/ 473817 w 7742464"/>
              <a:gd name="connsiteY7" fmla="*/ 4387149 h 5061961"/>
              <a:gd name="connsiteX8" fmla="*/ 28088 w 7742464"/>
              <a:gd name="connsiteY8" fmla="*/ 2902523 h 5061961"/>
              <a:gd name="connsiteX9" fmla="*/ 138351 w 7742464"/>
              <a:gd name="connsiteY9" fmla="*/ 2116479 h 5061961"/>
              <a:gd name="connsiteX10" fmla="*/ 887026 w 7742464"/>
              <a:gd name="connsiteY10" fmla="*/ 998674 h 5061961"/>
              <a:gd name="connsiteX11" fmla="*/ 812571 w 7742464"/>
              <a:gd name="connsiteY11" fmla="*/ 373158 h 5061961"/>
              <a:gd name="connsiteX12" fmla="*/ 1773030 w 7742464"/>
              <a:gd name="connsiteY12" fmla="*/ 499346 h 5061961"/>
              <a:gd name="connsiteX13" fmla="*/ 3730409 w 7742464"/>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3817 w 7742464"/>
              <a:gd name="connsiteY6" fmla="*/ 4387149 h 5061961"/>
              <a:gd name="connsiteX7" fmla="*/ 28088 w 7742464"/>
              <a:gd name="connsiteY7" fmla="*/ 2902523 h 5061961"/>
              <a:gd name="connsiteX8" fmla="*/ 138351 w 7742464"/>
              <a:gd name="connsiteY8" fmla="*/ 2116479 h 5061961"/>
              <a:gd name="connsiteX9" fmla="*/ 887026 w 7742464"/>
              <a:gd name="connsiteY9" fmla="*/ 998674 h 5061961"/>
              <a:gd name="connsiteX10" fmla="*/ 812571 w 7742464"/>
              <a:gd name="connsiteY10" fmla="*/ 373158 h 5061961"/>
              <a:gd name="connsiteX11" fmla="*/ 1773030 w 7742464"/>
              <a:gd name="connsiteY11" fmla="*/ 499346 h 5061961"/>
              <a:gd name="connsiteX12" fmla="*/ 3730409 w 7742464"/>
              <a:gd name="connsiteY12" fmla="*/ 1 h 5061961"/>
              <a:gd name="connsiteX0" fmla="*/ 3730409 w 7742464"/>
              <a:gd name="connsiteY0" fmla="*/ 1 h 5062019"/>
              <a:gd name="connsiteX1" fmla="*/ 6324415 w 7742464"/>
              <a:gd name="connsiteY1" fmla="*/ 313740 h 5062019"/>
              <a:gd name="connsiteX2" fmla="*/ 7699778 w 7742464"/>
              <a:gd name="connsiteY2" fmla="*/ 1893640 h 5062019"/>
              <a:gd name="connsiteX3" fmla="*/ 7011036 w 7742464"/>
              <a:gd name="connsiteY3" fmla="*/ 4240028 h 5062019"/>
              <a:gd name="connsiteX4" fmla="*/ 3358857 w 7742464"/>
              <a:gd name="connsiteY4" fmla="*/ 5060764 h 5062019"/>
              <a:gd name="connsiteX5" fmla="*/ 473817 w 7742464"/>
              <a:gd name="connsiteY5" fmla="*/ 4387149 h 5062019"/>
              <a:gd name="connsiteX6" fmla="*/ 28088 w 7742464"/>
              <a:gd name="connsiteY6" fmla="*/ 2902523 h 5062019"/>
              <a:gd name="connsiteX7" fmla="*/ 138351 w 7742464"/>
              <a:gd name="connsiteY7" fmla="*/ 2116479 h 5062019"/>
              <a:gd name="connsiteX8" fmla="*/ 887026 w 7742464"/>
              <a:gd name="connsiteY8" fmla="*/ 998674 h 5062019"/>
              <a:gd name="connsiteX9" fmla="*/ 812571 w 7742464"/>
              <a:gd name="connsiteY9" fmla="*/ 373158 h 5062019"/>
              <a:gd name="connsiteX10" fmla="*/ 1773030 w 7742464"/>
              <a:gd name="connsiteY10" fmla="*/ 499346 h 5062019"/>
              <a:gd name="connsiteX11" fmla="*/ 3730409 w 7742464"/>
              <a:gd name="connsiteY11" fmla="*/ 1 h 5062019"/>
              <a:gd name="connsiteX0" fmla="*/ 3736775 w 7748830"/>
              <a:gd name="connsiteY0" fmla="*/ 1 h 5084826"/>
              <a:gd name="connsiteX1" fmla="*/ 6330781 w 7748830"/>
              <a:gd name="connsiteY1" fmla="*/ 313740 h 5084826"/>
              <a:gd name="connsiteX2" fmla="*/ 7706144 w 7748830"/>
              <a:gd name="connsiteY2" fmla="*/ 1893640 h 5084826"/>
              <a:gd name="connsiteX3" fmla="*/ 7017402 w 7748830"/>
              <a:gd name="connsiteY3" fmla="*/ 4240028 h 5084826"/>
              <a:gd name="connsiteX4" fmla="*/ 3365223 w 7748830"/>
              <a:gd name="connsiteY4" fmla="*/ 5060764 h 5084826"/>
              <a:gd name="connsiteX5" fmla="*/ 566153 w 7748830"/>
              <a:gd name="connsiteY5" fmla="*/ 4685337 h 5084826"/>
              <a:gd name="connsiteX6" fmla="*/ 34454 w 7748830"/>
              <a:gd name="connsiteY6" fmla="*/ 2902523 h 5084826"/>
              <a:gd name="connsiteX7" fmla="*/ 144717 w 7748830"/>
              <a:gd name="connsiteY7" fmla="*/ 2116479 h 5084826"/>
              <a:gd name="connsiteX8" fmla="*/ 893392 w 7748830"/>
              <a:gd name="connsiteY8" fmla="*/ 998674 h 5084826"/>
              <a:gd name="connsiteX9" fmla="*/ 818937 w 7748830"/>
              <a:gd name="connsiteY9" fmla="*/ 373158 h 5084826"/>
              <a:gd name="connsiteX10" fmla="*/ 1779396 w 7748830"/>
              <a:gd name="connsiteY10" fmla="*/ 499346 h 5084826"/>
              <a:gd name="connsiteX11" fmla="*/ 3736775 w 7748830"/>
              <a:gd name="connsiteY11" fmla="*/ 1 h 5084826"/>
              <a:gd name="connsiteX0" fmla="*/ 3626592 w 7638647"/>
              <a:gd name="connsiteY0" fmla="*/ 1 h 5105505"/>
              <a:gd name="connsiteX1" fmla="*/ 6220598 w 7638647"/>
              <a:gd name="connsiteY1" fmla="*/ 313740 h 5105505"/>
              <a:gd name="connsiteX2" fmla="*/ 7595961 w 7638647"/>
              <a:gd name="connsiteY2" fmla="*/ 1893640 h 5105505"/>
              <a:gd name="connsiteX3" fmla="*/ 6907219 w 7638647"/>
              <a:gd name="connsiteY3" fmla="*/ 4240028 h 5105505"/>
              <a:gd name="connsiteX4" fmla="*/ 3255040 w 7638647"/>
              <a:gd name="connsiteY4" fmla="*/ 5060764 h 5105505"/>
              <a:gd name="connsiteX5" fmla="*/ 455970 w 7638647"/>
              <a:gd name="connsiteY5" fmla="*/ 4685337 h 5105505"/>
              <a:gd name="connsiteX6" fmla="*/ 34534 w 7638647"/>
              <a:gd name="connsiteY6" fmla="*/ 2116479 h 5105505"/>
              <a:gd name="connsiteX7" fmla="*/ 783209 w 7638647"/>
              <a:gd name="connsiteY7" fmla="*/ 998674 h 5105505"/>
              <a:gd name="connsiteX8" fmla="*/ 708754 w 7638647"/>
              <a:gd name="connsiteY8" fmla="*/ 373158 h 5105505"/>
              <a:gd name="connsiteX9" fmla="*/ 1669213 w 7638647"/>
              <a:gd name="connsiteY9" fmla="*/ 499346 h 5105505"/>
              <a:gd name="connsiteX10" fmla="*/ 3626592 w 7638647"/>
              <a:gd name="connsiteY10" fmla="*/ 1 h 5105505"/>
              <a:gd name="connsiteX0" fmla="*/ 3603023 w 7615078"/>
              <a:gd name="connsiteY0" fmla="*/ 1 h 5124997"/>
              <a:gd name="connsiteX1" fmla="*/ 6197029 w 7615078"/>
              <a:gd name="connsiteY1" fmla="*/ 313740 h 5124997"/>
              <a:gd name="connsiteX2" fmla="*/ 7572392 w 7615078"/>
              <a:gd name="connsiteY2" fmla="*/ 1893640 h 5124997"/>
              <a:gd name="connsiteX3" fmla="*/ 6883650 w 7615078"/>
              <a:gd name="connsiteY3" fmla="*/ 4240028 h 5124997"/>
              <a:gd name="connsiteX4" fmla="*/ 3231471 w 7615078"/>
              <a:gd name="connsiteY4" fmla="*/ 5060764 h 5124997"/>
              <a:gd name="connsiteX5" fmla="*/ 633161 w 7615078"/>
              <a:gd name="connsiteY5" fmla="*/ 4739149 h 5124997"/>
              <a:gd name="connsiteX6" fmla="*/ 10965 w 7615078"/>
              <a:gd name="connsiteY6" fmla="*/ 2116479 h 5124997"/>
              <a:gd name="connsiteX7" fmla="*/ 759640 w 7615078"/>
              <a:gd name="connsiteY7" fmla="*/ 998674 h 5124997"/>
              <a:gd name="connsiteX8" fmla="*/ 685185 w 7615078"/>
              <a:gd name="connsiteY8" fmla="*/ 373158 h 5124997"/>
              <a:gd name="connsiteX9" fmla="*/ 1645644 w 7615078"/>
              <a:gd name="connsiteY9" fmla="*/ 499346 h 5124997"/>
              <a:gd name="connsiteX10" fmla="*/ 3603023 w 7615078"/>
              <a:gd name="connsiteY10" fmla="*/ 1 h 5124997"/>
              <a:gd name="connsiteX0" fmla="*/ 3604900 w 7616955"/>
              <a:gd name="connsiteY0" fmla="*/ 1 h 5156507"/>
              <a:gd name="connsiteX1" fmla="*/ 6198906 w 7616955"/>
              <a:gd name="connsiteY1" fmla="*/ 313740 h 5156507"/>
              <a:gd name="connsiteX2" fmla="*/ 7574269 w 7616955"/>
              <a:gd name="connsiteY2" fmla="*/ 1893640 h 5156507"/>
              <a:gd name="connsiteX3" fmla="*/ 6885527 w 7616955"/>
              <a:gd name="connsiteY3" fmla="*/ 4240028 h 5156507"/>
              <a:gd name="connsiteX4" fmla="*/ 3233348 w 7616955"/>
              <a:gd name="connsiteY4" fmla="*/ 5060764 h 5156507"/>
              <a:gd name="connsiteX5" fmla="*/ 600275 w 7616955"/>
              <a:gd name="connsiteY5" fmla="*/ 4809242 h 5156507"/>
              <a:gd name="connsiteX6" fmla="*/ 12842 w 7616955"/>
              <a:gd name="connsiteY6" fmla="*/ 2116479 h 5156507"/>
              <a:gd name="connsiteX7" fmla="*/ 761517 w 7616955"/>
              <a:gd name="connsiteY7" fmla="*/ 998674 h 5156507"/>
              <a:gd name="connsiteX8" fmla="*/ 687062 w 7616955"/>
              <a:gd name="connsiteY8" fmla="*/ 373158 h 5156507"/>
              <a:gd name="connsiteX9" fmla="*/ 1647521 w 7616955"/>
              <a:gd name="connsiteY9" fmla="*/ 499346 h 5156507"/>
              <a:gd name="connsiteX10" fmla="*/ 3604900 w 7616955"/>
              <a:gd name="connsiteY10" fmla="*/ 1 h 5156507"/>
              <a:gd name="connsiteX0" fmla="*/ 3605747 w 7617802"/>
              <a:gd name="connsiteY0" fmla="*/ 1 h 5103957"/>
              <a:gd name="connsiteX1" fmla="*/ 6199753 w 7617802"/>
              <a:gd name="connsiteY1" fmla="*/ 313740 h 5103957"/>
              <a:gd name="connsiteX2" fmla="*/ 7575116 w 7617802"/>
              <a:gd name="connsiteY2" fmla="*/ 1893640 h 5103957"/>
              <a:gd name="connsiteX3" fmla="*/ 6886374 w 7617802"/>
              <a:gd name="connsiteY3" fmla="*/ 4240028 h 5103957"/>
              <a:gd name="connsiteX4" fmla="*/ 3234195 w 7617802"/>
              <a:gd name="connsiteY4" fmla="*/ 5060764 h 5103957"/>
              <a:gd name="connsiteX5" fmla="*/ 588097 w 7617802"/>
              <a:gd name="connsiteY5" fmla="*/ 4680481 h 5103957"/>
              <a:gd name="connsiteX6" fmla="*/ 13689 w 7617802"/>
              <a:gd name="connsiteY6" fmla="*/ 2116479 h 5103957"/>
              <a:gd name="connsiteX7" fmla="*/ 762364 w 7617802"/>
              <a:gd name="connsiteY7" fmla="*/ 998674 h 5103957"/>
              <a:gd name="connsiteX8" fmla="*/ 687909 w 7617802"/>
              <a:gd name="connsiteY8" fmla="*/ 373158 h 5103957"/>
              <a:gd name="connsiteX9" fmla="*/ 1648368 w 7617802"/>
              <a:gd name="connsiteY9" fmla="*/ 499346 h 5103957"/>
              <a:gd name="connsiteX10" fmla="*/ 3605747 w 7617802"/>
              <a:gd name="connsiteY10" fmla="*/ 1 h 5103957"/>
              <a:gd name="connsiteX0" fmla="*/ 3603400 w 7615455"/>
              <a:gd name="connsiteY0" fmla="*/ 1 h 5103958"/>
              <a:gd name="connsiteX1" fmla="*/ 6197406 w 7615455"/>
              <a:gd name="connsiteY1" fmla="*/ 313740 h 5103958"/>
              <a:gd name="connsiteX2" fmla="*/ 7572769 w 7615455"/>
              <a:gd name="connsiteY2" fmla="*/ 1893640 h 5103958"/>
              <a:gd name="connsiteX3" fmla="*/ 6884027 w 7615455"/>
              <a:gd name="connsiteY3" fmla="*/ 4240028 h 5103958"/>
              <a:gd name="connsiteX4" fmla="*/ 3231848 w 7615455"/>
              <a:gd name="connsiteY4" fmla="*/ 5060764 h 5103958"/>
              <a:gd name="connsiteX5" fmla="*/ 585750 w 7615455"/>
              <a:gd name="connsiteY5" fmla="*/ 4680481 h 5103958"/>
              <a:gd name="connsiteX6" fmla="*/ 13865 w 7615455"/>
              <a:gd name="connsiteY6" fmla="*/ 2279334 h 5103958"/>
              <a:gd name="connsiteX7" fmla="*/ 760017 w 7615455"/>
              <a:gd name="connsiteY7" fmla="*/ 998674 h 5103958"/>
              <a:gd name="connsiteX8" fmla="*/ 685562 w 7615455"/>
              <a:gd name="connsiteY8" fmla="*/ 373158 h 5103958"/>
              <a:gd name="connsiteX9" fmla="*/ 1646021 w 7615455"/>
              <a:gd name="connsiteY9" fmla="*/ 499346 h 5103958"/>
              <a:gd name="connsiteX10" fmla="*/ 3603400 w 7615455"/>
              <a:gd name="connsiteY10" fmla="*/ 1 h 5103958"/>
              <a:gd name="connsiteX0" fmla="*/ 3603400 w 7554491"/>
              <a:gd name="connsiteY0" fmla="*/ 1 h 5103958"/>
              <a:gd name="connsiteX1" fmla="*/ 6197406 w 7554491"/>
              <a:gd name="connsiteY1" fmla="*/ 313740 h 5103958"/>
              <a:gd name="connsiteX2" fmla="*/ 7502348 w 7554491"/>
              <a:gd name="connsiteY2" fmla="*/ 1887069 h 5103958"/>
              <a:gd name="connsiteX3" fmla="*/ 6884027 w 7554491"/>
              <a:gd name="connsiteY3" fmla="*/ 4240028 h 5103958"/>
              <a:gd name="connsiteX4" fmla="*/ 3231848 w 7554491"/>
              <a:gd name="connsiteY4" fmla="*/ 5060764 h 5103958"/>
              <a:gd name="connsiteX5" fmla="*/ 585750 w 7554491"/>
              <a:gd name="connsiteY5" fmla="*/ 4680481 h 5103958"/>
              <a:gd name="connsiteX6" fmla="*/ 13865 w 7554491"/>
              <a:gd name="connsiteY6" fmla="*/ 2279334 h 5103958"/>
              <a:gd name="connsiteX7" fmla="*/ 760017 w 7554491"/>
              <a:gd name="connsiteY7" fmla="*/ 998674 h 5103958"/>
              <a:gd name="connsiteX8" fmla="*/ 685562 w 7554491"/>
              <a:gd name="connsiteY8" fmla="*/ 373158 h 5103958"/>
              <a:gd name="connsiteX9" fmla="*/ 1646021 w 7554491"/>
              <a:gd name="connsiteY9" fmla="*/ 499346 h 5103958"/>
              <a:gd name="connsiteX10" fmla="*/ 3603400 w 7554491"/>
              <a:gd name="connsiteY10" fmla="*/ 1 h 5103958"/>
              <a:gd name="connsiteX0" fmla="*/ 3603400 w 7546134"/>
              <a:gd name="connsiteY0" fmla="*/ 1 h 5103958"/>
              <a:gd name="connsiteX1" fmla="*/ 6197406 w 7546134"/>
              <a:gd name="connsiteY1" fmla="*/ 313740 h 5103958"/>
              <a:gd name="connsiteX2" fmla="*/ 7502348 w 7546134"/>
              <a:gd name="connsiteY2" fmla="*/ 1887069 h 5103958"/>
              <a:gd name="connsiteX3" fmla="*/ 6884027 w 7546134"/>
              <a:gd name="connsiteY3" fmla="*/ 4240028 h 5103958"/>
              <a:gd name="connsiteX4" fmla="*/ 3231848 w 7546134"/>
              <a:gd name="connsiteY4" fmla="*/ 5060764 h 5103958"/>
              <a:gd name="connsiteX5" fmla="*/ 585750 w 7546134"/>
              <a:gd name="connsiteY5" fmla="*/ 4680481 h 5103958"/>
              <a:gd name="connsiteX6" fmla="*/ 13865 w 7546134"/>
              <a:gd name="connsiteY6" fmla="*/ 2279334 h 5103958"/>
              <a:gd name="connsiteX7" fmla="*/ 760017 w 7546134"/>
              <a:gd name="connsiteY7" fmla="*/ 998674 h 5103958"/>
              <a:gd name="connsiteX8" fmla="*/ 685562 w 7546134"/>
              <a:gd name="connsiteY8" fmla="*/ 373158 h 5103958"/>
              <a:gd name="connsiteX9" fmla="*/ 1646021 w 7546134"/>
              <a:gd name="connsiteY9" fmla="*/ 499346 h 5103958"/>
              <a:gd name="connsiteX10" fmla="*/ 3603400 w 7546134"/>
              <a:gd name="connsiteY10" fmla="*/ 1 h 5103958"/>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417783"/>
              <a:gd name="connsiteY0" fmla="*/ 31687 h 5135644"/>
              <a:gd name="connsiteX1" fmla="*/ 6197406 w 7417783"/>
              <a:gd name="connsiteY1" fmla="*/ 345426 h 5135644"/>
              <a:gd name="connsiteX2" fmla="*/ 7339607 w 7417783"/>
              <a:gd name="connsiteY2" fmla="*/ 1827041 h 5135644"/>
              <a:gd name="connsiteX3" fmla="*/ 6884027 w 7417783"/>
              <a:gd name="connsiteY3" fmla="*/ 4271714 h 5135644"/>
              <a:gd name="connsiteX4" fmla="*/ 3231848 w 7417783"/>
              <a:gd name="connsiteY4" fmla="*/ 5092450 h 5135644"/>
              <a:gd name="connsiteX5" fmla="*/ 585750 w 7417783"/>
              <a:gd name="connsiteY5" fmla="*/ 4712167 h 5135644"/>
              <a:gd name="connsiteX6" fmla="*/ 13865 w 7417783"/>
              <a:gd name="connsiteY6" fmla="*/ 2311020 h 5135644"/>
              <a:gd name="connsiteX7" fmla="*/ 760017 w 7417783"/>
              <a:gd name="connsiteY7" fmla="*/ 1030360 h 5135644"/>
              <a:gd name="connsiteX8" fmla="*/ 685562 w 7417783"/>
              <a:gd name="connsiteY8" fmla="*/ 404844 h 5135644"/>
              <a:gd name="connsiteX9" fmla="*/ 1646021 w 7417783"/>
              <a:gd name="connsiteY9" fmla="*/ 531032 h 5135644"/>
              <a:gd name="connsiteX10" fmla="*/ 3603400 w 7417783"/>
              <a:gd name="connsiteY10" fmla="*/ 31687 h 5135644"/>
              <a:gd name="connsiteX0" fmla="*/ 3603400 w 7374876"/>
              <a:gd name="connsiteY0" fmla="*/ 31687 h 5136334"/>
              <a:gd name="connsiteX1" fmla="*/ 6197406 w 7374876"/>
              <a:gd name="connsiteY1" fmla="*/ 345426 h 5136334"/>
              <a:gd name="connsiteX2" fmla="*/ 7339607 w 7374876"/>
              <a:gd name="connsiteY2" fmla="*/ 1827041 h 5136334"/>
              <a:gd name="connsiteX3" fmla="*/ 6715667 w 7374876"/>
              <a:gd name="connsiteY3" fmla="*/ 4262378 h 5136334"/>
              <a:gd name="connsiteX4" fmla="*/ 3231848 w 7374876"/>
              <a:gd name="connsiteY4" fmla="*/ 5092450 h 5136334"/>
              <a:gd name="connsiteX5" fmla="*/ 585750 w 7374876"/>
              <a:gd name="connsiteY5" fmla="*/ 4712167 h 5136334"/>
              <a:gd name="connsiteX6" fmla="*/ 13865 w 7374876"/>
              <a:gd name="connsiteY6" fmla="*/ 2311020 h 5136334"/>
              <a:gd name="connsiteX7" fmla="*/ 760017 w 7374876"/>
              <a:gd name="connsiteY7" fmla="*/ 1030360 h 5136334"/>
              <a:gd name="connsiteX8" fmla="*/ 685562 w 7374876"/>
              <a:gd name="connsiteY8" fmla="*/ 404844 h 5136334"/>
              <a:gd name="connsiteX9" fmla="*/ 1646021 w 7374876"/>
              <a:gd name="connsiteY9" fmla="*/ 531032 h 5136334"/>
              <a:gd name="connsiteX10" fmla="*/ 3603400 w 7374876"/>
              <a:gd name="connsiteY10" fmla="*/ 31687 h 5136334"/>
              <a:gd name="connsiteX0" fmla="*/ 3603400 w 7366286"/>
              <a:gd name="connsiteY0" fmla="*/ 31687 h 5147961"/>
              <a:gd name="connsiteX1" fmla="*/ 6197406 w 7366286"/>
              <a:gd name="connsiteY1" fmla="*/ 345426 h 5147961"/>
              <a:gd name="connsiteX2" fmla="*/ 7339607 w 7366286"/>
              <a:gd name="connsiteY2" fmla="*/ 1827041 h 5147961"/>
              <a:gd name="connsiteX3" fmla="*/ 6671868 w 7366286"/>
              <a:gd name="connsiteY3" fmla="*/ 4105237 h 5147961"/>
              <a:gd name="connsiteX4" fmla="*/ 3231848 w 7366286"/>
              <a:gd name="connsiteY4" fmla="*/ 5092450 h 5147961"/>
              <a:gd name="connsiteX5" fmla="*/ 585750 w 7366286"/>
              <a:gd name="connsiteY5" fmla="*/ 4712167 h 5147961"/>
              <a:gd name="connsiteX6" fmla="*/ 13865 w 7366286"/>
              <a:gd name="connsiteY6" fmla="*/ 2311020 h 5147961"/>
              <a:gd name="connsiteX7" fmla="*/ 760017 w 7366286"/>
              <a:gd name="connsiteY7" fmla="*/ 1030360 h 5147961"/>
              <a:gd name="connsiteX8" fmla="*/ 685562 w 7366286"/>
              <a:gd name="connsiteY8" fmla="*/ 404844 h 5147961"/>
              <a:gd name="connsiteX9" fmla="*/ 1646021 w 7366286"/>
              <a:gd name="connsiteY9" fmla="*/ 531032 h 5147961"/>
              <a:gd name="connsiteX10" fmla="*/ 3603400 w 7366286"/>
              <a:gd name="connsiteY10" fmla="*/ 31687 h 5147961"/>
              <a:gd name="connsiteX0" fmla="*/ 3603400 w 7359988"/>
              <a:gd name="connsiteY0" fmla="*/ 31687 h 5146347"/>
              <a:gd name="connsiteX1" fmla="*/ 6197406 w 7359988"/>
              <a:gd name="connsiteY1" fmla="*/ 345426 h 5146347"/>
              <a:gd name="connsiteX2" fmla="*/ 7339607 w 7359988"/>
              <a:gd name="connsiteY2" fmla="*/ 1827041 h 5146347"/>
              <a:gd name="connsiteX3" fmla="*/ 6632220 w 7359988"/>
              <a:gd name="connsiteY3" fmla="*/ 4127047 h 5146347"/>
              <a:gd name="connsiteX4" fmla="*/ 3231848 w 7359988"/>
              <a:gd name="connsiteY4" fmla="*/ 5092450 h 5146347"/>
              <a:gd name="connsiteX5" fmla="*/ 585750 w 7359988"/>
              <a:gd name="connsiteY5" fmla="*/ 4712167 h 5146347"/>
              <a:gd name="connsiteX6" fmla="*/ 13865 w 7359988"/>
              <a:gd name="connsiteY6" fmla="*/ 2311020 h 5146347"/>
              <a:gd name="connsiteX7" fmla="*/ 760017 w 7359988"/>
              <a:gd name="connsiteY7" fmla="*/ 1030360 h 5146347"/>
              <a:gd name="connsiteX8" fmla="*/ 685562 w 7359988"/>
              <a:gd name="connsiteY8" fmla="*/ 404844 h 5146347"/>
              <a:gd name="connsiteX9" fmla="*/ 1646021 w 7359988"/>
              <a:gd name="connsiteY9" fmla="*/ 531032 h 5146347"/>
              <a:gd name="connsiteX10" fmla="*/ 3603400 w 7359988"/>
              <a:gd name="connsiteY10" fmla="*/ 31687 h 5146347"/>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5562 w 7283289"/>
              <a:gd name="connsiteY8" fmla="*/ 404747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29414 w 7283289"/>
              <a:gd name="connsiteY7" fmla="*/ 109792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194149"/>
              <a:gd name="connsiteY0" fmla="*/ 31938 h 5146598"/>
              <a:gd name="connsiteX1" fmla="*/ 6197406 w 7194149"/>
              <a:gd name="connsiteY1" fmla="*/ 345677 h 5146598"/>
              <a:gd name="connsiteX2" fmla="*/ 7150714 w 7194149"/>
              <a:gd name="connsiteY2" fmla="*/ 1839431 h 5146598"/>
              <a:gd name="connsiteX3" fmla="*/ 6632220 w 7194149"/>
              <a:gd name="connsiteY3" fmla="*/ 4127298 h 5146598"/>
              <a:gd name="connsiteX4" fmla="*/ 3231848 w 7194149"/>
              <a:gd name="connsiteY4" fmla="*/ 5092701 h 5146598"/>
              <a:gd name="connsiteX5" fmla="*/ 585750 w 7194149"/>
              <a:gd name="connsiteY5" fmla="*/ 4712418 h 5146598"/>
              <a:gd name="connsiteX6" fmla="*/ 13865 w 7194149"/>
              <a:gd name="connsiteY6" fmla="*/ 2311271 h 5146598"/>
              <a:gd name="connsiteX7" fmla="*/ 729414 w 7194149"/>
              <a:gd name="connsiteY7" fmla="*/ 1098271 h 5146598"/>
              <a:gd name="connsiteX8" fmla="*/ 680359 w 7194149"/>
              <a:gd name="connsiteY8" fmla="*/ 292989 h 5146598"/>
              <a:gd name="connsiteX9" fmla="*/ 1646021 w 7194149"/>
              <a:gd name="connsiteY9" fmla="*/ 531283 h 5146598"/>
              <a:gd name="connsiteX10" fmla="*/ 3603400 w 7194149"/>
              <a:gd name="connsiteY10" fmla="*/ 31938 h 5146598"/>
              <a:gd name="connsiteX0" fmla="*/ 3603400 w 7107447"/>
              <a:gd name="connsiteY0" fmla="*/ 32329 h 5146989"/>
              <a:gd name="connsiteX1" fmla="*/ 6197406 w 7107447"/>
              <a:gd name="connsiteY1" fmla="*/ 346068 h 5146989"/>
              <a:gd name="connsiteX2" fmla="*/ 7035528 w 7107447"/>
              <a:gd name="connsiteY2" fmla="*/ 1858310 h 5146989"/>
              <a:gd name="connsiteX3" fmla="*/ 6632220 w 7107447"/>
              <a:gd name="connsiteY3" fmla="*/ 4127689 h 5146989"/>
              <a:gd name="connsiteX4" fmla="*/ 3231848 w 7107447"/>
              <a:gd name="connsiteY4" fmla="*/ 5093092 h 5146989"/>
              <a:gd name="connsiteX5" fmla="*/ 585750 w 7107447"/>
              <a:gd name="connsiteY5" fmla="*/ 4712809 h 5146989"/>
              <a:gd name="connsiteX6" fmla="*/ 13865 w 7107447"/>
              <a:gd name="connsiteY6" fmla="*/ 2311662 h 5146989"/>
              <a:gd name="connsiteX7" fmla="*/ 729414 w 7107447"/>
              <a:gd name="connsiteY7" fmla="*/ 1098662 h 5146989"/>
              <a:gd name="connsiteX8" fmla="*/ 680359 w 7107447"/>
              <a:gd name="connsiteY8" fmla="*/ 293380 h 5146989"/>
              <a:gd name="connsiteX9" fmla="*/ 1646021 w 7107447"/>
              <a:gd name="connsiteY9" fmla="*/ 531674 h 5146989"/>
              <a:gd name="connsiteX10" fmla="*/ 3603400 w 7107447"/>
              <a:gd name="connsiteY10" fmla="*/ 32329 h 5146989"/>
              <a:gd name="connsiteX0" fmla="*/ 3603400 w 7107447"/>
              <a:gd name="connsiteY0" fmla="*/ 31042 h 5145702"/>
              <a:gd name="connsiteX1" fmla="*/ 6197406 w 7107447"/>
              <a:gd name="connsiteY1" fmla="*/ 344781 h 5145702"/>
              <a:gd name="connsiteX2" fmla="*/ 7035528 w 7107447"/>
              <a:gd name="connsiteY2" fmla="*/ 1857023 h 5145702"/>
              <a:gd name="connsiteX3" fmla="*/ 6632220 w 7107447"/>
              <a:gd name="connsiteY3" fmla="*/ 4126402 h 5145702"/>
              <a:gd name="connsiteX4" fmla="*/ 3231848 w 7107447"/>
              <a:gd name="connsiteY4" fmla="*/ 5091805 h 5145702"/>
              <a:gd name="connsiteX5" fmla="*/ 585750 w 7107447"/>
              <a:gd name="connsiteY5" fmla="*/ 4711522 h 5145702"/>
              <a:gd name="connsiteX6" fmla="*/ 13865 w 7107447"/>
              <a:gd name="connsiteY6" fmla="*/ 2310375 h 5145702"/>
              <a:gd name="connsiteX7" fmla="*/ 729414 w 7107447"/>
              <a:gd name="connsiteY7" fmla="*/ 1097375 h 5145702"/>
              <a:gd name="connsiteX8" fmla="*/ 680359 w 7107447"/>
              <a:gd name="connsiteY8" fmla="*/ 292093 h 5145702"/>
              <a:gd name="connsiteX9" fmla="*/ 1646021 w 7107447"/>
              <a:gd name="connsiteY9" fmla="*/ 530387 h 5145702"/>
              <a:gd name="connsiteX10" fmla="*/ 3603400 w 7107447"/>
              <a:gd name="connsiteY10" fmla="*/ 31042 h 5145702"/>
              <a:gd name="connsiteX0" fmla="*/ 3603400 w 7125591"/>
              <a:gd name="connsiteY0" fmla="*/ 31042 h 5145702"/>
              <a:gd name="connsiteX1" fmla="*/ 6197406 w 7125591"/>
              <a:gd name="connsiteY1" fmla="*/ 344781 h 5145702"/>
              <a:gd name="connsiteX2" fmla="*/ 7035528 w 7125591"/>
              <a:gd name="connsiteY2" fmla="*/ 1857023 h 5145702"/>
              <a:gd name="connsiteX3" fmla="*/ 6632220 w 7125591"/>
              <a:gd name="connsiteY3" fmla="*/ 4126402 h 5145702"/>
              <a:gd name="connsiteX4" fmla="*/ 3231848 w 7125591"/>
              <a:gd name="connsiteY4" fmla="*/ 5091805 h 5145702"/>
              <a:gd name="connsiteX5" fmla="*/ 585750 w 7125591"/>
              <a:gd name="connsiteY5" fmla="*/ 4711522 h 5145702"/>
              <a:gd name="connsiteX6" fmla="*/ 13865 w 7125591"/>
              <a:gd name="connsiteY6" fmla="*/ 2310375 h 5145702"/>
              <a:gd name="connsiteX7" fmla="*/ 729414 w 7125591"/>
              <a:gd name="connsiteY7" fmla="*/ 1097375 h 5145702"/>
              <a:gd name="connsiteX8" fmla="*/ 680359 w 7125591"/>
              <a:gd name="connsiteY8" fmla="*/ 292093 h 5145702"/>
              <a:gd name="connsiteX9" fmla="*/ 1646021 w 7125591"/>
              <a:gd name="connsiteY9" fmla="*/ 530387 h 5145702"/>
              <a:gd name="connsiteX10" fmla="*/ 3603400 w 7125591"/>
              <a:gd name="connsiteY10" fmla="*/ 31042 h 5145702"/>
              <a:gd name="connsiteX0" fmla="*/ 3603400 w 7073245"/>
              <a:gd name="connsiteY0" fmla="*/ 31042 h 5143141"/>
              <a:gd name="connsiteX1" fmla="*/ 6197406 w 7073245"/>
              <a:gd name="connsiteY1" fmla="*/ 344781 h 5143141"/>
              <a:gd name="connsiteX2" fmla="*/ 7035528 w 7073245"/>
              <a:gd name="connsiteY2" fmla="*/ 1857023 h 5143141"/>
              <a:gd name="connsiteX3" fmla="*/ 6538881 w 7073245"/>
              <a:gd name="connsiteY3" fmla="*/ 4160999 h 5143141"/>
              <a:gd name="connsiteX4" fmla="*/ 3231848 w 7073245"/>
              <a:gd name="connsiteY4" fmla="*/ 5091805 h 5143141"/>
              <a:gd name="connsiteX5" fmla="*/ 585750 w 7073245"/>
              <a:gd name="connsiteY5" fmla="*/ 4711522 h 5143141"/>
              <a:gd name="connsiteX6" fmla="*/ 13865 w 7073245"/>
              <a:gd name="connsiteY6" fmla="*/ 2310375 h 5143141"/>
              <a:gd name="connsiteX7" fmla="*/ 729414 w 7073245"/>
              <a:gd name="connsiteY7" fmla="*/ 1097375 h 5143141"/>
              <a:gd name="connsiteX8" fmla="*/ 680359 w 7073245"/>
              <a:gd name="connsiteY8" fmla="*/ 292093 h 5143141"/>
              <a:gd name="connsiteX9" fmla="*/ 1646021 w 7073245"/>
              <a:gd name="connsiteY9" fmla="*/ 530387 h 5143141"/>
              <a:gd name="connsiteX10" fmla="*/ 3603400 w 7073245"/>
              <a:gd name="connsiteY10" fmla="*/ 31042 h 5143141"/>
              <a:gd name="connsiteX0" fmla="*/ 3603400 w 7074446"/>
              <a:gd name="connsiteY0" fmla="*/ 31042 h 5143143"/>
              <a:gd name="connsiteX1" fmla="*/ 6197406 w 7074446"/>
              <a:gd name="connsiteY1" fmla="*/ 344781 h 5143143"/>
              <a:gd name="connsiteX2" fmla="*/ 7035528 w 7074446"/>
              <a:gd name="connsiteY2" fmla="*/ 1857023 h 5143143"/>
              <a:gd name="connsiteX3" fmla="*/ 6538881 w 7074446"/>
              <a:gd name="connsiteY3" fmla="*/ 4160999 h 5143143"/>
              <a:gd name="connsiteX4" fmla="*/ 3231848 w 7074446"/>
              <a:gd name="connsiteY4" fmla="*/ 5091805 h 5143143"/>
              <a:gd name="connsiteX5" fmla="*/ 585750 w 7074446"/>
              <a:gd name="connsiteY5" fmla="*/ 4711522 h 5143143"/>
              <a:gd name="connsiteX6" fmla="*/ 13865 w 7074446"/>
              <a:gd name="connsiteY6" fmla="*/ 2310375 h 5143143"/>
              <a:gd name="connsiteX7" fmla="*/ 729414 w 7074446"/>
              <a:gd name="connsiteY7" fmla="*/ 1097375 h 5143143"/>
              <a:gd name="connsiteX8" fmla="*/ 680359 w 7074446"/>
              <a:gd name="connsiteY8" fmla="*/ 292093 h 5143143"/>
              <a:gd name="connsiteX9" fmla="*/ 1646021 w 7074446"/>
              <a:gd name="connsiteY9" fmla="*/ 530387 h 5143143"/>
              <a:gd name="connsiteX10" fmla="*/ 3603400 w 7074446"/>
              <a:gd name="connsiteY10" fmla="*/ 31042 h 5143143"/>
              <a:gd name="connsiteX0" fmla="*/ 4992048 w 8463094"/>
              <a:gd name="connsiteY0" fmla="*/ 31042 h 5138527"/>
              <a:gd name="connsiteX1" fmla="*/ 7586054 w 8463094"/>
              <a:gd name="connsiteY1" fmla="*/ 344781 h 5138527"/>
              <a:gd name="connsiteX2" fmla="*/ 8424176 w 8463094"/>
              <a:gd name="connsiteY2" fmla="*/ 1857023 h 5138527"/>
              <a:gd name="connsiteX3" fmla="*/ 7927529 w 8463094"/>
              <a:gd name="connsiteY3" fmla="*/ 4160999 h 5138527"/>
              <a:gd name="connsiteX4" fmla="*/ 4620496 w 8463094"/>
              <a:gd name="connsiteY4" fmla="*/ 5091805 h 5138527"/>
              <a:gd name="connsiteX5" fmla="*/ 1974398 w 8463094"/>
              <a:gd name="connsiteY5" fmla="*/ 4711522 h 5138527"/>
              <a:gd name="connsiteX6" fmla="*/ 1715 w 8463094"/>
              <a:gd name="connsiteY6" fmla="*/ 2285571 h 5138527"/>
              <a:gd name="connsiteX7" fmla="*/ 2118062 w 8463094"/>
              <a:gd name="connsiteY7" fmla="*/ 1097375 h 5138527"/>
              <a:gd name="connsiteX8" fmla="*/ 2069007 w 8463094"/>
              <a:gd name="connsiteY8" fmla="*/ 292093 h 5138527"/>
              <a:gd name="connsiteX9" fmla="*/ 3034669 w 8463094"/>
              <a:gd name="connsiteY9" fmla="*/ 530387 h 5138527"/>
              <a:gd name="connsiteX10" fmla="*/ 4992048 w 8463094"/>
              <a:gd name="connsiteY10" fmla="*/ 31042 h 5138527"/>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015653 w 8467110"/>
              <a:gd name="connsiteY7" fmla="*/ 971604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42220"/>
              <a:gd name="connsiteY0" fmla="*/ 14812 h 5164759"/>
              <a:gd name="connsiteX1" fmla="*/ 8092456 w 8442220"/>
              <a:gd name="connsiteY1" fmla="*/ 564858 h 5164759"/>
              <a:gd name="connsiteX2" fmla="*/ 8428192 w 8442220"/>
              <a:gd name="connsiteY2" fmla="*/ 1840793 h 5164759"/>
              <a:gd name="connsiteX3" fmla="*/ 7931545 w 8442220"/>
              <a:gd name="connsiteY3" fmla="*/ 4144769 h 5164759"/>
              <a:gd name="connsiteX4" fmla="*/ 4624512 w 8442220"/>
              <a:gd name="connsiteY4" fmla="*/ 5075575 h 5164759"/>
              <a:gd name="connsiteX5" fmla="*/ 1054469 w 8442220"/>
              <a:gd name="connsiteY5" fmla="*/ 4809607 h 5164759"/>
              <a:gd name="connsiteX6" fmla="*/ 5731 w 8442220"/>
              <a:gd name="connsiteY6" fmla="*/ 2269341 h 5164759"/>
              <a:gd name="connsiteX7" fmla="*/ 2015653 w 8442220"/>
              <a:gd name="connsiteY7" fmla="*/ 955374 h 5164759"/>
              <a:gd name="connsiteX8" fmla="*/ 2073023 w 8442220"/>
              <a:gd name="connsiteY8" fmla="*/ 275863 h 5164759"/>
              <a:gd name="connsiteX9" fmla="*/ 3038685 w 8442220"/>
              <a:gd name="connsiteY9" fmla="*/ 514157 h 5164759"/>
              <a:gd name="connsiteX10" fmla="*/ 4996064 w 8442220"/>
              <a:gd name="connsiteY10" fmla="*/ 14812 h 5164759"/>
              <a:gd name="connsiteX0" fmla="*/ 4996064 w 9263691"/>
              <a:gd name="connsiteY0" fmla="*/ 20005 h 5169952"/>
              <a:gd name="connsiteX1" fmla="*/ 8092456 w 9263691"/>
              <a:gd name="connsiteY1" fmla="*/ 570051 h 5169952"/>
              <a:gd name="connsiteX2" fmla="*/ 9262635 w 9263691"/>
              <a:gd name="connsiteY2" fmla="*/ 2508205 h 5169952"/>
              <a:gd name="connsiteX3" fmla="*/ 7931545 w 9263691"/>
              <a:gd name="connsiteY3" fmla="*/ 4149962 h 5169952"/>
              <a:gd name="connsiteX4" fmla="*/ 4624512 w 9263691"/>
              <a:gd name="connsiteY4" fmla="*/ 5080768 h 5169952"/>
              <a:gd name="connsiteX5" fmla="*/ 1054469 w 9263691"/>
              <a:gd name="connsiteY5" fmla="*/ 4814800 h 5169952"/>
              <a:gd name="connsiteX6" fmla="*/ 5731 w 9263691"/>
              <a:gd name="connsiteY6" fmla="*/ 2274534 h 5169952"/>
              <a:gd name="connsiteX7" fmla="*/ 2015653 w 9263691"/>
              <a:gd name="connsiteY7" fmla="*/ 960567 h 5169952"/>
              <a:gd name="connsiteX8" fmla="*/ 2073023 w 9263691"/>
              <a:gd name="connsiteY8" fmla="*/ 281056 h 5169952"/>
              <a:gd name="connsiteX9" fmla="*/ 3038685 w 9263691"/>
              <a:gd name="connsiteY9" fmla="*/ 519350 h 5169952"/>
              <a:gd name="connsiteX10" fmla="*/ 4996064 w 9263691"/>
              <a:gd name="connsiteY10" fmla="*/ 20005 h 5169952"/>
              <a:gd name="connsiteX0" fmla="*/ 4996064 w 9352913"/>
              <a:gd name="connsiteY0" fmla="*/ 20005 h 5137479"/>
              <a:gd name="connsiteX1" fmla="*/ 8092456 w 9352913"/>
              <a:gd name="connsiteY1" fmla="*/ 570051 h 5137479"/>
              <a:gd name="connsiteX2" fmla="*/ 9262635 w 9352913"/>
              <a:gd name="connsiteY2" fmla="*/ 2508205 h 5137479"/>
              <a:gd name="connsiteX3" fmla="*/ 8751107 w 9352913"/>
              <a:gd name="connsiteY3" fmla="*/ 4615903 h 5137479"/>
              <a:gd name="connsiteX4" fmla="*/ 4624512 w 9352913"/>
              <a:gd name="connsiteY4" fmla="*/ 5080768 h 5137479"/>
              <a:gd name="connsiteX5" fmla="*/ 1054469 w 9352913"/>
              <a:gd name="connsiteY5" fmla="*/ 4814800 h 5137479"/>
              <a:gd name="connsiteX6" fmla="*/ 5731 w 9352913"/>
              <a:gd name="connsiteY6" fmla="*/ 2274534 h 5137479"/>
              <a:gd name="connsiteX7" fmla="*/ 2015653 w 9352913"/>
              <a:gd name="connsiteY7" fmla="*/ 960567 h 5137479"/>
              <a:gd name="connsiteX8" fmla="*/ 2073023 w 9352913"/>
              <a:gd name="connsiteY8" fmla="*/ 281056 h 5137479"/>
              <a:gd name="connsiteX9" fmla="*/ 3038685 w 9352913"/>
              <a:gd name="connsiteY9" fmla="*/ 519350 h 5137479"/>
              <a:gd name="connsiteX10" fmla="*/ 4996064 w 9352913"/>
              <a:gd name="connsiteY10" fmla="*/ 20005 h 5137479"/>
              <a:gd name="connsiteX0" fmla="*/ 4996064 w 9281803"/>
              <a:gd name="connsiteY0" fmla="*/ 20005 h 5148967"/>
              <a:gd name="connsiteX1" fmla="*/ 8092456 w 9281803"/>
              <a:gd name="connsiteY1" fmla="*/ 570051 h 5148967"/>
              <a:gd name="connsiteX2" fmla="*/ 9262635 w 9281803"/>
              <a:gd name="connsiteY2" fmla="*/ 2508205 h 5148967"/>
              <a:gd name="connsiteX3" fmla="*/ 8487147 w 9281803"/>
              <a:gd name="connsiteY3" fmla="*/ 4449157 h 5148967"/>
              <a:gd name="connsiteX4" fmla="*/ 4624512 w 9281803"/>
              <a:gd name="connsiteY4" fmla="*/ 5080768 h 5148967"/>
              <a:gd name="connsiteX5" fmla="*/ 1054469 w 9281803"/>
              <a:gd name="connsiteY5" fmla="*/ 4814800 h 5148967"/>
              <a:gd name="connsiteX6" fmla="*/ 5731 w 9281803"/>
              <a:gd name="connsiteY6" fmla="*/ 2274534 h 5148967"/>
              <a:gd name="connsiteX7" fmla="*/ 2015653 w 9281803"/>
              <a:gd name="connsiteY7" fmla="*/ 960567 h 5148967"/>
              <a:gd name="connsiteX8" fmla="*/ 2073023 w 9281803"/>
              <a:gd name="connsiteY8" fmla="*/ 281056 h 5148967"/>
              <a:gd name="connsiteX9" fmla="*/ 3038685 w 9281803"/>
              <a:gd name="connsiteY9" fmla="*/ 519350 h 5148967"/>
              <a:gd name="connsiteX10" fmla="*/ 4996064 w 9281803"/>
              <a:gd name="connsiteY10" fmla="*/ 20005 h 5148967"/>
              <a:gd name="connsiteX0" fmla="*/ 5111003 w 9281803"/>
              <a:gd name="connsiteY0" fmla="*/ 32074 h 5002868"/>
              <a:gd name="connsiteX1" fmla="*/ 8092456 w 9281803"/>
              <a:gd name="connsiteY1" fmla="*/ 423952 h 5002868"/>
              <a:gd name="connsiteX2" fmla="*/ 9262635 w 9281803"/>
              <a:gd name="connsiteY2" fmla="*/ 2362106 h 5002868"/>
              <a:gd name="connsiteX3" fmla="*/ 8487147 w 9281803"/>
              <a:gd name="connsiteY3" fmla="*/ 4303058 h 5002868"/>
              <a:gd name="connsiteX4" fmla="*/ 4624512 w 9281803"/>
              <a:gd name="connsiteY4" fmla="*/ 4934669 h 5002868"/>
              <a:gd name="connsiteX5" fmla="*/ 1054469 w 9281803"/>
              <a:gd name="connsiteY5" fmla="*/ 4668701 h 5002868"/>
              <a:gd name="connsiteX6" fmla="*/ 5731 w 9281803"/>
              <a:gd name="connsiteY6" fmla="*/ 2128435 h 5002868"/>
              <a:gd name="connsiteX7" fmla="*/ 2015653 w 9281803"/>
              <a:gd name="connsiteY7" fmla="*/ 814468 h 5002868"/>
              <a:gd name="connsiteX8" fmla="*/ 2073023 w 9281803"/>
              <a:gd name="connsiteY8" fmla="*/ 134957 h 5002868"/>
              <a:gd name="connsiteX9" fmla="*/ 3038685 w 9281803"/>
              <a:gd name="connsiteY9" fmla="*/ 373251 h 5002868"/>
              <a:gd name="connsiteX10" fmla="*/ 5111003 w 9281803"/>
              <a:gd name="connsiteY10" fmla="*/ 32074 h 5002868"/>
              <a:gd name="connsiteX0" fmla="*/ 5111003 w 9275212"/>
              <a:gd name="connsiteY0" fmla="*/ 13544 h 4984338"/>
              <a:gd name="connsiteX1" fmla="*/ 8205254 w 9275212"/>
              <a:gd name="connsiteY1" fmla="*/ 695078 h 4984338"/>
              <a:gd name="connsiteX2" fmla="*/ 9262635 w 9275212"/>
              <a:gd name="connsiteY2" fmla="*/ 2343576 h 4984338"/>
              <a:gd name="connsiteX3" fmla="*/ 8487147 w 9275212"/>
              <a:gd name="connsiteY3" fmla="*/ 4284528 h 4984338"/>
              <a:gd name="connsiteX4" fmla="*/ 4624512 w 9275212"/>
              <a:gd name="connsiteY4" fmla="*/ 4916139 h 4984338"/>
              <a:gd name="connsiteX5" fmla="*/ 1054469 w 9275212"/>
              <a:gd name="connsiteY5" fmla="*/ 4650171 h 4984338"/>
              <a:gd name="connsiteX6" fmla="*/ 5731 w 9275212"/>
              <a:gd name="connsiteY6" fmla="*/ 2109905 h 4984338"/>
              <a:gd name="connsiteX7" fmla="*/ 2015653 w 9275212"/>
              <a:gd name="connsiteY7" fmla="*/ 795938 h 4984338"/>
              <a:gd name="connsiteX8" fmla="*/ 2073023 w 9275212"/>
              <a:gd name="connsiteY8" fmla="*/ 116427 h 4984338"/>
              <a:gd name="connsiteX9" fmla="*/ 3038685 w 9275212"/>
              <a:gd name="connsiteY9" fmla="*/ 354721 h 4984338"/>
              <a:gd name="connsiteX10" fmla="*/ 5111003 w 9275212"/>
              <a:gd name="connsiteY10" fmla="*/ 13544 h 4984338"/>
              <a:gd name="connsiteX0" fmla="*/ 5108491 w 9272700"/>
              <a:gd name="connsiteY0" fmla="*/ 13544 h 4916198"/>
              <a:gd name="connsiteX1" fmla="*/ 8202742 w 9272700"/>
              <a:gd name="connsiteY1" fmla="*/ 695078 h 4916198"/>
              <a:gd name="connsiteX2" fmla="*/ 9260123 w 9272700"/>
              <a:gd name="connsiteY2" fmla="*/ 2343576 h 4916198"/>
              <a:gd name="connsiteX3" fmla="*/ 8484635 w 9272700"/>
              <a:gd name="connsiteY3" fmla="*/ 4284528 h 4916198"/>
              <a:gd name="connsiteX4" fmla="*/ 4622000 w 9272700"/>
              <a:gd name="connsiteY4" fmla="*/ 4916139 h 4916198"/>
              <a:gd name="connsiteX5" fmla="*/ 1364942 w 9272700"/>
              <a:gd name="connsiteY5" fmla="*/ 4305265 h 4916198"/>
              <a:gd name="connsiteX6" fmla="*/ 3219 w 9272700"/>
              <a:gd name="connsiteY6" fmla="*/ 2109905 h 4916198"/>
              <a:gd name="connsiteX7" fmla="*/ 2013141 w 9272700"/>
              <a:gd name="connsiteY7" fmla="*/ 795938 h 4916198"/>
              <a:gd name="connsiteX8" fmla="*/ 2070511 w 9272700"/>
              <a:gd name="connsiteY8" fmla="*/ 116427 h 4916198"/>
              <a:gd name="connsiteX9" fmla="*/ 3036173 w 9272700"/>
              <a:gd name="connsiteY9" fmla="*/ 354721 h 4916198"/>
              <a:gd name="connsiteX10" fmla="*/ 5108491 w 9272700"/>
              <a:gd name="connsiteY10" fmla="*/ 13544 h 4916198"/>
              <a:gd name="connsiteX0" fmla="*/ 5008893 w 9173102"/>
              <a:gd name="connsiteY0" fmla="*/ 13544 h 4916186"/>
              <a:gd name="connsiteX1" fmla="*/ 8103144 w 9173102"/>
              <a:gd name="connsiteY1" fmla="*/ 695078 h 4916186"/>
              <a:gd name="connsiteX2" fmla="*/ 9160525 w 9173102"/>
              <a:gd name="connsiteY2" fmla="*/ 2343576 h 4916186"/>
              <a:gd name="connsiteX3" fmla="*/ 8385037 w 9173102"/>
              <a:gd name="connsiteY3" fmla="*/ 4284528 h 4916186"/>
              <a:gd name="connsiteX4" fmla="*/ 4522402 w 9173102"/>
              <a:gd name="connsiteY4" fmla="*/ 4916139 h 4916186"/>
              <a:gd name="connsiteX5" fmla="*/ 1265344 w 9173102"/>
              <a:gd name="connsiteY5" fmla="*/ 4305265 h 4916186"/>
              <a:gd name="connsiteX6" fmla="*/ 3651 w 9173102"/>
              <a:gd name="connsiteY6" fmla="*/ 2350966 h 4916186"/>
              <a:gd name="connsiteX7" fmla="*/ 1913543 w 9173102"/>
              <a:gd name="connsiteY7" fmla="*/ 795938 h 4916186"/>
              <a:gd name="connsiteX8" fmla="*/ 1970913 w 9173102"/>
              <a:gd name="connsiteY8" fmla="*/ 116427 h 4916186"/>
              <a:gd name="connsiteX9" fmla="*/ 2936575 w 9173102"/>
              <a:gd name="connsiteY9" fmla="*/ 354721 h 4916186"/>
              <a:gd name="connsiteX10" fmla="*/ 5008893 w 9173102"/>
              <a:gd name="connsiteY10" fmla="*/ 13544 h 4916186"/>
              <a:gd name="connsiteX0" fmla="*/ 5005242 w 9169451"/>
              <a:gd name="connsiteY0" fmla="*/ 13544 h 4916186"/>
              <a:gd name="connsiteX1" fmla="*/ 8099493 w 9169451"/>
              <a:gd name="connsiteY1" fmla="*/ 695078 h 4916186"/>
              <a:gd name="connsiteX2" fmla="*/ 9156874 w 9169451"/>
              <a:gd name="connsiteY2" fmla="*/ 2343576 h 4916186"/>
              <a:gd name="connsiteX3" fmla="*/ 8381386 w 9169451"/>
              <a:gd name="connsiteY3" fmla="*/ 4284528 h 4916186"/>
              <a:gd name="connsiteX4" fmla="*/ 4518751 w 9169451"/>
              <a:gd name="connsiteY4" fmla="*/ 4916139 h 4916186"/>
              <a:gd name="connsiteX5" fmla="*/ 1261693 w 9169451"/>
              <a:gd name="connsiteY5" fmla="*/ 4305265 h 4916186"/>
              <a:gd name="connsiteX6" fmla="*/ 0 w 9169451"/>
              <a:gd name="connsiteY6" fmla="*/ 2350966 h 4916186"/>
              <a:gd name="connsiteX7" fmla="*/ 1909892 w 9169451"/>
              <a:gd name="connsiteY7" fmla="*/ 795938 h 4916186"/>
              <a:gd name="connsiteX8" fmla="*/ 1967262 w 9169451"/>
              <a:gd name="connsiteY8" fmla="*/ 116427 h 4916186"/>
              <a:gd name="connsiteX9" fmla="*/ 2932924 w 9169451"/>
              <a:gd name="connsiteY9" fmla="*/ 354721 h 4916186"/>
              <a:gd name="connsiteX10" fmla="*/ 5005242 w 9169451"/>
              <a:gd name="connsiteY10" fmla="*/ 13544 h 4916186"/>
              <a:gd name="connsiteX0" fmla="*/ 5005242 w 9169451"/>
              <a:gd name="connsiteY0" fmla="*/ 13544 h 4922015"/>
              <a:gd name="connsiteX1" fmla="*/ 8099493 w 9169451"/>
              <a:gd name="connsiteY1" fmla="*/ 695078 h 4922015"/>
              <a:gd name="connsiteX2" fmla="*/ 9156874 w 9169451"/>
              <a:gd name="connsiteY2" fmla="*/ 2343576 h 4922015"/>
              <a:gd name="connsiteX3" fmla="*/ 8381386 w 9169451"/>
              <a:gd name="connsiteY3" fmla="*/ 4284528 h 4922015"/>
              <a:gd name="connsiteX4" fmla="*/ 4518751 w 9169451"/>
              <a:gd name="connsiteY4" fmla="*/ 4916139 h 4922015"/>
              <a:gd name="connsiteX5" fmla="*/ 1227614 w 9169451"/>
              <a:gd name="connsiteY5" fmla="*/ 4454853 h 4922015"/>
              <a:gd name="connsiteX6" fmla="*/ 0 w 9169451"/>
              <a:gd name="connsiteY6" fmla="*/ 2350966 h 4922015"/>
              <a:gd name="connsiteX7" fmla="*/ 1909892 w 9169451"/>
              <a:gd name="connsiteY7" fmla="*/ 795938 h 4922015"/>
              <a:gd name="connsiteX8" fmla="*/ 1967262 w 9169451"/>
              <a:gd name="connsiteY8" fmla="*/ 116427 h 4922015"/>
              <a:gd name="connsiteX9" fmla="*/ 2932924 w 9169451"/>
              <a:gd name="connsiteY9" fmla="*/ 354721 h 4922015"/>
              <a:gd name="connsiteX10" fmla="*/ 5005242 w 9169451"/>
              <a:gd name="connsiteY10" fmla="*/ 13544 h 4922015"/>
              <a:gd name="connsiteX0" fmla="*/ 5005242 w 9459609"/>
              <a:gd name="connsiteY0" fmla="*/ 13544 h 4927809"/>
              <a:gd name="connsiteX1" fmla="*/ 8099493 w 9459609"/>
              <a:gd name="connsiteY1" fmla="*/ 695078 h 4927809"/>
              <a:gd name="connsiteX2" fmla="*/ 9156874 w 9459609"/>
              <a:gd name="connsiteY2" fmla="*/ 2343576 h 4927809"/>
              <a:gd name="connsiteX3" fmla="*/ 9038769 w 9459609"/>
              <a:gd name="connsiteY3" fmla="*/ 4176060 h 4927809"/>
              <a:gd name="connsiteX4" fmla="*/ 4518751 w 9459609"/>
              <a:gd name="connsiteY4" fmla="*/ 4916139 h 4927809"/>
              <a:gd name="connsiteX5" fmla="*/ 1227614 w 9459609"/>
              <a:gd name="connsiteY5" fmla="*/ 4454853 h 4927809"/>
              <a:gd name="connsiteX6" fmla="*/ 0 w 9459609"/>
              <a:gd name="connsiteY6" fmla="*/ 2350966 h 4927809"/>
              <a:gd name="connsiteX7" fmla="*/ 1909892 w 9459609"/>
              <a:gd name="connsiteY7" fmla="*/ 795938 h 4927809"/>
              <a:gd name="connsiteX8" fmla="*/ 1967262 w 9459609"/>
              <a:gd name="connsiteY8" fmla="*/ 116427 h 4927809"/>
              <a:gd name="connsiteX9" fmla="*/ 2932924 w 9459609"/>
              <a:gd name="connsiteY9" fmla="*/ 354721 h 4927809"/>
              <a:gd name="connsiteX10" fmla="*/ 5005242 w 9459609"/>
              <a:gd name="connsiteY10" fmla="*/ 13544 h 4927809"/>
              <a:gd name="connsiteX0" fmla="*/ 5005242 w 9439823"/>
              <a:gd name="connsiteY0" fmla="*/ 13544 h 4866936"/>
              <a:gd name="connsiteX1" fmla="*/ 8099493 w 9439823"/>
              <a:gd name="connsiteY1" fmla="*/ 695078 h 4866936"/>
              <a:gd name="connsiteX2" fmla="*/ 9156874 w 9439823"/>
              <a:gd name="connsiteY2" fmla="*/ 2343576 h 4866936"/>
              <a:gd name="connsiteX3" fmla="*/ 9038769 w 9439823"/>
              <a:gd name="connsiteY3" fmla="*/ 4176060 h 4866936"/>
              <a:gd name="connsiteX4" fmla="*/ 4797158 w 9439823"/>
              <a:gd name="connsiteY4" fmla="*/ 4850074 h 4866936"/>
              <a:gd name="connsiteX5" fmla="*/ 1227614 w 9439823"/>
              <a:gd name="connsiteY5" fmla="*/ 4454853 h 4866936"/>
              <a:gd name="connsiteX6" fmla="*/ 0 w 9439823"/>
              <a:gd name="connsiteY6" fmla="*/ 2350966 h 4866936"/>
              <a:gd name="connsiteX7" fmla="*/ 1909892 w 9439823"/>
              <a:gd name="connsiteY7" fmla="*/ 795938 h 4866936"/>
              <a:gd name="connsiteX8" fmla="*/ 1967262 w 9439823"/>
              <a:gd name="connsiteY8" fmla="*/ 116427 h 4866936"/>
              <a:gd name="connsiteX9" fmla="*/ 2932924 w 9439823"/>
              <a:gd name="connsiteY9" fmla="*/ 354721 h 4866936"/>
              <a:gd name="connsiteX10" fmla="*/ 5005242 w 9439823"/>
              <a:gd name="connsiteY10" fmla="*/ 13544 h 4866936"/>
              <a:gd name="connsiteX0" fmla="*/ 5005242 w 9439823"/>
              <a:gd name="connsiteY0" fmla="*/ 13544 h 4850488"/>
              <a:gd name="connsiteX1" fmla="*/ 8099493 w 9439823"/>
              <a:gd name="connsiteY1" fmla="*/ 695078 h 4850488"/>
              <a:gd name="connsiteX2" fmla="*/ 9156874 w 9439823"/>
              <a:gd name="connsiteY2" fmla="*/ 2343576 h 4850488"/>
              <a:gd name="connsiteX3" fmla="*/ 9038769 w 9439823"/>
              <a:gd name="connsiteY3" fmla="*/ 4176060 h 4850488"/>
              <a:gd name="connsiteX4" fmla="*/ 4797158 w 9439823"/>
              <a:gd name="connsiteY4" fmla="*/ 4850074 h 4850488"/>
              <a:gd name="connsiteX5" fmla="*/ 1326445 w 9439823"/>
              <a:gd name="connsiteY5" fmla="*/ 4241297 h 4850488"/>
              <a:gd name="connsiteX6" fmla="*/ 0 w 9439823"/>
              <a:gd name="connsiteY6" fmla="*/ 2350966 h 4850488"/>
              <a:gd name="connsiteX7" fmla="*/ 1909892 w 9439823"/>
              <a:gd name="connsiteY7" fmla="*/ 795938 h 4850488"/>
              <a:gd name="connsiteX8" fmla="*/ 1967262 w 9439823"/>
              <a:gd name="connsiteY8" fmla="*/ 116427 h 4850488"/>
              <a:gd name="connsiteX9" fmla="*/ 2932924 w 9439823"/>
              <a:gd name="connsiteY9" fmla="*/ 354721 h 4850488"/>
              <a:gd name="connsiteX10" fmla="*/ 5005242 w 9439823"/>
              <a:gd name="connsiteY10" fmla="*/ 13544 h 4850488"/>
              <a:gd name="connsiteX0" fmla="*/ 5005242 w 9456249"/>
              <a:gd name="connsiteY0" fmla="*/ 10750 h 4847694"/>
              <a:gd name="connsiteX1" fmla="*/ 7782461 w 9456249"/>
              <a:gd name="connsiteY1" fmla="*/ 815040 h 4847694"/>
              <a:gd name="connsiteX2" fmla="*/ 9156874 w 9456249"/>
              <a:gd name="connsiteY2" fmla="*/ 2340782 h 4847694"/>
              <a:gd name="connsiteX3" fmla="*/ 9038769 w 9456249"/>
              <a:gd name="connsiteY3" fmla="*/ 4173266 h 4847694"/>
              <a:gd name="connsiteX4" fmla="*/ 4797158 w 9456249"/>
              <a:gd name="connsiteY4" fmla="*/ 4847280 h 4847694"/>
              <a:gd name="connsiteX5" fmla="*/ 1326445 w 9456249"/>
              <a:gd name="connsiteY5" fmla="*/ 4238503 h 4847694"/>
              <a:gd name="connsiteX6" fmla="*/ 0 w 9456249"/>
              <a:gd name="connsiteY6" fmla="*/ 2348172 h 4847694"/>
              <a:gd name="connsiteX7" fmla="*/ 1909892 w 9456249"/>
              <a:gd name="connsiteY7" fmla="*/ 793144 h 4847694"/>
              <a:gd name="connsiteX8" fmla="*/ 1967262 w 9456249"/>
              <a:gd name="connsiteY8" fmla="*/ 113633 h 4847694"/>
              <a:gd name="connsiteX9" fmla="*/ 2932924 w 9456249"/>
              <a:gd name="connsiteY9" fmla="*/ 351927 h 4847694"/>
              <a:gd name="connsiteX10" fmla="*/ 5005242 w 9456249"/>
              <a:gd name="connsiteY10" fmla="*/ 10750 h 4847694"/>
              <a:gd name="connsiteX0" fmla="*/ 5005242 w 9847757"/>
              <a:gd name="connsiteY0" fmla="*/ 12286 h 4849230"/>
              <a:gd name="connsiteX1" fmla="*/ 7782461 w 9847757"/>
              <a:gd name="connsiteY1" fmla="*/ 816576 h 4849230"/>
              <a:gd name="connsiteX2" fmla="*/ 9753361 w 9847757"/>
              <a:gd name="connsiteY2" fmla="*/ 2802768 h 4849230"/>
              <a:gd name="connsiteX3" fmla="*/ 9038769 w 9847757"/>
              <a:gd name="connsiteY3" fmla="*/ 4174802 h 4849230"/>
              <a:gd name="connsiteX4" fmla="*/ 4797158 w 9847757"/>
              <a:gd name="connsiteY4" fmla="*/ 4848816 h 4849230"/>
              <a:gd name="connsiteX5" fmla="*/ 1326445 w 9847757"/>
              <a:gd name="connsiteY5" fmla="*/ 4240039 h 4849230"/>
              <a:gd name="connsiteX6" fmla="*/ 0 w 9847757"/>
              <a:gd name="connsiteY6" fmla="*/ 2349708 h 4849230"/>
              <a:gd name="connsiteX7" fmla="*/ 1909892 w 9847757"/>
              <a:gd name="connsiteY7" fmla="*/ 794680 h 4849230"/>
              <a:gd name="connsiteX8" fmla="*/ 1967262 w 9847757"/>
              <a:gd name="connsiteY8" fmla="*/ 115169 h 4849230"/>
              <a:gd name="connsiteX9" fmla="*/ 2932924 w 9847757"/>
              <a:gd name="connsiteY9" fmla="*/ 353463 h 4849230"/>
              <a:gd name="connsiteX10" fmla="*/ 5005242 w 9847757"/>
              <a:gd name="connsiteY10" fmla="*/ 12286 h 4849230"/>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392225 w 9847757"/>
              <a:gd name="connsiteY0" fmla="*/ 187272 h 4735838"/>
              <a:gd name="connsiteX1" fmla="*/ 7782461 w 9847757"/>
              <a:gd name="connsiteY1" fmla="*/ 703184 h 4735838"/>
              <a:gd name="connsiteX2" fmla="*/ 9753361 w 9847757"/>
              <a:gd name="connsiteY2" fmla="*/ 2689376 h 4735838"/>
              <a:gd name="connsiteX3" fmla="*/ 9038769 w 9847757"/>
              <a:gd name="connsiteY3" fmla="*/ 4061410 h 4735838"/>
              <a:gd name="connsiteX4" fmla="*/ 4797158 w 9847757"/>
              <a:gd name="connsiteY4" fmla="*/ 4735424 h 4735838"/>
              <a:gd name="connsiteX5" fmla="*/ 1326445 w 9847757"/>
              <a:gd name="connsiteY5" fmla="*/ 4126647 h 4735838"/>
              <a:gd name="connsiteX6" fmla="*/ 0 w 9847757"/>
              <a:gd name="connsiteY6" fmla="*/ 2236316 h 4735838"/>
              <a:gd name="connsiteX7" fmla="*/ 1909892 w 9847757"/>
              <a:gd name="connsiteY7" fmla="*/ 681288 h 4735838"/>
              <a:gd name="connsiteX8" fmla="*/ 1967262 w 9847757"/>
              <a:gd name="connsiteY8" fmla="*/ 1777 h 4735838"/>
              <a:gd name="connsiteX9" fmla="*/ 2932924 w 9847757"/>
              <a:gd name="connsiteY9" fmla="*/ 240071 h 4735838"/>
              <a:gd name="connsiteX10" fmla="*/ 5392225 w 9847757"/>
              <a:gd name="connsiteY10" fmla="*/ 187272 h 4735838"/>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964"/>
              <a:gd name="connsiteX1" fmla="*/ 7800954 w 9866250"/>
              <a:gd name="connsiteY1" fmla="*/ 703097 h 4735964"/>
              <a:gd name="connsiteX2" fmla="*/ 9771854 w 9866250"/>
              <a:gd name="connsiteY2" fmla="*/ 2689289 h 4735964"/>
              <a:gd name="connsiteX3" fmla="*/ 9057262 w 9866250"/>
              <a:gd name="connsiteY3" fmla="*/ 4061323 h 4735964"/>
              <a:gd name="connsiteX4" fmla="*/ 4815651 w 9866250"/>
              <a:gd name="connsiteY4" fmla="*/ 4735337 h 4735964"/>
              <a:gd name="connsiteX5" fmla="*/ 1755934 w 9866250"/>
              <a:gd name="connsiteY5" fmla="*/ 4139927 h 4735964"/>
              <a:gd name="connsiteX6" fmla="*/ 18493 w 9866250"/>
              <a:gd name="connsiteY6" fmla="*/ 2236229 h 4735964"/>
              <a:gd name="connsiteX7" fmla="*/ 1928385 w 9866250"/>
              <a:gd name="connsiteY7" fmla="*/ 681201 h 4735964"/>
              <a:gd name="connsiteX8" fmla="*/ 1985755 w 9866250"/>
              <a:gd name="connsiteY8" fmla="*/ 1690 h 4735964"/>
              <a:gd name="connsiteX9" fmla="*/ 2951417 w 9866250"/>
              <a:gd name="connsiteY9" fmla="*/ 239984 h 4735964"/>
              <a:gd name="connsiteX10" fmla="*/ 5278126 w 9866250"/>
              <a:gd name="connsiteY10" fmla="*/ 107754 h 4735964"/>
              <a:gd name="connsiteX0" fmla="*/ 5278126 w 9866250"/>
              <a:gd name="connsiteY0" fmla="*/ 107754 h 4735429"/>
              <a:gd name="connsiteX1" fmla="*/ 7800954 w 9866250"/>
              <a:gd name="connsiteY1" fmla="*/ 703097 h 4735429"/>
              <a:gd name="connsiteX2" fmla="*/ 9771854 w 9866250"/>
              <a:gd name="connsiteY2" fmla="*/ 2689289 h 4735429"/>
              <a:gd name="connsiteX3" fmla="*/ 9057262 w 9866250"/>
              <a:gd name="connsiteY3" fmla="*/ 4061323 h 4735429"/>
              <a:gd name="connsiteX4" fmla="*/ 4815651 w 9866250"/>
              <a:gd name="connsiteY4" fmla="*/ 4735337 h 4735429"/>
              <a:gd name="connsiteX5" fmla="*/ 1950818 w 9866250"/>
              <a:gd name="connsiteY5" fmla="*/ 4093683 h 4735429"/>
              <a:gd name="connsiteX6" fmla="*/ 18493 w 9866250"/>
              <a:gd name="connsiteY6" fmla="*/ 2236229 h 4735429"/>
              <a:gd name="connsiteX7" fmla="*/ 1928385 w 9866250"/>
              <a:gd name="connsiteY7" fmla="*/ 681201 h 4735429"/>
              <a:gd name="connsiteX8" fmla="*/ 1985755 w 9866250"/>
              <a:gd name="connsiteY8" fmla="*/ 1690 h 4735429"/>
              <a:gd name="connsiteX9" fmla="*/ 2951417 w 9866250"/>
              <a:gd name="connsiteY9" fmla="*/ 239984 h 4735429"/>
              <a:gd name="connsiteX10" fmla="*/ 5278126 w 9866250"/>
              <a:gd name="connsiteY10" fmla="*/ 107754 h 4735429"/>
              <a:gd name="connsiteX0" fmla="*/ 5278126 w 9862245"/>
              <a:gd name="connsiteY0" fmla="*/ 107754 h 4827904"/>
              <a:gd name="connsiteX1" fmla="*/ 7800954 w 9862245"/>
              <a:gd name="connsiteY1" fmla="*/ 703097 h 4827904"/>
              <a:gd name="connsiteX2" fmla="*/ 9771854 w 9862245"/>
              <a:gd name="connsiteY2" fmla="*/ 2689289 h 4827904"/>
              <a:gd name="connsiteX3" fmla="*/ 9057262 w 9862245"/>
              <a:gd name="connsiteY3" fmla="*/ 4061323 h 4827904"/>
              <a:gd name="connsiteX4" fmla="*/ 4957049 w 9862245"/>
              <a:gd name="connsiteY4" fmla="*/ 4827836 h 4827904"/>
              <a:gd name="connsiteX5" fmla="*/ 1950818 w 9862245"/>
              <a:gd name="connsiteY5" fmla="*/ 4093683 h 4827904"/>
              <a:gd name="connsiteX6" fmla="*/ 18493 w 9862245"/>
              <a:gd name="connsiteY6" fmla="*/ 2236229 h 4827904"/>
              <a:gd name="connsiteX7" fmla="*/ 1928385 w 9862245"/>
              <a:gd name="connsiteY7" fmla="*/ 681201 h 4827904"/>
              <a:gd name="connsiteX8" fmla="*/ 1985755 w 9862245"/>
              <a:gd name="connsiteY8" fmla="*/ 1690 h 4827904"/>
              <a:gd name="connsiteX9" fmla="*/ 2951417 w 9862245"/>
              <a:gd name="connsiteY9" fmla="*/ 239984 h 4827904"/>
              <a:gd name="connsiteX10" fmla="*/ 5278126 w 9862245"/>
              <a:gd name="connsiteY10" fmla="*/ 107754 h 4827904"/>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73885" h="4828382">
                <a:moveTo>
                  <a:pt x="5278126" y="107754"/>
                </a:moveTo>
                <a:cubicBezTo>
                  <a:pt x="6346167" y="132024"/>
                  <a:pt x="7051999" y="272841"/>
                  <a:pt x="7800954" y="703097"/>
                </a:cubicBezTo>
                <a:cubicBezTo>
                  <a:pt x="8549909" y="1133353"/>
                  <a:pt x="9511169" y="2139733"/>
                  <a:pt x="9771854" y="2689289"/>
                </a:cubicBezTo>
                <a:cubicBezTo>
                  <a:pt x="10032539" y="3238845"/>
                  <a:pt x="10167531" y="3644008"/>
                  <a:pt x="9365064" y="4000432"/>
                </a:cubicBezTo>
                <a:cubicBezTo>
                  <a:pt x="8562597" y="4356856"/>
                  <a:pt x="6192757" y="4812294"/>
                  <a:pt x="4957049" y="4827836"/>
                </a:cubicBezTo>
                <a:cubicBezTo>
                  <a:pt x="3721341" y="4843378"/>
                  <a:pt x="2773910" y="4525617"/>
                  <a:pt x="1950818" y="4093683"/>
                </a:cubicBezTo>
                <a:cubicBezTo>
                  <a:pt x="1127726" y="3661749"/>
                  <a:pt x="184048" y="3104087"/>
                  <a:pt x="18493" y="2236229"/>
                </a:cubicBezTo>
                <a:cubicBezTo>
                  <a:pt x="-132464" y="1844612"/>
                  <a:pt x="652981" y="1221170"/>
                  <a:pt x="1928385" y="681201"/>
                </a:cubicBezTo>
                <a:cubicBezTo>
                  <a:pt x="2296693" y="375178"/>
                  <a:pt x="1985755" y="1690"/>
                  <a:pt x="1985755" y="1690"/>
                </a:cubicBezTo>
                <a:cubicBezTo>
                  <a:pt x="2054681" y="-22577"/>
                  <a:pt x="2402689" y="222307"/>
                  <a:pt x="2951417" y="239984"/>
                </a:cubicBezTo>
                <a:cubicBezTo>
                  <a:pt x="3500145" y="257661"/>
                  <a:pt x="4424029" y="137289"/>
                  <a:pt x="5278126" y="107754"/>
                </a:cubicBezTo>
                <a:close/>
              </a:path>
            </a:pathLst>
          </a:cu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FE15CEC-5DD7-4F24-A473-65BBE085D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095492" flipH="1" flipV="1">
            <a:off x="3058532" y="2115490"/>
            <a:ext cx="4409756" cy="4753693"/>
          </a:xfrm>
          <a:custGeom>
            <a:avLst/>
            <a:gdLst>
              <a:gd name="connsiteX0" fmla="*/ 3702321 w 7745301"/>
              <a:gd name="connsiteY0" fmla="*/ 1 h 5116750"/>
              <a:gd name="connsiteX1" fmla="*/ 6217926 w 7745301"/>
              <a:gd name="connsiteY1" fmla="*/ 504118 h 5116750"/>
              <a:gd name="connsiteX2" fmla="*/ 7691963 w 7745301"/>
              <a:gd name="connsiteY2" fmla="*/ 1956116 h 5116750"/>
              <a:gd name="connsiteX3" fmla="*/ 7018768 w 7745301"/>
              <a:gd name="connsiteY3" fmla="*/ 4594118 h 5116750"/>
              <a:gd name="connsiteX4" fmla="*/ 3330769 w 7745301"/>
              <a:gd name="connsiteY4" fmla="*/ 5060764 h 5116750"/>
              <a:gd name="connsiteX5" fmla="*/ 448565 w 7745301"/>
              <a:gd name="connsiteY5" fmla="*/ 4100663 h 5116750"/>
              <a:gd name="connsiteX6" fmla="*/ 444295 w 7745301"/>
              <a:gd name="connsiteY6" fmla="*/ 4094686 h 5116750"/>
              <a:gd name="connsiteX7" fmla="*/ 428551 w 7745301"/>
              <a:gd name="connsiteY7" fmla="*/ 4079438 h 5116750"/>
              <a:gd name="connsiteX8" fmla="*/ 0 w 7745301"/>
              <a:gd name="connsiteY8" fmla="*/ 2902523 h 5116750"/>
              <a:gd name="connsiteX9" fmla="*/ 23926 w 7745301"/>
              <a:gd name="connsiteY9" fmla="*/ 2595143 h 5116750"/>
              <a:gd name="connsiteX10" fmla="*/ 78299 w 7745301"/>
              <a:gd name="connsiteY10" fmla="*/ 2368287 h 5116750"/>
              <a:gd name="connsiteX11" fmla="*/ 96408 w 7745301"/>
              <a:gd name="connsiteY11" fmla="*/ 2246138 h 5116750"/>
              <a:gd name="connsiteX12" fmla="*/ 858938 w 7745301"/>
              <a:gd name="connsiteY12" fmla="*/ 998674 h 5116750"/>
              <a:gd name="connsiteX13" fmla="*/ 784483 w 7745301"/>
              <a:gd name="connsiteY13" fmla="*/ 373158 h 5116750"/>
              <a:gd name="connsiteX14" fmla="*/ 1744942 w 7745301"/>
              <a:gd name="connsiteY14" fmla="*/ 499346 h 5116750"/>
              <a:gd name="connsiteX15" fmla="*/ 3702321 w 7745301"/>
              <a:gd name="connsiteY15" fmla="*/ 1 h 5116750"/>
              <a:gd name="connsiteX0" fmla="*/ 3718157 w 7761137"/>
              <a:gd name="connsiteY0" fmla="*/ 1 h 5116750"/>
              <a:gd name="connsiteX1" fmla="*/ 6233762 w 7761137"/>
              <a:gd name="connsiteY1" fmla="*/ 504118 h 5116750"/>
              <a:gd name="connsiteX2" fmla="*/ 7707799 w 7761137"/>
              <a:gd name="connsiteY2" fmla="*/ 1956116 h 5116750"/>
              <a:gd name="connsiteX3" fmla="*/ 7034604 w 7761137"/>
              <a:gd name="connsiteY3" fmla="*/ 4594118 h 5116750"/>
              <a:gd name="connsiteX4" fmla="*/ 3346605 w 7761137"/>
              <a:gd name="connsiteY4" fmla="*/ 5060764 h 5116750"/>
              <a:gd name="connsiteX5" fmla="*/ 464401 w 7761137"/>
              <a:gd name="connsiteY5" fmla="*/ 4100663 h 5116750"/>
              <a:gd name="connsiteX6" fmla="*/ 460131 w 7761137"/>
              <a:gd name="connsiteY6" fmla="*/ 4094686 h 5116750"/>
              <a:gd name="connsiteX7" fmla="*/ 444387 w 7761137"/>
              <a:gd name="connsiteY7" fmla="*/ 4079438 h 5116750"/>
              <a:gd name="connsiteX8" fmla="*/ 15836 w 7761137"/>
              <a:gd name="connsiteY8" fmla="*/ 2902523 h 5116750"/>
              <a:gd name="connsiteX9" fmla="*/ 94135 w 7761137"/>
              <a:gd name="connsiteY9" fmla="*/ 2368287 h 5116750"/>
              <a:gd name="connsiteX10" fmla="*/ 112244 w 7761137"/>
              <a:gd name="connsiteY10" fmla="*/ 2246138 h 5116750"/>
              <a:gd name="connsiteX11" fmla="*/ 874774 w 7761137"/>
              <a:gd name="connsiteY11" fmla="*/ 998674 h 5116750"/>
              <a:gd name="connsiteX12" fmla="*/ 800319 w 7761137"/>
              <a:gd name="connsiteY12" fmla="*/ 373158 h 5116750"/>
              <a:gd name="connsiteX13" fmla="*/ 1760778 w 7761137"/>
              <a:gd name="connsiteY13" fmla="*/ 499346 h 5116750"/>
              <a:gd name="connsiteX14" fmla="*/ 3718157 w 7761137"/>
              <a:gd name="connsiteY14" fmla="*/ 1 h 5116750"/>
              <a:gd name="connsiteX0" fmla="*/ 3733943 w 7776923"/>
              <a:gd name="connsiteY0" fmla="*/ 1 h 5116750"/>
              <a:gd name="connsiteX1" fmla="*/ 6249548 w 7776923"/>
              <a:gd name="connsiteY1" fmla="*/ 504118 h 5116750"/>
              <a:gd name="connsiteX2" fmla="*/ 7723585 w 7776923"/>
              <a:gd name="connsiteY2" fmla="*/ 1956116 h 5116750"/>
              <a:gd name="connsiteX3" fmla="*/ 7050390 w 7776923"/>
              <a:gd name="connsiteY3" fmla="*/ 4594118 h 5116750"/>
              <a:gd name="connsiteX4" fmla="*/ 3362391 w 7776923"/>
              <a:gd name="connsiteY4" fmla="*/ 5060764 h 5116750"/>
              <a:gd name="connsiteX5" fmla="*/ 480187 w 7776923"/>
              <a:gd name="connsiteY5" fmla="*/ 4100663 h 5116750"/>
              <a:gd name="connsiteX6" fmla="*/ 475917 w 7776923"/>
              <a:gd name="connsiteY6" fmla="*/ 4094686 h 5116750"/>
              <a:gd name="connsiteX7" fmla="*/ 460173 w 7776923"/>
              <a:gd name="connsiteY7" fmla="*/ 4079438 h 5116750"/>
              <a:gd name="connsiteX8" fmla="*/ 31622 w 7776923"/>
              <a:gd name="connsiteY8" fmla="*/ 2902523 h 5116750"/>
              <a:gd name="connsiteX9" fmla="*/ 128030 w 7776923"/>
              <a:gd name="connsiteY9" fmla="*/ 2246138 h 5116750"/>
              <a:gd name="connsiteX10" fmla="*/ 890560 w 7776923"/>
              <a:gd name="connsiteY10" fmla="*/ 998674 h 5116750"/>
              <a:gd name="connsiteX11" fmla="*/ 816105 w 7776923"/>
              <a:gd name="connsiteY11" fmla="*/ 373158 h 5116750"/>
              <a:gd name="connsiteX12" fmla="*/ 1776564 w 7776923"/>
              <a:gd name="connsiteY12" fmla="*/ 499346 h 5116750"/>
              <a:gd name="connsiteX13" fmla="*/ 3733943 w 7776923"/>
              <a:gd name="connsiteY13" fmla="*/ 1 h 5116750"/>
              <a:gd name="connsiteX0" fmla="*/ 3729138 w 7772118"/>
              <a:gd name="connsiteY0" fmla="*/ 1 h 5116750"/>
              <a:gd name="connsiteX1" fmla="*/ 6244743 w 7772118"/>
              <a:gd name="connsiteY1" fmla="*/ 504118 h 5116750"/>
              <a:gd name="connsiteX2" fmla="*/ 7718780 w 7772118"/>
              <a:gd name="connsiteY2" fmla="*/ 1956116 h 5116750"/>
              <a:gd name="connsiteX3" fmla="*/ 7045585 w 7772118"/>
              <a:gd name="connsiteY3" fmla="*/ 4594118 h 5116750"/>
              <a:gd name="connsiteX4" fmla="*/ 3357586 w 7772118"/>
              <a:gd name="connsiteY4" fmla="*/ 5060764 h 5116750"/>
              <a:gd name="connsiteX5" fmla="*/ 475382 w 7772118"/>
              <a:gd name="connsiteY5" fmla="*/ 4100663 h 5116750"/>
              <a:gd name="connsiteX6" fmla="*/ 471112 w 7772118"/>
              <a:gd name="connsiteY6" fmla="*/ 4094686 h 5116750"/>
              <a:gd name="connsiteX7" fmla="*/ 455368 w 7772118"/>
              <a:gd name="connsiteY7" fmla="*/ 4079438 h 5116750"/>
              <a:gd name="connsiteX8" fmla="*/ 26817 w 7772118"/>
              <a:gd name="connsiteY8" fmla="*/ 2902523 h 5116750"/>
              <a:gd name="connsiteX9" fmla="*/ 137080 w 7772118"/>
              <a:gd name="connsiteY9" fmla="*/ 2116479 h 5116750"/>
              <a:gd name="connsiteX10" fmla="*/ 885755 w 7772118"/>
              <a:gd name="connsiteY10" fmla="*/ 998674 h 5116750"/>
              <a:gd name="connsiteX11" fmla="*/ 811300 w 7772118"/>
              <a:gd name="connsiteY11" fmla="*/ 373158 h 5116750"/>
              <a:gd name="connsiteX12" fmla="*/ 1771759 w 7772118"/>
              <a:gd name="connsiteY12" fmla="*/ 499346 h 5116750"/>
              <a:gd name="connsiteX13" fmla="*/ 3729138 w 7772118"/>
              <a:gd name="connsiteY13" fmla="*/ 1 h 5116750"/>
              <a:gd name="connsiteX0" fmla="*/ 3729138 w 7772118"/>
              <a:gd name="connsiteY0" fmla="*/ 1 h 5096139"/>
              <a:gd name="connsiteX1" fmla="*/ 6244743 w 7772118"/>
              <a:gd name="connsiteY1" fmla="*/ 504118 h 5096139"/>
              <a:gd name="connsiteX2" fmla="*/ 7718780 w 7772118"/>
              <a:gd name="connsiteY2" fmla="*/ 1956116 h 5096139"/>
              <a:gd name="connsiteX3" fmla="*/ 7045585 w 7772118"/>
              <a:gd name="connsiteY3" fmla="*/ 4594118 h 5096139"/>
              <a:gd name="connsiteX4" fmla="*/ 3357586 w 7772118"/>
              <a:gd name="connsiteY4" fmla="*/ 5060764 h 5096139"/>
              <a:gd name="connsiteX5" fmla="*/ 475382 w 7772118"/>
              <a:gd name="connsiteY5" fmla="*/ 4100663 h 5096139"/>
              <a:gd name="connsiteX6" fmla="*/ 471112 w 7772118"/>
              <a:gd name="connsiteY6" fmla="*/ 4094686 h 5096139"/>
              <a:gd name="connsiteX7" fmla="*/ 455368 w 7772118"/>
              <a:gd name="connsiteY7" fmla="*/ 4079438 h 5096139"/>
              <a:gd name="connsiteX8" fmla="*/ 26817 w 7772118"/>
              <a:gd name="connsiteY8" fmla="*/ 2902523 h 5096139"/>
              <a:gd name="connsiteX9" fmla="*/ 137080 w 7772118"/>
              <a:gd name="connsiteY9" fmla="*/ 2116479 h 5096139"/>
              <a:gd name="connsiteX10" fmla="*/ 885755 w 7772118"/>
              <a:gd name="connsiteY10" fmla="*/ 998674 h 5096139"/>
              <a:gd name="connsiteX11" fmla="*/ 811300 w 7772118"/>
              <a:gd name="connsiteY11" fmla="*/ 373158 h 5096139"/>
              <a:gd name="connsiteX12" fmla="*/ 1771759 w 7772118"/>
              <a:gd name="connsiteY12" fmla="*/ 499346 h 5096139"/>
              <a:gd name="connsiteX13" fmla="*/ 3729138 w 7772118"/>
              <a:gd name="connsiteY13" fmla="*/ 1 h 5096139"/>
              <a:gd name="connsiteX0" fmla="*/ 3729138 w 7764503"/>
              <a:gd name="connsiteY0" fmla="*/ 1 h 5061926"/>
              <a:gd name="connsiteX1" fmla="*/ 6244743 w 7764503"/>
              <a:gd name="connsiteY1" fmla="*/ 504118 h 5061926"/>
              <a:gd name="connsiteX2" fmla="*/ 7718780 w 7764503"/>
              <a:gd name="connsiteY2" fmla="*/ 1956116 h 5061926"/>
              <a:gd name="connsiteX3" fmla="*/ 7009765 w 7764503"/>
              <a:gd name="connsiteY3" fmla="*/ 4240028 h 5061926"/>
              <a:gd name="connsiteX4" fmla="*/ 3357586 w 7764503"/>
              <a:gd name="connsiteY4" fmla="*/ 5060764 h 5061926"/>
              <a:gd name="connsiteX5" fmla="*/ 475382 w 7764503"/>
              <a:gd name="connsiteY5" fmla="*/ 4100663 h 5061926"/>
              <a:gd name="connsiteX6" fmla="*/ 471112 w 7764503"/>
              <a:gd name="connsiteY6" fmla="*/ 4094686 h 5061926"/>
              <a:gd name="connsiteX7" fmla="*/ 455368 w 7764503"/>
              <a:gd name="connsiteY7" fmla="*/ 4079438 h 5061926"/>
              <a:gd name="connsiteX8" fmla="*/ 26817 w 7764503"/>
              <a:gd name="connsiteY8" fmla="*/ 2902523 h 5061926"/>
              <a:gd name="connsiteX9" fmla="*/ 137080 w 7764503"/>
              <a:gd name="connsiteY9" fmla="*/ 2116479 h 5061926"/>
              <a:gd name="connsiteX10" fmla="*/ 885755 w 7764503"/>
              <a:gd name="connsiteY10" fmla="*/ 998674 h 5061926"/>
              <a:gd name="connsiteX11" fmla="*/ 811300 w 7764503"/>
              <a:gd name="connsiteY11" fmla="*/ 373158 h 5061926"/>
              <a:gd name="connsiteX12" fmla="*/ 1771759 w 7764503"/>
              <a:gd name="connsiteY12" fmla="*/ 499346 h 5061926"/>
              <a:gd name="connsiteX13" fmla="*/ 3729138 w 7764503"/>
              <a:gd name="connsiteY13" fmla="*/ 1 h 5061926"/>
              <a:gd name="connsiteX0" fmla="*/ 3729138 w 7746582"/>
              <a:gd name="connsiteY0" fmla="*/ 1 h 5061961"/>
              <a:gd name="connsiteX1" fmla="*/ 6244743 w 7746582"/>
              <a:gd name="connsiteY1" fmla="*/ 504118 h 5061961"/>
              <a:gd name="connsiteX2" fmla="*/ 7698507 w 7746582"/>
              <a:gd name="connsiteY2" fmla="*/ 1893640 h 5061961"/>
              <a:gd name="connsiteX3" fmla="*/ 7009765 w 7746582"/>
              <a:gd name="connsiteY3" fmla="*/ 4240028 h 5061961"/>
              <a:gd name="connsiteX4" fmla="*/ 3357586 w 7746582"/>
              <a:gd name="connsiteY4" fmla="*/ 5060764 h 5061961"/>
              <a:gd name="connsiteX5" fmla="*/ 475382 w 7746582"/>
              <a:gd name="connsiteY5" fmla="*/ 4100663 h 5061961"/>
              <a:gd name="connsiteX6" fmla="*/ 471112 w 7746582"/>
              <a:gd name="connsiteY6" fmla="*/ 4094686 h 5061961"/>
              <a:gd name="connsiteX7" fmla="*/ 455368 w 7746582"/>
              <a:gd name="connsiteY7" fmla="*/ 4079438 h 5061961"/>
              <a:gd name="connsiteX8" fmla="*/ 26817 w 7746582"/>
              <a:gd name="connsiteY8" fmla="*/ 2902523 h 5061961"/>
              <a:gd name="connsiteX9" fmla="*/ 137080 w 7746582"/>
              <a:gd name="connsiteY9" fmla="*/ 2116479 h 5061961"/>
              <a:gd name="connsiteX10" fmla="*/ 885755 w 7746582"/>
              <a:gd name="connsiteY10" fmla="*/ 998674 h 5061961"/>
              <a:gd name="connsiteX11" fmla="*/ 811300 w 7746582"/>
              <a:gd name="connsiteY11" fmla="*/ 373158 h 5061961"/>
              <a:gd name="connsiteX12" fmla="*/ 1771759 w 7746582"/>
              <a:gd name="connsiteY12" fmla="*/ 499346 h 5061961"/>
              <a:gd name="connsiteX13" fmla="*/ 3729138 w 7746582"/>
              <a:gd name="connsiteY13" fmla="*/ 1 h 5061961"/>
              <a:gd name="connsiteX0" fmla="*/ 3729138 w 7748607"/>
              <a:gd name="connsiteY0" fmla="*/ 1 h 5061961"/>
              <a:gd name="connsiteX1" fmla="*/ 6244743 w 7748607"/>
              <a:gd name="connsiteY1" fmla="*/ 504118 h 5061961"/>
              <a:gd name="connsiteX2" fmla="*/ 7698507 w 7748607"/>
              <a:gd name="connsiteY2" fmla="*/ 1893640 h 5061961"/>
              <a:gd name="connsiteX3" fmla="*/ 7009765 w 7748607"/>
              <a:gd name="connsiteY3" fmla="*/ 4240028 h 5061961"/>
              <a:gd name="connsiteX4" fmla="*/ 3357586 w 7748607"/>
              <a:gd name="connsiteY4" fmla="*/ 5060764 h 5061961"/>
              <a:gd name="connsiteX5" fmla="*/ 475382 w 7748607"/>
              <a:gd name="connsiteY5" fmla="*/ 4100663 h 5061961"/>
              <a:gd name="connsiteX6" fmla="*/ 471112 w 7748607"/>
              <a:gd name="connsiteY6" fmla="*/ 4094686 h 5061961"/>
              <a:gd name="connsiteX7" fmla="*/ 455368 w 7748607"/>
              <a:gd name="connsiteY7" fmla="*/ 4079438 h 5061961"/>
              <a:gd name="connsiteX8" fmla="*/ 26817 w 7748607"/>
              <a:gd name="connsiteY8" fmla="*/ 2902523 h 5061961"/>
              <a:gd name="connsiteX9" fmla="*/ 137080 w 7748607"/>
              <a:gd name="connsiteY9" fmla="*/ 2116479 h 5061961"/>
              <a:gd name="connsiteX10" fmla="*/ 885755 w 7748607"/>
              <a:gd name="connsiteY10" fmla="*/ 998674 h 5061961"/>
              <a:gd name="connsiteX11" fmla="*/ 811300 w 7748607"/>
              <a:gd name="connsiteY11" fmla="*/ 373158 h 5061961"/>
              <a:gd name="connsiteX12" fmla="*/ 1771759 w 7748607"/>
              <a:gd name="connsiteY12" fmla="*/ 499346 h 5061961"/>
              <a:gd name="connsiteX13" fmla="*/ 3729138 w 7748607"/>
              <a:gd name="connsiteY13" fmla="*/ 1 h 5061961"/>
              <a:gd name="connsiteX0" fmla="*/ 3729138 w 7741343"/>
              <a:gd name="connsiteY0" fmla="*/ 1 h 5061961"/>
              <a:gd name="connsiteX1" fmla="*/ 6244743 w 7741343"/>
              <a:gd name="connsiteY1" fmla="*/ 504118 h 5061961"/>
              <a:gd name="connsiteX2" fmla="*/ 7698507 w 7741343"/>
              <a:gd name="connsiteY2" fmla="*/ 1893640 h 5061961"/>
              <a:gd name="connsiteX3" fmla="*/ 7009765 w 7741343"/>
              <a:gd name="connsiteY3" fmla="*/ 4240028 h 5061961"/>
              <a:gd name="connsiteX4" fmla="*/ 3357586 w 7741343"/>
              <a:gd name="connsiteY4" fmla="*/ 5060764 h 5061961"/>
              <a:gd name="connsiteX5" fmla="*/ 475382 w 7741343"/>
              <a:gd name="connsiteY5" fmla="*/ 4100663 h 5061961"/>
              <a:gd name="connsiteX6" fmla="*/ 471112 w 7741343"/>
              <a:gd name="connsiteY6" fmla="*/ 4094686 h 5061961"/>
              <a:gd name="connsiteX7" fmla="*/ 455368 w 7741343"/>
              <a:gd name="connsiteY7" fmla="*/ 4079438 h 5061961"/>
              <a:gd name="connsiteX8" fmla="*/ 26817 w 7741343"/>
              <a:gd name="connsiteY8" fmla="*/ 2902523 h 5061961"/>
              <a:gd name="connsiteX9" fmla="*/ 137080 w 7741343"/>
              <a:gd name="connsiteY9" fmla="*/ 2116479 h 5061961"/>
              <a:gd name="connsiteX10" fmla="*/ 885755 w 7741343"/>
              <a:gd name="connsiteY10" fmla="*/ 998674 h 5061961"/>
              <a:gd name="connsiteX11" fmla="*/ 811300 w 7741343"/>
              <a:gd name="connsiteY11" fmla="*/ 373158 h 5061961"/>
              <a:gd name="connsiteX12" fmla="*/ 1771759 w 7741343"/>
              <a:gd name="connsiteY12" fmla="*/ 499346 h 5061961"/>
              <a:gd name="connsiteX13" fmla="*/ 3729138 w 7741343"/>
              <a:gd name="connsiteY13" fmla="*/ 1 h 5061961"/>
              <a:gd name="connsiteX0" fmla="*/ 3729138 w 7741193"/>
              <a:gd name="connsiteY0" fmla="*/ 1 h 5061961"/>
              <a:gd name="connsiteX1" fmla="*/ 6323144 w 7741193"/>
              <a:gd name="connsiteY1" fmla="*/ 313740 h 5061961"/>
              <a:gd name="connsiteX2" fmla="*/ 7698507 w 7741193"/>
              <a:gd name="connsiteY2" fmla="*/ 1893640 h 5061961"/>
              <a:gd name="connsiteX3" fmla="*/ 7009765 w 7741193"/>
              <a:gd name="connsiteY3" fmla="*/ 4240028 h 5061961"/>
              <a:gd name="connsiteX4" fmla="*/ 3357586 w 7741193"/>
              <a:gd name="connsiteY4" fmla="*/ 5060764 h 5061961"/>
              <a:gd name="connsiteX5" fmla="*/ 475382 w 7741193"/>
              <a:gd name="connsiteY5" fmla="*/ 4100663 h 5061961"/>
              <a:gd name="connsiteX6" fmla="*/ 471112 w 7741193"/>
              <a:gd name="connsiteY6" fmla="*/ 4094686 h 5061961"/>
              <a:gd name="connsiteX7" fmla="*/ 455368 w 7741193"/>
              <a:gd name="connsiteY7" fmla="*/ 4079438 h 5061961"/>
              <a:gd name="connsiteX8" fmla="*/ 26817 w 7741193"/>
              <a:gd name="connsiteY8" fmla="*/ 2902523 h 5061961"/>
              <a:gd name="connsiteX9" fmla="*/ 137080 w 7741193"/>
              <a:gd name="connsiteY9" fmla="*/ 2116479 h 5061961"/>
              <a:gd name="connsiteX10" fmla="*/ 885755 w 7741193"/>
              <a:gd name="connsiteY10" fmla="*/ 998674 h 5061961"/>
              <a:gd name="connsiteX11" fmla="*/ 811300 w 7741193"/>
              <a:gd name="connsiteY11" fmla="*/ 373158 h 5061961"/>
              <a:gd name="connsiteX12" fmla="*/ 1771759 w 7741193"/>
              <a:gd name="connsiteY12" fmla="*/ 499346 h 5061961"/>
              <a:gd name="connsiteX13" fmla="*/ 3729138 w 7741193"/>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2383 w 7742464"/>
              <a:gd name="connsiteY6" fmla="*/ 4094686 h 5061961"/>
              <a:gd name="connsiteX7" fmla="*/ 473817 w 7742464"/>
              <a:gd name="connsiteY7" fmla="*/ 4387149 h 5061961"/>
              <a:gd name="connsiteX8" fmla="*/ 28088 w 7742464"/>
              <a:gd name="connsiteY8" fmla="*/ 2902523 h 5061961"/>
              <a:gd name="connsiteX9" fmla="*/ 138351 w 7742464"/>
              <a:gd name="connsiteY9" fmla="*/ 2116479 h 5061961"/>
              <a:gd name="connsiteX10" fmla="*/ 887026 w 7742464"/>
              <a:gd name="connsiteY10" fmla="*/ 998674 h 5061961"/>
              <a:gd name="connsiteX11" fmla="*/ 812571 w 7742464"/>
              <a:gd name="connsiteY11" fmla="*/ 373158 h 5061961"/>
              <a:gd name="connsiteX12" fmla="*/ 1773030 w 7742464"/>
              <a:gd name="connsiteY12" fmla="*/ 499346 h 5061961"/>
              <a:gd name="connsiteX13" fmla="*/ 3730409 w 7742464"/>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3817 w 7742464"/>
              <a:gd name="connsiteY6" fmla="*/ 4387149 h 5061961"/>
              <a:gd name="connsiteX7" fmla="*/ 28088 w 7742464"/>
              <a:gd name="connsiteY7" fmla="*/ 2902523 h 5061961"/>
              <a:gd name="connsiteX8" fmla="*/ 138351 w 7742464"/>
              <a:gd name="connsiteY8" fmla="*/ 2116479 h 5061961"/>
              <a:gd name="connsiteX9" fmla="*/ 887026 w 7742464"/>
              <a:gd name="connsiteY9" fmla="*/ 998674 h 5061961"/>
              <a:gd name="connsiteX10" fmla="*/ 812571 w 7742464"/>
              <a:gd name="connsiteY10" fmla="*/ 373158 h 5061961"/>
              <a:gd name="connsiteX11" fmla="*/ 1773030 w 7742464"/>
              <a:gd name="connsiteY11" fmla="*/ 499346 h 5061961"/>
              <a:gd name="connsiteX12" fmla="*/ 3730409 w 7742464"/>
              <a:gd name="connsiteY12" fmla="*/ 1 h 5061961"/>
              <a:gd name="connsiteX0" fmla="*/ 3730409 w 7742464"/>
              <a:gd name="connsiteY0" fmla="*/ 1 h 5062019"/>
              <a:gd name="connsiteX1" fmla="*/ 6324415 w 7742464"/>
              <a:gd name="connsiteY1" fmla="*/ 313740 h 5062019"/>
              <a:gd name="connsiteX2" fmla="*/ 7699778 w 7742464"/>
              <a:gd name="connsiteY2" fmla="*/ 1893640 h 5062019"/>
              <a:gd name="connsiteX3" fmla="*/ 7011036 w 7742464"/>
              <a:gd name="connsiteY3" fmla="*/ 4240028 h 5062019"/>
              <a:gd name="connsiteX4" fmla="*/ 3358857 w 7742464"/>
              <a:gd name="connsiteY4" fmla="*/ 5060764 h 5062019"/>
              <a:gd name="connsiteX5" fmla="*/ 473817 w 7742464"/>
              <a:gd name="connsiteY5" fmla="*/ 4387149 h 5062019"/>
              <a:gd name="connsiteX6" fmla="*/ 28088 w 7742464"/>
              <a:gd name="connsiteY6" fmla="*/ 2902523 h 5062019"/>
              <a:gd name="connsiteX7" fmla="*/ 138351 w 7742464"/>
              <a:gd name="connsiteY7" fmla="*/ 2116479 h 5062019"/>
              <a:gd name="connsiteX8" fmla="*/ 887026 w 7742464"/>
              <a:gd name="connsiteY8" fmla="*/ 998674 h 5062019"/>
              <a:gd name="connsiteX9" fmla="*/ 812571 w 7742464"/>
              <a:gd name="connsiteY9" fmla="*/ 373158 h 5062019"/>
              <a:gd name="connsiteX10" fmla="*/ 1773030 w 7742464"/>
              <a:gd name="connsiteY10" fmla="*/ 499346 h 5062019"/>
              <a:gd name="connsiteX11" fmla="*/ 3730409 w 7742464"/>
              <a:gd name="connsiteY11" fmla="*/ 1 h 5062019"/>
              <a:gd name="connsiteX0" fmla="*/ 3736775 w 7748830"/>
              <a:gd name="connsiteY0" fmla="*/ 1 h 5084826"/>
              <a:gd name="connsiteX1" fmla="*/ 6330781 w 7748830"/>
              <a:gd name="connsiteY1" fmla="*/ 313740 h 5084826"/>
              <a:gd name="connsiteX2" fmla="*/ 7706144 w 7748830"/>
              <a:gd name="connsiteY2" fmla="*/ 1893640 h 5084826"/>
              <a:gd name="connsiteX3" fmla="*/ 7017402 w 7748830"/>
              <a:gd name="connsiteY3" fmla="*/ 4240028 h 5084826"/>
              <a:gd name="connsiteX4" fmla="*/ 3365223 w 7748830"/>
              <a:gd name="connsiteY4" fmla="*/ 5060764 h 5084826"/>
              <a:gd name="connsiteX5" fmla="*/ 566153 w 7748830"/>
              <a:gd name="connsiteY5" fmla="*/ 4685337 h 5084826"/>
              <a:gd name="connsiteX6" fmla="*/ 34454 w 7748830"/>
              <a:gd name="connsiteY6" fmla="*/ 2902523 h 5084826"/>
              <a:gd name="connsiteX7" fmla="*/ 144717 w 7748830"/>
              <a:gd name="connsiteY7" fmla="*/ 2116479 h 5084826"/>
              <a:gd name="connsiteX8" fmla="*/ 893392 w 7748830"/>
              <a:gd name="connsiteY8" fmla="*/ 998674 h 5084826"/>
              <a:gd name="connsiteX9" fmla="*/ 818937 w 7748830"/>
              <a:gd name="connsiteY9" fmla="*/ 373158 h 5084826"/>
              <a:gd name="connsiteX10" fmla="*/ 1779396 w 7748830"/>
              <a:gd name="connsiteY10" fmla="*/ 499346 h 5084826"/>
              <a:gd name="connsiteX11" fmla="*/ 3736775 w 7748830"/>
              <a:gd name="connsiteY11" fmla="*/ 1 h 5084826"/>
              <a:gd name="connsiteX0" fmla="*/ 3626592 w 7638647"/>
              <a:gd name="connsiteY0" fmla="*/ 1 h 5105505"/>
              <a:gd name="connsiteX1" fmla="*/ 6220598 w 7638647"/>
              <a:gd name="connsiteY1" fmla="*/ 313740 h 5105505"/>
              <a:gd name="connsiteX2" fmla="*/ 7595961 w 7638647"/>
              <a:gd name="connsiteY2" fmla="*/ 1893640 h 5105505"/>
              <a:gd name="connsiteX3" fmla="*/ 6907219 w 7638647"/>
              <a:gd name="connsiteY3" fmla="*/ 4240028 h 5105505"/>
              <a:gd name="connsiteX4" fmla="*/ 3255040 w 7638647"/>
              <a:gd name="connsiteY4" fmla="*/ 5060764 h 5105505"/>
              <a:gd name="connsiteX5" fmla="*/ 455970 w 7638647"/>
              <a:gd name="connsiteY5" fmla="*/ 4685337 h 5105505"/>
              <a:gd name="connsiteX6" fmla="*/ 34534 w 7638647"/>
              <a:gd name="connsiteY6" fmla="*/ 2116479 h 5105505"/>
              <a:gd name="connsiteX7" fmla="*/ 783209 w 7638647"/>
              <a:gd name="connsiteY7" fmla="*/ 998674 h 5105505"/>
              <a:gd name="connsiteX8" fmla="*/ 708754 w 7638647"/>
              <a:gd name="connsiteY8" fmla="*/ 373158 h 5105505"/>
              <a:gd name="connsiteX9" fmla="*/ 1669213 w 7638647"/>
              <a:gd name="connsiteY9" fmla="*/ 499346 h 5105505"/>
              <a:gd name="connsiteX10" fmla="*/ 3626592 w 7638647"/>
              <a:gd name="connsiteY10" fmla="*/ 1 h 5105505"/>
              <a:gd name="connsiteX0" fmla="*/ 3603023 w 7615078"/>
              <a:gd name="connsiteY0" fmla="*/ 1 h 5124997"/>
              <a:gd name="connsiteX1" fmla="*/ 6197029 w 7615078"/>
              <a:gd name="connsiteY1" fmla="*/ 313740 h 5124997"/>
              <a:gd name="connsiteX2" fmla="*/ 7572392 w 7615078"/>
              <a:gd name="connsiteY2" fmla="*/ 1893640 h 5124997"/>
              <a:gd name="connsiteX3" fmla="*/ 6883650 w 7615078"/>
              <a:gd name="connsiteY3" fmla="*/ 4240028 h 5124997"/>
              <a:gd name="connsiteX4" fmla="*/ 3231471 w 7615078"/>
              <a:gd name="connsiteY4" fmla="*/ 5060764 h 5124997"/>
              <a:gd name="connsiteX5" fmla="*/ 633161 w 7615078"/>
              <a:gd name="connsiteY5" fmla="*/ 4739149 h 5124997"/>
              <a:gd name="connsiteX6" fmla="*/ 10965 w 7615078"/>
              <a:gd name="connsiteY6" fmla="*/ 2116479 h 5124997"/>
              <a:gd name="connsiteX7" fmla="*/ 759640 w 7615078"/>
              <a:gd name="connsiteY7" fmla="*/ 998674 h 5124997"/>
              <a:gd name="connsiteX8" fmla="*/ 685185 w 7615078"/>
              <a:gd name="connsiteY8" fmla="*/ 373158 h 5124997"/>
              <a:gd name="connsiteX9" fmla="*/ 1645644 w 7615078"/>
              <a:gd name="connsiteY9" fmla="*/ 499346 h 5124997"/>
              <a:gd name="connsiteX10" fmla="*/ 3603023 w 7615078"/>
              <a:gd name="connsiteY10" fmla="*/ 1 h 5124997"/>
              <a:gd name="connsiteX0" fmla="*/ 3604900 w 7616955"/>
              <a:gd name="connsiteY0" fmla="*/ 1 h 5156507"/>
              <a:gd name="connsiteX1" fmla="*/ 6198906 w 7616955"/>
              <a:gd name="connsiteY1" fmla="*/ 313740 h 5156507"/>
              <a:gd name="connsiteX2" fmla="*/ 7574269 w 7616955"/>
              <a:gd name="connsiteY2" fmla="*/ 1893640 h 5156507"/>
              <a:gd name="connsiteX3" fmla="*/ 6885527 w 7616955"/>
              <a:gd name="connsiteY3" fmla="*/ 4240028 h 5156507"/>
              <a:gd name="connsiteX4" fmla="*/ 3233348 w 7616955"/>
              <a:gd name="connsiteY4" fmla="*/ 5060764 h 5156507"/>
              <a:gd name="connsiteX5" fmla="*/ 600275 w 7616955"/>
              <a:gd name="connsiteY5" fmla="*/ 4809242 h 5156507"/>
              <a:gd name="connsiteX6" fmla="*/ 12842 w 7616955"/>
              <a:gd name="connsiteY6" fmla="*/ 2116479 h 5156507"/>
              <a:gd name="connsiteX7" fmla="*/ 761517 w 7616955"/>
              <a:gd name="connsiteY7" fmla="*/ 998674 h 5156507"/>
              <a:gd name="connsiteX8" fmla="*/ 687062 w 7616955"/>
              <a:gd name="connsiteY8" fmla="*/ 373158 h 5156507"/>
              <a:gd name="connsiteX9" fmla="*/ 1647521 w 7616955"/>
              <a:gd name="connsiteY9" fmla="*/ 499346 h 5156507"/>
              <a:gd name="connsiteX10" fmla="*/ 3604900 w 7616955"/>
              <a:gd name="connsiteY10" fmla="*/ 1 h 5156507"/>
              <a:gd name="connsiteX0" fmla="*/ 3605747 w 7617802"/>
              <a:gd name="connsiteY0" fmla="*/ 1 h 5103957"/>
              <a:gd name="connsiteX1" fmla="*/ 6199753 w 7617802"/>
              <a:gd name="connsiteY1" fmla="*/ 313740 h 5103957"/>
              <a:gd name="connsiteX2" fmla="*/ 7575116 w 7617802"/>
              <a:gd name="connsiteY2" fmla="*/ 1893640 h 5103957"/>
              <a:gd name="connsiteX3" fmla="*/ 6886374 w 7617802"/>
              <a:gd name="connsiteY3" fmla="*/ 4240028 h 5103957"/>
              <a:gd name="connsiteX4" fmla="*/ 3234195 w 7617802"/>
              <a:gd name="connsiteY4" fmla="*/ 5060764 h 5103957"/>
              <a:gd name="connsiteX5" fmla="*/ 588097 w 7617802"/>
              <a:gd name="connsiteY5" fmla="*/ 4680481 h 5103957"/>
              <a:gd name="connsiteX6" fmla="*/ 13689 w 7617802"/>
              <a:gd name="connsiteY6" fmla="*/ 2116479 h 5103957"/>
              <a:gd name="connsiteX7" fmla="*/ 762364 w 7617802"/>
              <a:gd name="connsiteY7" fmla="*/ 998674 h 5103957"/>
              <a:gd name="connsiteX8" fmla="*/ 687909 w 7617802"/>
              <a:gd name="connsiteY8" fmla="*/ 373158 h 5103957"/>
              <a:gd name="connsiteX9" fmla="*/ 1648368 w 7617802"/>
              <a:gd name="connsiteY9" fmla="*/ 499346 h 5103957"/>
              <a:gd name="connsiteX10" fmla="*/ 3605747 w 7617802"/>
              <a:gd name="connsiteY10" fmla="*/ 1 h 5103957"/>
              <a:gd name="connsiteX0" fmla="*/ 3603400 w 7615455"/>
              <a:gd name="connsiteY0" fmla="*/ 1 h 5103958"/>
              <a:gd name="connsiteX1" fmla="*/ 6197406 w 7615455"/>
              <a:gd name="connsiteY1" fmla="*/ 313740 h 5103958"/>
              <a:gd name="connsiteX2" fmla="*/ 7572769 w 7615455"/>
              <a:gd name="connsiteY2" fmla="*/ 1893640 h 5103958"/>
              <a:gd name="connsiteX3" fmla="*/ 6884027 w 7615455"/>
              <a:gd name="connsiteY3" fmla="*/ 4240028 h 5103958"/>
              <a:gd name="connsiteX4" fmla="*/ 3231848 w 7615455"/>
              <a:gd name="connsiteY4" fmla="*/ 5060764 h 5103958"/>
              <a:gd name="connsiteX5" fmla="*/ 585750 w 7615455"/>
              <a:gd name="connsiteY5" fmla="*/ 4680481 h 5103958"/>
              <a:gd name="connsiteX6" fmla="*/ 13865 w 7615455"/>
              <a:gd name="connsiteY6" fmla="*/ 2279334 h 5103958"/>
              <a:gd name="connsiteX7" fmla="*/ 760017 w 7615455"/>
              <a:gd name="connsiteY7" fmla="*/ 998674 h 5103958"/>
              <a:gd name="connsiteX8" fmla="*/ 685562 w 7615455"/>
              <a:gd name="connsiteY8" fmla="*/ 373158 h 5103958"/>
              <a:gd name="connsiteX9" fmla="*/ 1646021 w 7615455"/>
              <a:gd name="connsiteY9" fmla="*/ 499346 h 5103958"/>
              <a:gd name="connsiteX10" fmla="*/ 3603400 w 7615455"/>
              <a:gd name="connsiteY10" fmla="*/ 1 h 5103958"/>
              <a:gd name="connsiteX0" fmla="*/ 3603400 w 7554491"/>
              <a:gd name="connsiteY0" fmla="*/ 1 h 5103958"/>
              <a:gd name="connsiteX1" fmla="*/ 6197406 w 7554491"/>
              <a:gd name="connsiteY1" fmla="*/ 313740 h 5103958"/>
              <a:gd name="connsiteX2" fmla="*/ 7502348 w 7554491"/>
              <a:gd name="connsiteY2" fmla="*/ 1887069 h 5103958"/>
              <a:gd name="connsiteX3" fmla="*/ 6884027 w 7554491"/>
              <a:gd name="connsiteY3" fmla="*/ 4240028 h 5103958"/>
              <a:gd name="connsiteX4" fmla="*/ 3231848 w 7554491"/>
              <a:gd name="connsiteY4" fmla="*/ 5060764 h 5103958"/>
              <a:gd name="connsiteX5" fmla="*/ 585750 w 7554491"/>
              <a:gd name="connsiteY5" fmla="*/ 4680481 h 5103958"/>
              <a:gd name="connsiteX6" fmla="*/ 13865 w 7554491"/>
              <a:gd name="connsiteY6" fmla="*/ 2279334 h 5103958"/>
              <a:gd name="connsiteX7" fmla="*/ 760017 w 7554491"/>
              <a:gd name="connsiteY7" fmla="*/ 998674 h 5103958"/>
              <a:gd name="connsiteX8" fmla="*/ 685562 w 7554491"/>
              <a:gd name="connsiteY8" fmla="*/ 373158 h 5103958"/>
              <a:gd name="connsiteX9" fmla="*/ 1646021 w 7554491"/>
              <a:gd name="connsiteY9" fmla="*/ 499346 h 5103958"/>
              <a:gd name="connsiteX10" fmla="*/ 3603400 w 7554491"/>
              <a:gd name="connsiteY10" fmla="*/ 1 h 5103958"/>
              <a:gd name="connsiteX0" fmla="*/ 3603400 w 7546134"/>
              <a:gd name="connsiteY0" fmla="*/ 1 h 5103958"/>
              <a:gd name="connsiteX1" fmla="*/ 6197406 w 7546134"/>
              <a:gd name="connsiteY1" fmla="*/ 313740 h 5103958"/>
              <a:gd name="connsiteX2" fmla="*/ 7502348 w 7546134"/>
              <a:gd name="connsiteY2" fmla="*/ 1887069 h 5103958"/>
              <a:gd name="connsiteX3" fmla="*/ 6884027 w 7546134"/>
              <a:gd name="connsiteY3" fmla="*/ 4240028 h 5103958"/>
              <a:gd name="connsiteX4" fmla="*/ 3231848 w 7546134"/>
              <a:gd name="connsiteY4" fmla="*/ 5060764 h 5103958"/>
              <a:gd name="connsiteX5" fmla="*/ 585750 w 7546134"/>
              <a:gd name="connsiteY5" fmla="*/ 4680481 h 5103958"/>
              <a:gd name="connsiteX6" fmla="*/ 13865 w 7546134"/>
              <a:gd name="connsiteY6" fmla="*/ 2279334 h 5103958"/>
              <a:gd name="connsiteX7" fmla="*/ 760017 w 7546134"/>
              <a:gd name="connsiteY7" fmla="*/ 998674 h 5103958"/>
              <a:gd name="connsiteX8" fmla="*/ 685562 w 7546134"/>
              <a:gd name="connsiteY8" fmla="*/ 373158 h 5103958"/>
              <a:gd name="connsiteX9" fmla="*/ 1646021 w 7546134"/>
              <a:gd name="connsiteY9" fmla="*/ 499346 h 5103958"/>
              <a:gd name="connsiteX10" fmla="*/ 3603400 w 7546134"/>
              <a:gd name="connsiteY10" fmla="*/ 1 h 5103958"/>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417783"/>
              <a:gd name="connsiteY0" fmla="*/ 31687 h 5135644"/>
              <a:gd name="connsiteX1" fmla="*/ 6197406 w 7417783"/>
              <a:gd name="connsiteY1" fmla="*/ 345426 h 5135644"/>
              <a:gd name="connsiteX2" fmla="*/ 7339607 w 7417783"/>
              <a:gd name="connsiteY2" fmla="*/ 1827041 h 5135644"/>
              <a:gd name="connsiteX3" fmla="*/ 6884027 w 7417783"/>
              <a:gd name="connsiteY3" fmla="*/ 4271714 h 5135644"/>
              <a:gd name="connsiteX4" fmla="*/ 3231848 w 7417783"/>
              <a:gd name="connsiteY4" fmla="*/ 5092450 h 5135644"/>
              <a:gd name="connsiteX5" fmla="*/ 585750 w 7417783"/>
              <a:gd name="connsiteY5" fmla="*/ 4712167 h 5135644"/>
              <a:gd name="connsiteX6" fmla="*/ 13865 w 7417783"/>
              <a:gd name="connsiteY6" fmla="*/ 2311020 h 5135644"/>
              <a:gd name="connsiteX7" fmla="*/ 760017 w 7417783"/>
              <a:gd name="connsiteY7" fmla="*/ 1030360 h 5135644"/>
              <a:gd name="connsiteX8" fmla="*/ 685562 w 7417783"/>
              <a:gd name="connsiteY8" fmla="*/ 404844 h 5135644"/>
              <a:gd name="connsiteX9" fmla="*/ 1646021 w 7417783"/>
              <a:gd name="connsiteY9" fmla="*/ 531032 h 5135644"/>
              <a:gd name="connsiteX10" fmla="*/ 3603400 w 7417783"/>
              <a:gd name="connsiteY10" fmla="*/ 31687 h 5135644"/>
              <a:gd name="connsiteX0" fmla="*/ 3603400 w 7374876"/>
              <a:gd name="connsiteY0" fmla="*/ 31687 h 5136334"/>
              <a:gd name="connsiteX1" fmla="*/ 6197406 w 7374876"/>
              <a:gd name="connsiteY1" fmla="*/ 345426 h 5136334"/>
              <a:gd name="connsiteX2" fmla="*/ 7339607 w 7374876"/>
              <a:gd name="connsiteY2" fmla="*/ 1827041 h 5136334"/>
              <a:gd name="connsiteX3" fmla="*/ 6715667 w 7374876"/>
              <a:gd name="connsiteY3" fmla="*/ 4262378 h 5136334"/>
              <a:gd name="connsiteX4" fmla="*/ 3231848 w 7374876"/>
              <a:gd name="connsiteY4" fmla="*/ 5092450 h 5136334"/>
              <a:gd name="connsiteX5" fmla="*/ 585750 w 7374876"/>
              <a:gd name="connsiteY5" fmla="*/ 4712167 h 5136334"/>
              <a:gd name="connsiteX6" fmla="*/ 13865 w 7374876"/>
              <a:gd name="connsiteY6" fmla="*/ 2311020 h 5136334"/>
              <a:gd name="connsiteX7" fmla="*/ 760017 w 7374876"/>
              <a:gd name="connsiteY7" fmla="*/ 1030360 h 5136334"/>
              <a:gd name="connsiteX8" fmla="*/ 685562 w 7374876"/>
              <a:gd name="connsiteY8" fmla="*/ 404844 h 5136334"/>
              <a:gd name="connsiteX9" fmla="*/ 1646021 w 7374876"/>
              <a:gd name="connsiteY9" fmla="*/ 531032 h 5136334"/>
              <a:gd name="connsiteX10" fmla="*/ 3603400 w 7374876"/>
              <a:gd name="connsiteY10" fmla="*/ 31687 h 5136334"/>
              <a:gd name="connsiteX0" fmla="*/ 3603400 w 7366286"/>
              <a:gd name="connsiteY0" fmla="*/ 31687 h 5147961"/>
              <a:gd name="connsiteX1" fmla="*/ 6197406 w 7366286"/>
              <a:gd name="connsiteY1" fmla="*/ 345426 h 5147961"/>
              <a:gd name="connsiteX2" fmla="*/ 7339607 w 7366286"/>
              <a:gd name="connsiteY2" fmla="*/ 1827041 h 5147961"/>
              <a:gd name="connsiteX3" fmla="*/ 6671868 w 7366286"/>
              <a:gd name="connsiteY3" fmla="*/ 4105237 h 5147961"/>
              <a:gd name="connsiteX4" fmla="*/ 3231848 w 7366286"/>
              <a:gd name="connsiteY4" fmla="*/ 5092450 h 5147961"/>
              <a:gd name="connsiteX5" fmla="*/ 585750 w 7366286"/>
              <a:gd name="connsiteY5" fmla="*/ 4712167 h 5147961"/>
              <a:gd name="connsiteX6" fmla="*/ 13865 w 7366286"/>
              <a:gd name="connsiteY6" fmla="*/ 2311020 h 5147961"/>
              <a:gd name="connsiteX7" fmla="*/ 760017 w 7366286"/>
              <a:gd name="connsiteY7" fmla="*/ 1030360 h 5147961"/>
              <a:gd name="connsiteX8" fmla="*/ 685562 w 7366286"/>
              <a:gd name="connsiteY8" fmla="*/ 404844 h 5147961"/>
              <a:gd name="connsiteX9" fmla="*/ 1646021 w 7366286"/>
              <a:gd name="connsiteY9" fmla="*/ 531032 h 5147961"/>
              <a:gd name="connsiteX10" fmla="*/ 3603400 w 7366286"/>
              <a:gd name="connsiteY10" fmla="*/ 31687 h 5147961"/>
              <a:gd name="connsiteX0" fmla="*/ 3603400 w 7359988"/>
              <a:gd name="connsiteY0" fmla="*/ 31687 h 5146347"/>
              <a:gd name="connsiteX1" fmla="*/ 6197406 w 7359988"/>
              <a:gd name="connsiteY1" fmla="*/ 345426 h 5146347"/>
              <a:gd name="connsiteX2" fmla="*/ 7339607 w 7359988"/>
              <a:gd name="connsiteY2" fmla="*/ 1827041 h 5146347"/>
              <a:gd name="connsiteX3" fmla="*/ 6632220 w 7359988"/>
              <a:gd name="connsiteY3" fmla="*/ 4127047 h 5146347"/>
              <a:gd name="connsiteX4" fmla="*/ 3231848 w 7359988"/>
              <a:gd name="connsiteY4" fmla="*/ 5092450 h 5146347"/>
              <a:gd name="connsiteX5" fmla="*/ 585750 w 7359988"/>
              <a:gd name="connsiteY5" fmla="*/ 4712167 h 5146347"/>
              <a:gd name="connsiteX6" fmla="*/ 13865 w 7359988"/>
              <a:gd name="connsiteY6" fmla="*/ 2311020 h 5146347"/>
              <a:gd name="connsiteX7" fmla="*/ 760017 w 7359988"/>
              <a:gd name="connsiteY7" fmla="*/ 1030360 h 5146347"/>
              <a:gd name="connsiteX8" fmla="*/ 685562 w 7359988"/>
              <a:gd name="connsiteY8" fmla="*/ 404844 h 5146347"/>
              <a:gd name="connsiteX9" fmla="*/ 1646021 w 7359988"/>
              <a:gd name="connsiteY9" fmla="*/ 531032 h 5146347"/>
              <a:gd name="connsiteX10" fmla="*/ 3603400 w 7359988"/>
              <a:gd name="connsiteY10" fmla="*/ 31687 h 5146347"/>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5562 w 7283289"/>
              <a:gd name="connsiteY8" fmla="*/ 404747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29414 w 7283289"/>
              <a:gd name="connsiteY7" fmla="*/ 109792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194149"/>
              <a:gd name="connsiteY0" fmla="*/ 31938 h 5146598"/>
              <a:gd name="connsiteX1" fmla="*/ 6197406 w 7194149"/>
              <a:gd name="connsiteY1" fmla="*/ 345677 h 5146598"/>
              <a:gd name="connsiteX2" fmla="*/ 7150714 w 7194149"/>
              <a:gd name="connsiteY2" fmla="*/ 1839431 h 5146598"/>
              <a:gd name="connsiteX3" fmla="*/ 6632220 w 7194149"/>
              <a:gd name="connsiteY3" fmla="*/ 4127298 h 5146598"/>
              <a:gd name="connsiteX4" fmla="*/ 3231848 w 7194149"/>
              <a:gd name="connsiteY4" fmla="*/ 5092701 h 5146598"/>
              <a:gd name="connsiteX5" fmla="*/ 585750 w 7194149"/>
              <a:gd name="connsiteY5" fmla="*/ 4712418 h 5146598"/>
              <a:gd name="connsiteX6" fmla="*/ 13865 w 7194149"/>
              <a:gd name="connsiteY6" fmla="*/ 2311271 h 5146598"/>
              <a:gd name="connsiteX7" fmla="*/ 729414 w 7194149"/>
              <a:gd name="connsiteY7" fmla="*/ 1098271 h 5146598"/>
              <a:gd name="connsiteX8" fmla="*/ 680359 w 7194149"/>
              <a:gd name="connsiteY8" fmla="*/ 292989 h 5146598"/>
              <a:gd name="connsiteX9" fmla="*/ 1646021 w 7194149"/>
              <a:gd name="connsiteY9" fmla="*/ 531283 h 5146598"/>
              <a:gd name="connsiteX10" fmla="*/ 3603400 w 7194149"/>
              <a:gd name="connsiteY10" fmla="*/ 31938 h 5146598"/>
              <a:gd name="connsiteX0" fmla="*/ 3603400 w 7107447"/>
              <a:gd name="connsiteY0" fmla="*/ 32329 h 5146989"/>
              <a:gd name="connsiteX1" fmla="*/ 6197406 w 7107447"/>
              <a:gd name="connsiteY1" fmla="*/ 346068 h 5146989"/>
              <a:gd name="connsiteX2" fmla="*/ 7035528 w 7107447"/>
              <a:gd name="connsiteY2" fmla="*/ 1858310 h 5146989"/>
              <a:gd name="connsiteX3" fmla="*/ 6632220 w 7107447"/>
              <a:gd name="connsiteY3" fmla="*/ 4127689 h 5146989"/>
              <a:gd name="connsiteX4" fmla="*/ 3231848 w 7107447"/>
              <a:gd name="connsiteY4" fmla="*/ 5093092 h 5146989"/>
              <a:gd name="connsiteX5" fmla="*/ 585750 w 7107447"/>
              <a:gd name="connsiteY5" fmla="*/ 4712809 h 5146989"/>
              <a:gd name="connsiteX6" fmla="*/ 13865 w 7107447"/>
              <a:gd name="connsiteY6" fmla="*/ 2311662 h 5146989"/>
              <a:gd name="connsiteX7" fmla="*/ 729414 w 7107447"/>
              <a:gd name="connsiteY7" fmla="*/ 1098662 h 5146989"/>
              <a:gd name="connsiteX8" fmla="*/ 680359 w 7107447"/>
              <a:gd name="connsiteY8" fmla="*/ 293380 h 5146989"/>
              <a:gd name="connsiteX9" fmla="*/ 1646021 w 7107447"/>
              <a:gd name="connsiteY9" fmla="*/ 531674 h 5146989"/>
              <a:gd name="connsiteX10" fmla="*/ 3603400 w 7107447"/>
              <a:gd name="connsiteY10" fmla="*/ 32329 h 5146989"/>
              <a:gd name="connsiteX0" fmla="*/ 3603400 w 7107447"/>
              <a:gd name="connsiteY0" fmla="*/ 31042 h 5145702"/>
              <a:gd name="connsiteX1" fmla="*/ 6197406 w 7107447"/>
              <a:gd name="connsiteY1" fmla="*/ 344781 h 5145702"/>
              <a:gd name="connsiteX2" fmla="*/ 7035528 w 7107447"/>
              <a:gd name="connsiteY2" fmla="*/ 1857023 h 5145702"/>
              <a:gd name="connsiteX3" fmla="*/ 6632220 w 7107447"/>
              <a:gd name="connsiteY3" fmla="*/ 4126402 h 5145702"/>
              <a:gd name="connsiteX4" fmla="*/ 3231848 w 7107447"/>
              <a:gd name="connsiteY4" fmla="*/ 5091805 h 5145702"/>
              <a:gd name="connsiteX5" fmla="*/ 585750 w 7107447"/>
              <a:gd name="connsiteY5" fmla="*/ 4711522 h 5145702"/>
              <a:gd name="connsiteX6" fmla="*/ 13865 w 7107447"/>
              <a:gd name="connsiteY6" fmla="*/ 2310375 h 5145702"/>
              <a:gd name="connsiteX7" fmla="*/ 729414 w 7107447"/>
              <a:gd name="connsiteY7" fmla="*/ 1097375 h 5145702"/>
              <a:gd name="connsiteX8" fmla="*/ 680359 w 7107447"/>
              <a:gd name="connsiteY8" fmla="*/ 292093 h 5145702"/>
              <a:gd name="connsiteX9" fmla="*/ 1646021 w 7107447"/>
              <a:gd name="connsiteY9" fmla="*/ 530387 h 5145702"/>
              <a:gd name="connsiteX10" fmla="*/ 3603400 w 7107447"/>
              <a:gd name="connsiteY10" fmla="*/ 31042 h 5145702"/>
              <a:gd name="connsiteX0" fmla="*/ 3603400 w 7125591"/>
              <a:gd name="connsiteY0" fmla="*/ 31042 h 5145702"/>
              <a:gd name="connsiteX1" fmla="*/ 6197406 w 7125591"/>
              <a:gd name="connsiteY1" fmla="*/ 344781 h 5145702"/>
              <a:gd name="connsiteX2" fmla="*/ 7035528 w 7125591"/>
              <a:gd name="connsiteY2" fmla="*/ 1857023 h 5145702"/>
              <a:gd name="connsiteX3" fmla="*/ 6632220 w 7125591"/>
              <a:gd name="connsiteY3" fmla="*/ 4126402 h 5145702"/>
              <a:gd name="connsiteX4" fmla="*/ 3231848 w 7125591"/>
              <a:gd name="connsiteY4" fmla="*/ 5091805 h 5145702"/>
              <a:gd name="connsiteX5" fmla="*/ 585750 w 7125591"/>
              <a:gd name="connsiteY5" fmla="*/ 4711522 h 5145702"/>
              <a:gd name="connsiteX6" fmla="*/ 13865 w 7125591"/>
              <a:gd name="connsiteY6" fmla="*/ 2310375 h 5145702"/>
              <a:gd name="connsiteX7" fmla="*/ 729414 w 7125591"/>
              <a:gd name="connsiteY7" fmla="*/ 1097375 h 5145702"/>
              <a:gd name="connsiteX8" fmla="*/ 680359 w 7125591"/>
              <a:gd name="connsiteY8" fmla="*/ 292093 h 5145702"/>
              <a:gd name="connsiteX9" fmla="*/ 1646021 w 7125591"/>
              <a:gd name="connsiteY9" fmla="*/ 530387 h 5145702"/>
              <a:gd name="connsiteX10" fmla="*/ 3603400 w 7125591"/>
              <a:gd name="connsiteY10" fmla="*/ 31042 h 5145702"/>
              <a:gd name="connsiteX0" fmla="*/ 3603400 w 7073245"/>
              <a:gd name="connsiteY0" fmla="*/ 31042 h 5143141"/>
              <a:gd name="connsiteX1" fmla="*/ 6197406 w 7073245"/>
              <a:gd name="connsiteY1" fmla="*/ 344781 h 5143141"/>
              <a:gd name="connsiteX2" fmla="*/ 7035528 w 7073245"/>
              <a:gd name="connsiteY2" fmla="*/ 1857023 h 5143141"/>
              <a:gd name="connsiteX3" fmla="*/ 6538881 w 7073245"/>
              <a:gd name="connsiteY3" fmla="*/ 4160999 h 5143141"/>
              <a:gd name="connsiteX4" fmla="*/ 3231848 w 7073245"/>
              <a:gd name="connsiteY4" fmla="*/ 5091805 h 5143141"/>
              <a:gd name="connsiteX5" fmla="*/ 585750 w 7073245"/>
              <a:gd name="connsiteY5" fmla="*/ 4711522 h 5143141"/>
              <a:gd name="connsiteX6" fmla="*/ 13865 w 7073245"/>
              <a:gd name="connsiteY6" fmla="*/ 2310375 h 5143141"/>
              <a:gd name="connsiteX7" fmla="*/ 729414 w 7073245"/>
              <a:gd name="connsiteY7" fmla="*/ 1097375 h 5143141"/>
              <a:gd name="connsiteX8" fmla="*/ 680359 w 7073245"/>
              <a:gd name="connsiteY8" fmla="*/ 292093 h 5143141"/>
              <a:gd name="connsiteX9" fmla="*/ 1646021 w 7073245"/>
              <a:gd name="connsiteY9" fmla="*/ 530387 h 5143141"/>
              <a:gd name="connsiteX10" fmla="*/ 3603400 w 7073245"/>
              <a:gd name="connsiteY10" fmla="*/ 31042 h 5143141"/>
              <a:gd name="connsiteX0" fmla="*/ 3603400 w 7074446"/>
              <a:gd name="connsiteY0" fmla="*/ 31042 h 5143143"/>
              <a:gd name="connsiteX1" fmla="*/ 6197406 w 7074446"/>
              <a:gd name="connsiteY1" fmla="*/ 344781 h 5143143"/>
              <a:gd name="connsiteX2" fmla="*/ 7035528 w 7074446"/>
              <a:gd name="connsiteY2" fmla="*/ 1857023 h 5143143"/>
              <a:gd name="connsiteX3" fmla="*/ 6538881 w 7074446"/>
              <a:gd name="connsiteY3" fmla="*/ 4160999 h 5143143"/>
              <a:gd name="connsiteX4" fmla="*/ 3231848 w 7074446"/>
              <a:gd name="connsiteY4" fmla="*/ 5091805 h 5143143"/>
              <a:gd name="connsiteX5" fmla="*/ 585750 w 7074446"/>
              <a:gd name="connsiteY5" fmla="*/ 4711522 h 5143143"/>
              <a:gd name="connsiteX6" fmla="*/ 13865 w 7074446"/>
              <a:gd name="connsiteY6" fmla="*/ 2310375 h 5143143"/>
              <a:gd name="connsiteX7" fmla="*/ 729414 w 7074446"/>
              <a:gd name="connsiteY7" fmla="*/ 1097375 h 5143143"/>
              <a:gd name="connsiteX8" fmla="*/ 680359 w 7074446"/>
              <a:gd name="connsiteY8" fmla="*/ 292093 h 5143143"/>
              <a:gd name="connsiteX9" fmla="*/ 1646021 w 7074446"/>
              <a:gd name="connsiteY9" fmla="*/ 530387 h 5143143"/>
              <a:gd name="connsiteX10" fmla="*/ 3603400 w 7074446"/>
              <a:gd name="connsiteY10" fmla="*/ 31042 h 5143143"/>
              <a:gd name="connsiteX0" fmla="*/ 4992048 w 8463094"/>
              <a:gd name="connsiteY0" fmla="*/ 31042 h 5138527"/>
              <a:gd name="connsiteX1" fmla="*/ 7586054 w 8463094"/>
              <a:gd name="connsiteY1" fmla="*/ 344781 h 5138527"/>
              <a:gd name="connsiteX2" fmla="*/ 8424176 w 8463094"/>
              <a:gd name="connsiteY2" fmla="*/ 1857023 h 5138527"/>
              <a:gd name="connsiteX3" fmla="*/ 7927529 w 8463094"/>
              <a:gd name="connsiteY3" fmla="*/ 4160999 h 5138527"/>
              <a:gd name="connsiteX4" fmla="*/ 4620496 w 8463094"/>
              <a:gd name="connsiteY4" fmla="*/ 5091805 h 5138527"/>
              <a:gd name="connsiteX5" fmla="*/ 1974398 w 8463094"/>
              <a:gd name="connsiteY5" fmla="*/ 4711522 h 5138527"/>
              <a:gd name="connsiteX6" fmla="*/ 1715 w 8463094"/>
              <a:gd name="connsiteY6" fmla="*/ 2285571 h 5138527"/>
              <a:gd name="connsiteX7" fmla="*/ 2118062 w 8463094"/>
              <a:gd name="connsiteY7" fmla="*/ 1097375 h 5138527"/>
              <a:gd name="connsiteX8" fmla="*/ 2069007 w 8463094"/>
              <a:gd name="connsiteY8" fmla="*/ 292093 h 5138527"/>
              <a:gd name="connsiteX9" fmla="*/ 3034669 w 8463094"/>
              <a:gd name="connsiteY9" fmla="*/ 530387 h 5138527"/>
              <a:gd name="connsiteX10" fmla="*/ 4992048 w 8463094"/>
              <a:gd name="connsiteY10" fmla="*/ 31042 h 5138527"/>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015653 w 8467110"/>
              <a:gd name="connsiteY7" fmla="*/ 971604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42220"/>
              <a:gd name="connsiteY0" fmla="*/ 14812 h 5164759"/>
              <a:gd name="connsiteX1" fmla="*/ 8092456 w 8442220"/>
              <a:gd name="connsiteY1" fmla="*/ 564858 h 5164759"/>
              <a:gd name="connsiteX2" fmla="*/ 8428192 w 8442220"/>
              <a:gd name="connsiteY2" fmla="*/ 1840793 h 5164759"/>
              <a:gd name="connsiteX3" fmla="*/ 7931545 w 8442220"/>
              <a:gd name="connsiteY3" fmla="*/ 4144769 h 5164759"/>
              <a:gd name="connsiteX4" fmla="*/ 4624512 w 8442220"/>
              <a:gd name="connsiteY4" fmla="*/ 5075575 h 5164759"/>
              <a:gd name="connsiteX5" fmla="*/ 1054469 w 8442220"/>
              <a:gd name="connsiteY5" fmla="*/ 4809607 h 5164759"/>
              <a:gd name="connsiteX6" fmla="*/ 5731 w 8442220"/>
              <a:gd name="connsiteY6" fmla="*/ 2269341 h 5164759"/>
              <a:gd name="connsiteX7" fmla="*/ 2015653 w 8442220"/>
              <a:gd name="connsiteY7" fmla="*/ 955374 h 5164759"/>
              <a:gd name="connsiteX8" fmla="*/ 2073023 w 8442220"/>
              <a:gd name="connsiteY8" fmla="*/ 275863 h 5164759"/>
              <a:gd name="connsiteX9" fmla="*/ 3038685 w 8442220"/>
              <a:gd name="connsiteY9" fmla="*/ 514157 h 5164759"/>
              <a:gd name="connsiteX10" fmla="*/ 4996064 w 8442220"/>
              <a:gd name="connsiteY10" fmla="*/ 14812 h 5164759"/>
              <a:gd name="connsiteX0" fmla="*/ 4996064 w 9263691"/>
              <a:gd name="connsiteY0" fmla="*/ 20005 h 5169952"/>
              <a:gd name="connsiteX1" fmla="*/ 8092456 w 9263691"/>
              <a:gd name="connsiteY1" fmla="*/ 570051 h 5169952"/>
              <a:gd name="connsiteX2" fmla="*/ 9262635 w 9263691"/>
              <a:gd name="connsiteY2" fmla="*/ 2508205 h 5169952"/>
              <a:gd name="connsiteX3" fmla="*/ 7931545 w 9263691"/>
              <a:gd name="connsiteY3" fmla="*/ 4149962 h 5169952"/>
              <a:gd name="connsiteX4" fmla="*/ 4624512 w 9263691"/>
              <a:gd name="connsiteY4" fmla="*/ 5080768 h 5169952"/>
              <a:gd name="connsiteX5" fmla="*/ 1054469 w 9263691"/>
              <a:gd name="connsiteY5" fmla="*/ 4814800 h 5169952"/>
              <a:gd name="connsiteX6" fmla="*/ 5731 w 9263691"/>
              <a:gd name="connsiteY6" fmla="*/ 2274534 h 5169952"/>
              <a:gd name="connsiteX7" fmla="*/ 2015653 w 9263691"/>
              <a:gd name="connsiteY7" fmla="*/ 960567 h 5169952"/>
              <a:gd name="connsiteX8" fmla="*/ 2073023 w 9263691"/>
              <a:gd name="connsiteY8" fmla="*/ 281056 h 5169952"/>
              <a:gd name="connsiteX9" fmla="*/ 3038685 w 9263691"/>
              <a:gd name="connsiteY9" fmla="*/ 519350 h 5169952"/>
              <a:gd name="connsiteX10" fmla="*/ 4996064 w 9263691"/>
              <a:gd name="connsiteY10" fmla="*/ 20005 h 5169952"/>
              <a:gd name="connsiteX0" fmla="*/ 4996064 w 9352913"/>
              <a:gd name="connsiteY0" fmla="*/ 20005 h 5137479"/>
              <a:gd name="connsiteX1" fmla="*/ 8092456 w 9352913"/>
              <a:gd name="connsiteY1" fmla="*/ 570051 h 5137479"/>
              <a:gd name="connsiteX2" fmla="*/ 9262635 w 9352913"/>
              <a:gd name="connsiteY2" fmla="*/ 2508205 h 5137479"/>
              <a:gd name="connsiteX3" fmla="*/ 8751107 w 9352913"/>
              <a:gd name="connsiteY3" fmla="*/ 4615903 h 5137479"/>
              <a:gd name="connsiteX4" fmla="*/ 4624512 w 9352913"/>
              <a:gd name="connsiteY4" fmla="*/ 5080768 h 5137479"/>
              <a:gd name="connsiteX5" fmla="*/ 1054469 w 9352913"/>
              <a:gd name="connsiteY5" fmla="*/ 4814800 h 5137479"/>
              <a:gd name="connsiteX6" fmla="*/ 5731 w 9352913"/>
              <a:gd name="connsiteY6" fmla="*/ 2274534 h 5137479"/>
              <a:gd name="connsiteX7" fmla="*/ 2015653 w 9352913"/>
              <a:gd name="connsiteY7" fmla="*/ 960567 h 5137479"/>
              <a:gd name="connsiteX8" fmla="*/ 2073023 w 9352913"/>
              <a:gd name="connsiteY8" fmla="*/ 281056 h 5137479"/>
              <a:gd name="connsiteX9" fmla="*/ 3038685 w 9352913"/>
              <a:gd name="connsiteY9" fmla="*/ 519350 h 5137479"/>
              <a:gd name="connsiteX10" fmla="*/ 4996064 w 9352913"/>
              <a:gd name="connsiteY10" fmla="*/ 20005 h 5137479"/>
              <a:gd name="connsiteX0" fmla="*/ 4996064 w 9281803"/>
              <a:gd name="connsiteY0" fmla="*/ 20005 h 5148967"/>
              <a:gd name="connsiteX1" fmla="*/ 8092456 w 9281803"/>
              <a:gd name="connsiteY1" fmla="*/ 570051 h 5148967"/>
              <a:gd name="connsiteX2" fmla="*/ 9262635 w 9281803"/>
              <a:gd name="connsiteY2" fmla="*/ 2508205 h 5148967"/>
              <a:gd name="connsiteX3" fmla="*/ 8487147 w 9281803"/>
              <a:gd name="connsiteY3" fmla="*/ 4449157 h 5148967"/>
              <a:gd name="connsiteX4" fmla="*/ 4624512 w 9281803"/>
              <a:gd name="connsiteY4" fmla="*/ 5080768 h 5148967"/>
              <a:gd name="connsiteX5" fmla="*/ 1054469 w 9281803"/>
              <a:gd name="connsiteY5" fmla="*/ 4814800 h 5148967"/>
              <a:gd name="connsiteX6" fmla="*/ 5731 w 9281803"/>
              <a:gd name="connsiteY6" fmla="*/ 2274534 h 5148967"/>
              <a:gd name="connsiteX7" fmla="*/ 2015653 w 9281803"/>
              <a:gd name="connsiteY7" fmla="*/ 960567 h 5148967"/>
              <a:gd name="connsiteX8" fmla="*/ 2073023 w 9281803"/>
              <a:gd name="connsiteY8" fmla="*/ 281056 h 5148967"/>
              <a:gd name="connsiteX9" fmla="*/ 3038685 w 9281803"/>
              <a:gd name="connsiteY9" fmla="*/ 519350 h 5148967"/>
              <a:gd name="connsiteX10" fmla="*/ 4996064 w 9281803"/>
              <a:gd name="connsiteY10" fmla="*/ 20005 h 5148967"/>
              <a:gd name="connsiteX0" fmla="*/ 5111003 w 9281803"/>
              <a:gd name="connsiteY0" fmla="*/ 32074 h 5002868"/>
              <a:gd name="connsiteX1" fmla="*/ 8092456 w 9281803"/>
              <a:gd name="connsiteY1" fmla="*/ 423952 h 5002868"/>
              <a:gd name="connsiteX2" fmla="*/ 9262635 w 9281803"/>
              <a:gd name="connsiteY2" fmla="*/ 2362106 h 5002868"/>
              <a:gd name="connsiteX3" fmla="*/ 8487147 w 9281803"/>
              <a:gd name="connsiteY3" fmla="*/ 4303058 h 5002868"/>
              <a:gd name="connsiteX4" fmla="*/ 4624512 w 9281803"/>
              <a:gd name="connsiteY4" fmla="*/ 4934669 h 5002868"/>
              <a:gd name="connsiteX5" fmla="*/ 1054469 w 9281803"/>
              <a:gd name="connsiteY5" fmla="*/ 4668701 h 5002868"/>
              <a:gd name="connsiteX6" fmla="*/ 5731 w 9281803"/>
              <a:gd name="connsiteY6" fmla="*/ 2128435 h 5002868"/>
              <a:gd name="connsiteX7" fmla="*/ 2015653 w 9281803"/>
              <a:gd name="connsiteY7" fmla="*/ 814468 h 5002868"/>
              <a:gd name="connsiteX8" fmla="*/ 2073023 w 9281803"/>
              <a:gd name="connsiteY8" fmla="*/ 134957 h 5002868"/>
              <a:gd name="connsiteX9" fmla="*/ 3038685 w 9281803"/>
              <a:gd name="connsiteY9" fmla="*/ 373251 h 5002868"/>
              <a:gd name="connsiteX10" fmla="*/ 5111003 w 9281803"/>
              <a:gd name="connsiteY10" fmla="*/ 32074 h 5002868"/>
              <a:gd name="connsiteX0" fmla="*/ 5111003 w 9275212"/>
              <a:gd name="connsiteY0" fmla="*/ 13544 h 4984338"/>
              <a:gd name="connsiteX1" fmla="*/ 8205254 w 9275212"/>
              <a:gd name="connsiteY1" fmla="*/ 695078 h 4984338"/>
              <a:gd name="connsiteX2" fmla="*/ 9262635 w 9275212"/>
              <a:gd name="connsiteY2" fmla="*/ 2343576 h 4984338"/>
              <a:gd name="connsiteX3" fmla="*/ 8487147 w 9275212"/>
              <a:gd name="connsiteY3" fmla="*/ 4284528 h 4984338"/>
              <a:gd name="connsiteX4" fmla="*/ 4624512 w 9275212"/>
              <a:gd name="connsiteY4" fmla="*/ 4916139 h 4984338"/>
              <a:gd name="connsiteX5" fmla="*/ 1054469 w 9275212"/>
              <a:gd name="connsiteY5" fmla="*/ 4650171 h 4984338"/>
              <a:gd name="connsiteX6" fmla="*/ 5731 w 9275212"/>
              <a:gd name="connsiteY6" fmla="*/ 2109905 h 4984338"/>
              <a:gd name="connsiteX7" fmla="*/ 2015653 w 9275212"/>
              <a:gd name="connsiteY7" fmla="*/ 795938 h 4984338"/>
              <a:gd name="connsiteX8" fmla="*/ 2073023 w 9275212"/>
              <a:gd name="connsiteY8" fmla="*/ 116427 h 4984338"/>
              <a:gd name="connsiteX9" fmla="*/ 3038685 w 9275212"/>
              <a:gd name="connsiteY9" fmla="*/ 354721 h 4984338"/>
              <a:gd name="connsiteX10" fmla="*/ 5111003 w 9275212"/>
              <a:gd name="connsiteY10" fmla="*/ 13544 h 4984338"/>
              <a:gd name="connsiteX0" fmla="*/ 5108491 w 9272700"/>
              <a:gd name="connsiteY0" fmla="*/ 13544 h 4916198"/>
              <a:gd name="connsiteX1" fmla="*/ 8202742 w 9272700"/>
              <a:gd name="connsiteY1" fmla="*/ 695078 h 4916198"/>
              <a:gd name="connsiteX2" fmla="*/ 9260123 w 9272700"/>
              <a:gd name="connsiteY2" fmla="*/ 2343576 h 4916198"/>
              <a:gd name="connsiteX3" fmla="*/ 8484635 w 9272700"/>
              <a:gd name="connsiteY3" fmla="*/ 4284528 h 4916198"/>
              <a:gd name="connsiteX4" fmla="*/ 4622000 w 9272700"/>
              <a:gd name="connsiteY4" fmla="*/ 4916139 h 4916198"/>
              <a:gd name="connsiteX5" fmla="*/ 1364942 w 9272700"/>
              <a:gd name="connsiteY5" fmla="*/ 4305265 h 4916198"/>
              <a:gd name="connsiteX6" fmla="*/ 3219 w 9272700"/>
              <a:gd name="connsiteY6" fmla="*/ 2109905 h 4916198"/>
              <a:gd name="connsiteX7" fmla="*/ 2013141 w 9272700"/>
              <a:gd name="connsiteY7" fmla="*/ 795938 h 4916198"/>
              <a:gd name="connsiteX8" fmla="*/ 2070511 w 9272700"/>
              <a:gd name="connsiteY8" fmla="*/ 116427 h 4916198"/>
              <a:gd name="connsiteX9" fmla="*/ 3036173 w 9272700"/>
              <a:gd name="connsiteY9" fmla="*/ 354721 h 4916198"/>
              <a:gd name="connsiteX10" fmla="*/ 5108491 w 9272700"/>
              <a:gd name="connsiteY10" fmla="*/ 13544 h 4916198"/>
              <a:gd name="connsiteX0" fmla="*/ 5008893 w 9173102"/>
              <a:gd name="connsiteY0" fmla="*/ 13544 h 4916186"/>
              <a:gd name="connsiteX1" fmla="*/ 8103144 w 9173102"/>
              <a:gd name="connsiteY1" fmla="*/ 695078 h 4916186"/>
              <a:gd name="connsiteX2" fmla="*/ 9160525 w 9173102"/>
              <a:gd name="connsiteY2" fmla="*/ 2343576 h 4916186"/>
              <a:gd name="connsiteX3" fmla="*/ 8385037 w 9173102"/>
              <a:gd name="connsiteY3" fmla="*/ 4284528 h 4916186"/>
              <a:gd name="connsiteX4" fmla="*/ 4522402 w 9173102"/>
              <a:gd name="connsiteY4" fmla="*/ 4916139 h 4916186"/>
              <a:gd name="connsiteX5" fmla="*/ 1265344 w 9173102"/>
              <a:gd name="connsiteY5" fmla="*/ 4305265 h 4916186"/>
              <a:gd name="connsiteX6" fmla="*/ 3651 w 9173102"/>
              <a:gd name="connsiteY6" fmla="*/ 2350966 h 4916186"/>
              <a:gd name="connsiteX7" fmla="*/ 1913543 w 9173102"/>
              <a:gd name="connsiteY7" fmla="*/ 795938 h 4916186"/>
              <a:gd name="connsiteX8" fmla="*/ 1970913 w 9173102"/>
              <a:gd name="connsiteY8" fmla="*/ 116427 h 4916186"/>
              <a:gd name="connsiteX9" fmla="*/ 2936575 w 9173102"/>
              <a:gd name="connsiteY9" fmla="*/ 354721 h 4916186"/>
              <a:gd name="connsiteX10" fmla="*/ 5008893 w 9173102"/>
              <a:gd name="connsiteY10" fmla="*/ 13544 h 4916186"/>
              <a:gd name="connsiteX0" fmla="*/ 5005242 w 9169451"/>
              <a:gd name="connsiteY0" fmla="*/ 13544 h 4916186"/>
              <a:gd name="connsiteX1" fmla="*/ 8099493 w 9169451"/>
              <a:gd name="connsiteY1" fmla="*/ 695078 h 4916186"/>
              <a:gd name="connsiteX2" fmla="*/ 9156874 w 9169451"/>
              <a:gd name="connsiteY2" fmla="*/ 2343576 h 4916186"/>
              <a:gd name="connsiteX3" fmla="*/ 8381386 w 9169451"/>
              <a:gd name="connsiteY3" fmla="*/ 4284528 h 4916186"/>
              <a:gd name="connsiteX4" fmla="*/ 4518751 w 9169451"/>
              <a:gd name="connsiteY4" fmla="*/ 4916139 h 4916186"/>
              <a:gd name="connsiteX5" fmla="*/ 1261693 w 9169451"/>
              <a:gd name="connsiteY5" fmla="*/ 4305265 h 4916186"/>
              <a:gd name="connsiteX6" fmla="*/ 0 w 9169451"/>
              <a:gd name="connsiteY6" fmla="*/ 2350966 h 4916186"/>
              <a:gd name="connsiteX7" fmla="*/ 1909892 w 9169451"/>
              <a:gd name="connsiteY7" fmla="*/ 795938 h 4916186"/>
              <a:gd name="connsiteX8" fmla="*/ 1967262 w 9169451"/>
              <a:gd name="connsiteY8" fmla="*/ 116427 h 4916186"/>
              <a:gd name="connsiteX9" fmla="*/ 2932924 w 9169451"/>
              <a:gd name="connsiteY9" fmla="*/ 354721 h 4916186"/>
              <a:gd name="connsiteX10" fmla="*/ 5005242 w 9169451"/>
              <a:gd name="connsiteY10" fmla="*/ 13544 h 4916186"/>
              <a:gd name="connsiteX0" fmla="*/ 5005242 w 9169451"/>
              <a:gd name="connsiteY0" fmla="*/ 13544 h 4922015"/>
              <a:gd name="connsiteX1" fmla="*/ 8099493 w 9169451"/>
              <a:gd name="connsiteY1" fmla="*/ 695078 h 4922015"/>
              <a:gd name="connsiteX2" fmla="*/ 9156874 w 9169451"/>
              <a:gd name="connsiteY2" fmla="*/ 2343576 h 4922015"/>
              <a:gd name="connsiteX3" fmla="*/ 8381386 w 9169451"/>
              <a:gd name="connsiteY3" fmla="*/ 4284528 h 4922015"/>
              <a:gd name="connsiteX4" fmla="*/ 4518751 w 9169451"/>
              <a:gd name="connsiteY4" fmla="*/ 4916139 h 4922015"/>
              <a:gd name="connsiteX5" fmla="*/ 1227614 w 9169451"/>
              <a:gd name="connsiteY5" fmla="*/ 4454853 h 4922015"/>
              <a:gd name="connsiteX6" fmla="*/ 0 w 9169451"/>
              <a:gd name="connsiteY6" fmla="*/ 2350966 h 4922015"/>
              <a:gd name="connsiteX7" fmla="*/ 1909892 w 9169451"/>
              <a:gd name="connsiteY7" fmla="*/ 795938 h 4922015"/>
              <a:gd name="connsiteX8" fmla="*/ 1967262 w 9169451"/>
              <a:gd name="connsiteY8" fmla="*/ 116427 h 4922015"/>
              <a:gd name="connsiteX9" fmla="*/ 2932924 w 9169451"/>
              <a:gd name="connsiteY9" fmla="*/ 354721 h 4922015"/>
              <a:gd name="connsiteX10" fmla="*/ 5005242 w 9169451"/>
              <a:gd name="connsiteY10" fmla="*/ 13544 h 4922015"/>
              <a:gd name="connsiteX0" fmla="*/ 5005242 w 9459609"/>
              <a:gd name="connsiteY0" fmla="*/ 13544 h 4927809"/>
              <a:gd name="connsiteX1" fmla="*/ 8099493 w 9459609"/>
              <a:gd name="connsiteY1" fmla="*/ 695078 h 4927809"/>
              <a:gd name="connsiteX2" fmla="*/ 9156874 w 9459609"/>
              <a:gd name="connsiteY2" fmla="*/ 2343576 h 4927809"/>
              <a:gd name="connsiteX3" fmla="*/ 9038769 w 9459609"/>
              <a:gd name="connsiteY3" fmla="*/ 4176060 h 4927809"/>
              <a:gd name="connsiteX4" fmla="*/ 4518751 w 9459609"/>
              <a:gd name="connsiteY4" fmla="*/ 4916139 h 4927809"/>
              <a:gd name="connsiteX5" fmla="*/ 1227614 w 9459609"/>
              <a:gd name="connsiteY5" fmla="*/ 4454853 h 4927809"/>
              <a:gd name="connsiteX6" fmla="*/ 0 w 9459609"/>
              <a:gd name="connsiteY6" fmla="*/ 2350966 h 4927809"/>
              <a:gd name="connsiteX7" fmla="*/ 1909892 w 9459609"/>
              <a:gd name="connsiteY7" fmla="*/ 795938 h 4927809"/>
              <a:gd name="connsiteX8" fmla="*/ 1967262 w 9459609"/>
              <a:gd name="connsiteY8" fmla="*/ 116427 h 4927809"/>
              <a:gd name="connsiteX9" fmla="*/ 2932924 w 9459609"/>
              <a:gd name="connsiteY9" fmla="*/ 354721 h 4927809"/>
              <a:gd name="connsiteX10" fmla="*/ 5005242 w 9459609"/>
              <a:gd name="connsiteY10" fmla="*/ 13544 h 4927809"/>
              <a:gd name="connsiteX0" fmla="*/ 5005242 w 9439823"/>
              <a:gd name="connsiteY0" fmla="*/ 13544 h 4866936"/>
              <a:gd name="connsiteX1" fmla="*/ 8099493 w 9439823"/>
              <a:gd name="connsiteY1" fmla="*/ 695078 h 4866936"/>
              <a:gd name="connsiteX2" fmla="*/ 9156874 w 9439823"/>
              <a:gd name="connsiteY2" fmla="*/ 2343576 h 4866936"/>
              <a:gd name="connsiteX3" fmla="*/ 9038769 w 9439823"/>
              <a:gd name="connsiteY3" fmla="*/ 4176060 h 4866936"/>
              <a:gd name="connsiteX4" fmla="*/ 4797158 w 9439823"/>
              <a:gd name="connsiteY4" fmla="*/ 4850074 h 4866936"/>
              <a:gd name="connsiteX5" fmla="*/ 1227614 w 9439823"/>
              <a:gd name="connsiteY5" fmla="*/ 4454853 h 4866936"/>
              <a:gd name="connsiteX6" fmla="*/ 0 w 9439823"/>
              <a:gd name="connsiteY6" fmla="*/ 2350966 h 4866936"/>
              <a:gd name="connsiteX7" fmla="*/ 1909892 w 9439823"/>
              <a:gd name="connsiteY7" fmla="*/ 795938 h 4866936"/>
              <a:gd name="connsiteX8" fmla="*/ 1967262 w 9439823"/>
              <a:gd name="connsiteY8" fmla="*/ 116427 h 4866936"/>
              <a:gd name="connsiteX9" fmla="*/ 2932924 w 9439823"/>
              <a:gd name="connsiteY9" fmla="*/ 354721 h 4866936"/>
              <a:gd name="connsiteX10" fmla="*/ 5005242 w 9439823"/>
              <a:gd name="connsiteY10" fmla="*/ 13544 h 4866936"/>
              <a:gd name="connsiteX0" fmla="*/ 5005242 w 9439823"/>
              <a:gd name="connsiteY0" fmla="*/ 13544 h 4850488"/>
              <a:gd name="connsiteX1" fmla="*/ 8099493 w 9439823"/>
              <a:gd name="connsiteY1" fmla="*/ 695078 h 4850488"/>
              <a:gd name="connsiteX2" fmla="*/ 9156874 w 9439823"/>
              <a:gd name="connsiteY2" fmla="*/ 2343576 h 4850488"/>
              <a:gd name="connsiteX3" fmla="*/ 9038769 w 9439823"/>
              <a:gd name="connsiteY3" fmla="*/ 4176060 h 4850488"/>
              <a:gd name="connsiteX4" fmla="*/ 4797158 w 9439823"/>
              <a:gd name="connsiteY4" fmla="*/ 4850074 h 4850488"/>
              <a:gd name="connsiteX5" fmla="*/ 1326445 w 9439823"/>
              <a:gd name="connsiteY5" fmla="*/ 4241297 h 4850488"/>
              <a:gd name="connsiteX6" fmla="*/ 0 w 9439823"/>
              <a:gd name="connsiteY6" fmla="*/ 2350966 h 4850488"/>
              <a:gd name="connsiteX7" fmla="*/ 1909892 w 9439823"/>
              <a:gd name="connsiteY7" fmla="*/ 795938 h 4850488"/>
              <a:gd name="connsiteX8" fmla="*/ 1967262 w 9439823"/>
              <a:gd name="connsiteY8" fmla="*/ 116427 h 4850488"/>
              <a:gd name="connsiteX9" fmla="*/ 2932924 w 9439823"/>
              <a:gd name="connsiteY9" fmla="*/ 354721 h 4850488"/>
              <a:gd name="connsiteX10" fmla="*/ 5005242 w 9439823"/>
              <a:gd name="connsiteY10" fmla="*/ 13544 h 4850488"/>
              <a:gd name="connsiteX0" fmla="*/ 5005242 w 9456249"/>
              <a:gd name="connsiteY0" fmla="*/ 10750 h 4847694"/>
              <a:gd name="connsiteX1" fmla="*/ 7782461 w 9456249"/>
              <a:gd name="connsiteY1" fmla="*/ 815040 h 4847694"/>
              <a:gd name="connsiteX2" fmla="*/ 9156874 w 9456249"/>
              <a:gd name="connsiteY2" fmla="*/ 2340782 h 4847694"/>
              <a:gd name="connsiteX3" fmla="*/ 9038769 w 9456249"/>
              <a:gd name="connsiteY3" fmla="*/ 4173266 h 4847694"/>
              <a:gd name="connsiteX4" fmla="*/ 4797158 w 9456249"/>
              <a:gd name="connsiteY4" fmla="*/ 4847280 h 4847694"/>
              <a:gd name="connsiteX5" fmla="*/ 1326445 w 9456249"/>
              <a:gd name="connsiteY5" fmla="*/ 4238503 h 4847694"/>
              <a:gd name="connsiteX6" fmla="*/ 0 w 9456249"/>
              <a:gd name="connsiteY6" fmla="*/ 2348172 h 4847694"/>
              <a:gd name="connsiteX7" fmla="*/ 1909892 w 9456249"/>
              <a:gd name="connsiteY7" fmla="*/ 793144 h 4847694"/>
              <a:gd name="connsiteX8" fmla="*/ 1967262 w 9456249"/>
              <a:gd name="connsiteY8" fmla="*/ 113633 h 4847694"/>
              <a:gd name="connsiteX9" fmla="*/ 2932924 w 9456249"/>
              <a:gd name="connsiteY9" fmla="*/ 351927 h 4847694"/>
              <a:gd name="connsiteX10" fmla="*/ 5005242 w 9456249"/>
              <a:gd name="connsiteY10" fmla="*/ 10750 h 4847694"/>
              <a:gd name="connsiteX0" fmla="*/ 5005242 w 9847757"/>
              <a:gd name="connsiteY0" fmla="*/ 12286 h 4849230"/>
              <a:gd name="connsiteX1" fmla="*/ 7782461 w 9847757"/>
              <a:gd name="connsiteY1" fmla="*/ 816576 h 4849230"/>
              <a:gd name="connsiteX2" fmla="*/ 9753361 w 9847757"/>
              <a:gd name="connsiteY2" fmla="*/ 2802768 h 4849230"/>
              <a:gd name="connsiteX3" fmla="*/ 9038769 w 9847757"/>
              <a:gd name="connsiteY3" fmla="*/ 4174802 h 4849230"/>
              <a:gd name="connsiteX4" fmla="*/ 4797158 w 9847757"/>
              <a:gd name="connsiteY4" fmla="*/ 4848816 h 4849230"/>
              <a:gd name="connsiteX5" fmla="*/ 1326445 w 9847757"/>
              <a:gd name="connsiteY5" fmla="*/ 4240039 h 4849230"/>
              <a:gd name="connsiteX6" fmla="*/ 0 w 9847757"/>
              <a:gd name="connsiteY6" fmla="*/ 2349708 h 4849230"/>
              <a:gd name="connsiteX7" fmla="*/ 1909892 w 9847757"/>
              <a:gd name="connsiteY7" fmla="*/ 794680 h 4849230"/>
              <a:gd name="connsiteX8" fmla="*/ 1967262 w 9847757"/>
              <a:gd name="connsiteY8" fmla="*/ 115169 h 4849230"/>
              <a:gd name="connsiteX9" fmla="*/ 2932924 w 9847757"/>
              <a:gd name="connsiteY9" fmla="*/ 353463 h 4849230"/>
              <a:gd name="connsiteX10" fmla="*/ 5005242 w 9847757"/>
              <a:gd name="connsiteY10" fmla="*/ 12286 h 4849230"/>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392225 w 9847757"/>
              <a:gd name="connsiteY0" fmla="*/ 187272 h 4735838"/>
              <a:gd name="connsiteX1" fmla="*/ 7782461 w 9847757"/>
              <a:gd name="connsiteY1" fmla="*/ 703184 h 4735838"/>
              <a:gd name="connsiteX2" fmla="*/ 9753361 w 9847757"/>
              <a:gd name="connsiteY2" fmla="*/ 2689376 h 4735838"/>
              <a:gd name="connsiteX3" fmla="*/ 9038769 w 9847757"/>
              <a:gd name="connsiteY3" fmla="*/ 4061410 h 4735838"/>
              <a:gd name="connsiteX4" fmla="*/ 4797158 w 9847757"/>
              <a:gd name="connsiteY4" fmla="*/ 4735424 h 4735838"/>
              <a:gd name="connsiteX5" fmla="*/ 1326445 w 9847757"/>
              <a:gd name="connsiteY5" fmla="*/ 4126647 h 4735838"/>
              <a:gd name="connsiteX6" fmla="*/ 0 w 9847757"/>
              <a:gd name="connsiteY6" fmla="*/ 2236316 h 4735838"/>
              <a:gd name="connsiteX7" fmla="*/ 1909892 w 9847757"/>
              <a:gd name="connsiteY7" fmla="*/ 681288 h 4735838"/>
              <a:gd name="connsiteX8" fmla="*/ 1967262 w 9847757"/>
              <a:gd name="connsiteY8" fmla="*/ 1777 h 4735838"/>
              <a:gd name="connsiteX9" fmla="*/ 2932924 w 9847757"/>
              <a:gd name="connsiteY9" fmla="*/ 240071 h 4735838"/>
              <a:gd name="connsiteX10" fmla="*/ 5392225 w 9847757"/>
              <a:gd name="connsiteY10" fmla="*/ 187272 h 4735838"/>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964"/>
              <a:gd name="connsiteX1" fmla="*/ 7800954 w 9866250"/>
              <a:gd name="connsiteY1" fmla="*/ 703097 h 4735964"/>
              <a:gd name="connsiteX2" fmla="*/ 9771854 w 9866250"/>
              <a:gd name="connsiteY2" fmla="*/ 2689289 h 4735964"/>
              <a:gd name="connsiteX3" fmla="*/ 9057262 w 9866250"/>
              <a:gd name="connsiteY3" fmla="*/ 4061323 h 4735964"/>
              <a:gd name="connsiteX4" fmla="*/ 4815651 w 9866250"/>
              <a:gd name="connsiteY4" fmla="*/ 4735337 h 4735964"/>
              <a:gd name="connsiteX5" fmla="*/ 1755934 w 9866250"/>
              <a:gd name="connsiteY5" fmla="*/ 4139927 h 4735964"/>
              <a:gd name="connsiteX6" fmla="*/ 18493 w 9866250"/>
              <a:gd name="connsiteY6" fmla="*/ 2236229 h 4735964"/>
              <a:gd name="connsiteX7" fmla="*/ 1928385 w 9866250"/>
              <a:gd name="connsiteY7" fmla="*/ 681201 h 4735964"/>
              <a:gd name="connsiteX8" fmla="*/ 1985755 w 9866250"/>
              <a:gd name="connsiteY8" fmla="*/ 1690 h 4735964"/>
              <a:gd name="connsiteX9" fmla="*/ 2951417 w 9866250"/>
              <a:gd name="connsiteY9" fmla="*/ 239984 h 4735964"/>
              <a:gd name="connsiteX10" fmla="*/ 5278126 w 9866250"/>
              <a:gd name="connsiteY10" fmla="*/ 107754 h 4735964"/>
              <a:gd name="connsiteX0" fmla="*/ 5278126 w 9866250"/>
              <a:gd name="connsiteY0" fmla="*/ 107754 h 4735429"/>
              <a:gd name="connsiteX1" fmla="*/ 7800954 w 9866250"/>
              <a:gd name="connsiteY1" fmla="*/ 703097 h 4735429"/>
              <a:gd name="connsiteX2" fmla="*/ 9771854 w 9866250"/>
              <a:gd name="connsiteY2" fmla="*/ 2689289 h 4735429"/>
              <a:gd name="connsiteX3" fmla="*/ 9057262 w 9866250"/>
              <a:gd name="connsiteY3" fmla="*/ 4061323 h 4735429"/>
              <a:gd name="connsiteX4" fmla="*/ 4815651 w 9866250"/>
              <a:gd name="connsiteY4" fmla="*/ 4735337 h 4735429"/>
              <a:gd name="connsiteX5" fmla="*/ 1950818 w 9866250"/>
              <a:gd name="connsiteY5" fmla="*/ 4093683 h 4735429"/>
              <a:gd name="connsiteX6" fmla="*/ 18493 w 9866250"/>
              <a:gd name="connsiteY6" fmla="*/ 2236229 h 4735429"/>
              <a:gd name="connsiteX7" fmla="*/ 1928385 w 9866250"/>
              <a:gd name="connsiteY7" fmla="*/ 681201 h 4735429"/>
              <a:gd name="connsiteX8" fmla="*/ 1985755 w 9866250"/>
              <a:gd name="connsiteY8" fmla="*/ 1690 h 4735429"/>
              <a:gd name="connsiteX9" fmla="*/ 2951417 w 9866250"/>
              <a:gd name="connsiteY9" fmla="*/ 239984 h 4735429"/>
              <a:gd name="connsiteX10" fmla="*/ 5278126 w 9866250"/>
              <a:gd name="connsiteY10" fmla="*/ 107754 h 4735429"/>
              <a:gd name="connsiteX0" fmla="*/ 5278126 w 9862245"/>
              <a:gd name="connsiteY0" fmla="*/ 107754 h 4827904"/>
              <a:gd name="connsiteX1" fmla="*/ 7800954 w 9862245"/>
              <a:gd name="connsiteY1" fmla="*/ 703097 h 4827904"/>
              <a:gd name="connsiteX2" fmla="*/ 9771854 w 9862245"/>
              <a:gd name="connsiteY2" fmla="*/ 2689289 h 4827904"/>
              <a:gd name="connsiteX3" fmla="*/ 9057262 w 9862245"/>
              <a:gd name="connsiteY3" fmla="*/ 4061323 h 4827904"/>
              <a:gd name="connsiteX4" fmla="*/ 4957049 w 9862245"/>
              <a:gd name="connsiteY4" fmla="*/ 4827836 h 4827904"/>
              <a:gd name="connsiteX5" fmla="*/ 1950818 w 9862245"/>
              <a:gd name="connsiteY5" fmla="*/ 4093683 h 4827904"/>
              <a:gd name="connsiteX6" fmla="*/ 18493 w 9862245"/>
              <a:gd name="connsiteY6" fmla="*/ 2236229 h 4827904"/>
              <a:gd name="connsiteX7" fmla="*/ 1928385 w 9862245"/>
              <a:gd name="connsiteY7" fmla="*/ 681201 h 4827904"/>
              <a:gd name="connsiteX8" fmla="*/ 1985755 w 9862245"/>
              <a:gd name="connsiteY8" fmla="*/ 1690 h 4827904"/>
              <a:gd name="connsiteX9" fmla="*/ 2951417 w 9862245"/>
              <a:gd name="connsiteY9" fmla="*/ 239984 h 4827904"/>
              <a:gd name="connsiteX10" fmla="*/ 5278126 w 9862245"/>
              <a:gd name="connsiteY10" fmla="*/ 107754 h 4827904"/>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73885" h="4828382">
                <a:moveTo>
                  <a:pt x="5278126" y="107754"/>
                </a:moveTo>
                <a:cubicBezTo>
                  <a:pt x="6346167" y="132024"/>
                  <a:pt x="7051999" y="272841"/>
                  <a:pt x="7800954" y="703097"/>
                </a:cubicBezTo>
                <a:cubicBezTo>
                  <a:pt x="8549909" y="1133353"/>
                  <a:pt x="9511169" y="2139733"/>
                  <a:pt x="9771854" y="2689289"/>
                </a:cubicBezTo>
                <a:cubicBezTo>
                  <a:pt x="10032539" y="3238845"/>
                  <a:pt x="10167531" y="3644008"/>
                  <a:pt x="9365064" y="4000432"/>
                </a:cubicBezTo>
                <a:cubicBezTo>
                  <a:pt x="8562597" y="4356856"/>
                  <a:pt x="6192757" y="4812294"/>
                  <a:pt x="4957049" y="4827836"/>
                </a:cubicBezTo>
                <a:cubicBezTo>
                  <a:pt x="3721341" y="4843378"/>
                  <a:pt x="2773910" y="4525617"/>
                  <a:pt x="1950818" y="4093683"/>
                </a:cubicBezTo>
                <a:cubicBezTo>
                  <a:pt x="1127726" y="3661749"/>
                  <a:pt x="184048" y="3104087"/>
                  <a:pt x="18493" y="2236229"/>
                </a:cubicBezTo>
                <a:cubicBezTo>
                  <a:pt x="-132464" y="1844612"/>
                  <a:pt x="652981" y="1221170"/>
                  <a:pt x="1928385" y="681201"/>
                </a:cubicBezTo>
                <a:cubicBezTo>
                  <a:pt x="2296693" y="375178"/>
                  <a:pt x="1985755" y="1690"/>
                  <a:pt x="1985755" y="1690"/>
                </a:cubicBezTo>
                <a:cubicBezTo>
                  <a:pt x="2054681" y="-22577"/>
                  <a:pt x="2402689" y="222307"/>
                  <a:pt x="2951417" y="239984"/>
                </a:cubicBezTo>
                <a:cubicBezTo>
                  <a:pt x="3500145" y="257661"/>
                  <a:pt x="4424029" y="137289"/>
                  <a:pt x="5278126" y="107754"/>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b="1468"/>
          <a:stretch/>
        </p:blipFill>
        <p:spPr>
          <a:xfrm>
            <a:off x="654914" y="4153417"/>
            <a:ext cx="1871792" cy="1881956"/>
          </a:xfrm>
          <a:custGeom>
            <a:avLst/>
            <a:gdLst/>
            <a:ahLst/>
            <a:cxnLst/>
            <a:rect l="l" t="t" r="r" b="b"/>
            <a:pathLst>
              <a:path w="1871792" h="1881956">
                <a:moveTo>
                  <a:pt x="877135" y="164"/>
                </a:moveTo>
                <a:cubicBezTo>
                  <a:pt x="1558745" y="-9620"/>
                  <a:pt x="1871792" y="421365"/>
                  <a:pt x="1871792" y="940942"/>
                </a:cubicBezTo>
                <a:cubicBezTo>
                  <a:pt x="1871792" y="1773602"/>
                  <a:pt x="1262661" y="1871937"/>
                  <a:pt x="951156" y="1881721"/>
                </a:cubicBezTo>
                <a:cubicBezTo>
                  <a:pt x="639650" y="1891505"/>
                  <a:pt x="33603" y="1596969"/>
                  <a:pt x="2761" y="999645"/>
                </a:cubicBezTo>
                <a:cubicBezTo>
                  <a:pt x="-28081" y="402322"/>
                  <a:pt x="195525" y="9948"/>
                  <a:pt x="877135" y="164"/>
                </a:cubicBezTo>
                <a:close/>
              </a:path>
            </a:pathLst>
          </a:custGeom>
        </p:spPr>
      </p:pic>
      <p:sp>
        <p:nvSpPr>
          <p:cNvPr id="16" name="Oval 5">
            <a:extLst>
              <a:ext uri="{FF2B5EF4-FFF2-40B4-BE49-F238E27FC236}">
                <a16:creationId xmlns:a16="http://schemas.microsoft.com/office/drawing/2014/main" id="{6D6E0911-AEEA-4ADF-84EB-1115E0FE3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933" y="4145911"/>
            <a:ext cx="1871791" cy="1881955"/>
          </a:xfrm>
          <a:custGeom>
            <a:avLst/>
            <a:gdLst>
              <a:gd name="connsiteX0" fmla="*/ 0 w 3164619"/>
              <a:gd name="connsiteY0" fmla="*/ 1529142 h 3058283"/>
              <a:gd name="connsiteX1" fmla="*/ 1582310 w 3164619"/>
              <a:gd name="connsiteY1" fmla="*/ 0 h 3058283"/>
              <a:gd name="connsiteX2" fmla="*/ 3164620 w 3164619"/>
              <a:gd name="connsiteY2" fmla="*/ 1529142 h 3058283"/>
              <a:gd name="connsiteX3" fmla="*/ 1582310 w 3164619"/>
              <a:gd name="connsiteY3" fmla="*/ 3058284 h 3058283"/>
              <a:gd name="connsiteX4" fmla="*/ 0 w 3164619"/>
              <a:gd name="connsiteY4" fmla="*/ 1529142 h 3058283"/>
              <a:gd name="connsiteX0" fmla="*/ 294 w 3164914"/>
              <a:gd name="connsiteY0" fmla="*/ 1529142 h 3058284"/>
              <a:gd name="connsiteX1" fmla="*/ 1487189 w 3164914"/>
              <a:gd name="connsiteY1" fmla="*/ 0 h 3058284"/>
              <a:gd name="connsiteX2" fmla="*/ 3164914 w 3164914"/>
              <a:gd name="connsiteY2" fmla="*/ 1529142 h 3058284"/>
              <a:gd name="connsiteX3" fmla="*/ 1582604 w 3164914"/>
              <a:gd name="connsiteY3" fmla="*/ 3058284 h 3058284"/>
              <a:gd name="connsiteX4" fmla="*/ 294 w 3164914"/>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84 w 3212512"/>
              <a:gd name="connsiteY0" fmla="*/ 1624823 h 3061381"/>
              <a:gd name="connsiteX1" fmla="*/ 1534787 w 3212512"/>
              <a:gd name="connsiteY1" fmla="*/ 265 h 3061381"/>
              <a:gd name="connsiteX2" fmla="*/ 3212512 w 3212512"/>
              <a:gd name="connsiteY2" fmla="*/ 1529407 h 3061381"/>
              <a:gd name="connsiteX3" fmla="*/ 1630202 w 3212512"/>
              <a:gd name="connsiteY3" fmla="*/ 3058549 h 3061381"/>
              <a:gd name="connsiteX4" fmla="*/ 184 w 3212512"/>
              <a:gd name="connsiteY4" fmla="*/ 1624823 h 3061381"/>
              <a:gd name="connsiteX0" fmla="*/ 335 w 3212663"/>
              <a:gd name="connsiteY0" fmla="*/ 1624823 h 3058748"/>
              <a:gd name="connsiteX1" fmla="*/ 1503133 w 3212663"/>
              <a:gd name="connsiteY1" fmla="*/ 265 h 3058748"/>
              <a:gd name="connsiteX2" fmla="*/ 3212663 w 3212663"/>
              <a:gd name="connsiteY2" fmla="*/ 1529407 h 3058748"/>
              <a:gd name="connsiteX3" fmla="*/ 1630353 w 3212663"/>
              <a:gd name="connsiteY3" fmla="*/ 3058549 h 3058748"/>
              <a:gd name="connsiteX4" fmla="*/ 335 w 3212663"/>
              <a:gd name="connsiteY4" fmla="*/ 1624823 h 3058748"/>
              <a:gd name="connsiteX0" fmla="*/ 892 w 3213220"/>
              <a:gd name="connsiteY0" fmla="*/ 1624823 h 3058748"/>
              <a:gd name="connsiteX1" fmla="*/ 1503690 w 3213220"/>
              <a:gd name="connsiteY1" fmla="*/ 265 h 3058748"/>
              <a:gd name="connsiteX2" fmla="*/ 3213220 w 3213220"/>
              <a:gd name="connsiteY2" fmla="*/ 1529407 h 3058748"/>
              <a:gd name="connsiteX3" fmla="*/ 1630910 w 3213220"/>
              <a:gd name="connsiteY3" fmla="*/ 3058549 h 3058748"/>
              <a:gd name="connsiteX4" fmla="*/ 892 w 3213220"/>
              <a:gd name="connsiteY4" fmla="*/ 1624823 h 3058748"/>
              <a:gd name="connsiteX0" fmla="*/ 4743 w 3217071"/>
              <a:gd name="connsiteY0" fmla="*/ 1624823 h 3058932"/>
              <a:gd name="connsiteX1" fmla="*/ 1507541 w 3217071"/>
              <a:gd name="connsiteY1" fmla="*/ 265 h 3058932"/>
              <a:gd name="connsiteX2" fmla="*/ 3217071 w 3217071"/>
              <a:gd name="connsiteY2" fmla="*/ 1529407 h 3058932"/>
              <a:gd name="connsiteX3" fmla="*/ 1634761 w 3217071"/>
              <a:gd name="connsiteY3" fmla="*/ 3058549 h 3058932"/>
              <a:gd name="connsiteX4" fmla="*/ 4743 w 3217071"/>
              <a:gd name="connsiteY4" fmla="*/ 1624823 h 3058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071" h="3058932">
                <a:moveTo>
                  <a:pt x="4743" y="1624823"/>
                </a:moveTo>
                <a:cubicBezTo>
                  <a:pt x="-48265" y="653933"/>
                  <a:pt x="336049" y="16168"/>
                  <a:pt x="1507541" y="265"/>
                </a:cubicBezTo>
                <a:cubicBezTo>
                  <a:pt x="2679033" y="-15638"/>
                  <a:pt x="3217071" y="684885"/>
                  <a:pt x="3217071" y="1529407"/>
                </a:cubicBezTo>
                <a:cubicBezTo>
                  <a:pt x="3217071" y="2882813"/>
                  <a:pt x="2170149" y="3042646"/>
                  <a:pt x="1634761" y="3058549"/>
                </a:cubicBezTo>
                <a:cubicBezTo>
                  <a:pt x="1099373" y="3074452"/>
                  <a:pt x="57751" y="2595713"/>
                  <a:pt x="4743" y="1624823"/>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504116" y="2971800"/>
            <a:ext cx="3644993" cy="3036859"/>
          </a:xfrm>
        </p:spPr>
        <p:txBody>
          <a:bodyPr anchor="ctr">
            <a:normAutofit/>
          </a:bodyPr>
          <a:lstStyle/>
          <a:p>
            <a:pPr algn="ctr"/>
            <a:r>
              <a:rPr lang="en-AU" sz="3000" dirty="0"/>
              <a:t>Embedding a quote from a text is like ‘weaving’ someone else’s words into your own piece of writing. It has to fit perfectly in order for it to work. It needs to support your own writing, your ideas.</a:t>
            </a:r>
            <a:endParaRPr lang="en-US" sz="3000" dirty="0"/>
          </a:p>
        </p:txBody>
      </p:sp>
    </p:spTree>
    <p:extLst>
      <p:ext uri="{BB962C8B-B14F-4D97-AF65-F5344CB8AC3E}">
        <p14:creationId xmlns:p14="http://schemas.microsoft.com/office/powerpoint/2010/main" val="27397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6A35EAA-ED80-4FF1-942C-82B1D483A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977627" y="481134"/>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415F49B-3CBC-46CF-AFB5-988852D04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1010574" y="456230"/>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useBgFill="1">
        <p:nvSpPr>
          <p:cNvPr id="13" name="Rectangle 12">
            <a:extLst>
              <a:ext uri="{FF2B5EF4-FFF2-40B4-BE49-F238E27FC236}">
                <a16:creationId xmlns:a16="http://schemas.microsoft.com/office/drawing/2014/main" id="{83AF9C6E-31D5-480C-AE10-9BA3E4ED1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AFC2EB4-5EBE-7DC6-DB30-AAFD5C0E93C1}"/>
              </a:ext>
            </a:extLst>
          </p:cNvPr>
          <p:cNvPicPr>
            <a:picLocks noChangeAspect="1"/>
          </p:cNvPicPr>
          <p:nvPr/>
        </p:nvPicPr>
        <p:blipFill>
          <a:blip r:embed="rId2"/>
          <a:srcRect l="1060" r="10051"/>
          <a:stretch/>
        </p:blipFill>
        <p:spPr>
          <a:xfrm>
            <a:off x="20" y="10"/>
            <a:ext cx="12191979" cy="6857989"/>
          </a:xfrm>
          <a:prstGeom prst="rect">
            <a:avLst/>
          </a:prstGeom>
        </p:spPr>
      </p:pic>
      <p:sp>
        <p:nvSpPr>
          <p:cNvPr id="15" name="Freeform: Shape 14">
            <a:extLst>
              <a:ext uri="{FF2B5EF4-FFF2-40B4-BE49-F238E27FC236}">
                <a16:creationId xmlns:a16="http://schemas.microsoft.com/office/drawing/2014/main" id="{4F63EBA1-848C-4958-811B-0BEF4A0D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17769" y="3367630"/>
            <a:ext cx="4808784" cy="2769498"/>
          </a:xfrm>
          <a:custGeom>
            <a:avLst/>
            <a:gdLst>
              <a:gd name="connsiteX0" fmla="*/ 4456852 w 7096563"/>
              <a:gd name="connsiteY0" fmla="*/ 382 h 2526654"/>
              <a:gd name="connsiteX1" fmla="*/ 5996285 w 7096563"/>
              <a:gd name="connsiteY1" fmla="*/ 12882 h 2526654"/>
              <a:gd name="connsiteX2" fmla="*/ 7029234 w 7096563"/>
              <a:gd name="connsiteY2" fmla="*/ 444804 h 2526654"/>
              <a:gd name="connsiteX3" fmla="*/ 6956662 w 7096563"/>
              <a:gd name="connsiteY3" fmla="*/ 1562396 h 2526654"/>
              <a:gd name="connsiteX4" fmla="*/ 6145668 w 7096563"/>
              <a:gd name="connsiteY4" fmla="*/ 1942015 h 2526654"/>
              <a:gd name="connsiteX5" fmla="*/ 5837370 w 7096563"/>
              <a:gd name="connsiteY5" fmla="*/ 1959647 h 2526654"/>
              <a:gd name="connsiteX6" fmla="*/ 5815841 w 7096563"/>
              <a:gd name="connsiteY6" fmla="*/ 2526654 h 2526654"/>
              <a:gd name="connsiteX7" fmla="*/ 5303195 w 7096563"/>
              <a:gd name="connsiteY7" fmla="*/ 1946413 h 2526654"/>
              <a:gd name="connsiteX8" fmla="*/ 5039055 w 7096563"/>
              <a:gd name="connsiteY8" fmla="*/ 1933347 h 2526654"/>
              <a:gd name="connsiteX9" fmla="*/ 875181 w 7096563"/>
              <a:gd name="connsiteY9" fmla="*/ 1954285 h 2526654"/>
              <a:gd name="connsiteX10" fmla="*/ 149462 w 7096563"/>
              <a:gd name="connsiteY10" fmla="*/ 1489824 h 2526654"/>
              <a:gd name="connsiteX11" fmla="*/ 33346 w 7096563"/>
              <a:gd name="connsiteY11" fmla="*/ 604461 h 2526654"/>
              <a:gd name="connsiteX12" fmla="*/ 761024 w 7096563"/>
              <a:gd name="connsiteY12" fmla="*/ 99968 h 2526654"/>
              <a:gd name="connsiteX13" fmla="*/ 2289456 w 7096563"/>
              <a:gd name="connsiteY13" fmla="*/ 35686 h 2526654"/>
              <a:gd name="connsiteX14" fmla="*/ 2355877 w 7096563"/>
              <a:gd name="connsiteY14" fmla="*/ 33952 h 2526654"/>
              <a:gd name="connsiteX15" fmla="*/ 2355877 w 7096563"/>
              <a:gd name="connsiteY15" fmla="*/ 18770 h 2526654"/>
              <a:gd name="connsiteX16" fmla="*/ 2878392 w 7096563"/>
              <a:gd name="connsiteY16" fmla="*/ 18770 h 2526654"/>
              <a:gd name="connsiteX17" fmla="*/ 2878392 w 7096563"/>
              <a:gd name="connsiteY17" fmla="*/ 20840 h 2526654"/>
              <a:gd name="connsiteX18" fmla="*/ 3326250 w 7096563"/>
              <a:gd name="connsiteY18" fmla="*/ 11889 h 2526654"/>
              <a:gd name="connsiteX19" fmla="*/ 4456852 w 7096563"/>
              <a:gd name="connsiteY19" fmla="*/ 382 h 2526654"/>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2878392 w 7096563"/>
              <a:gd name="connsiteY16" fmla="*/ 20458 h 2526272"/>
              <a:gd name="connsiteX17" fmla="*/ 3326250 w 7096563"/>
              <a:gd name="connsiteY17" fmla="*/ 11507 h 2526272"/>
              <a:gd name="connsiteX18" fmla="*/ 4456852 w 7096563"/>
              <a:gd name="connsiteY18"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3326250 w 7096563"/>
              <a:gd name="connsiteY16" fmla="*/ 11507 h 2526272"/>
              <a:gd name="connsiteX17" fmla="*/ 4456852 w 7096563"/>
              <a:gd name="connsiteY17"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878392 w 7096563"/>
              <a:gd name="connsiteY14" fmla="*/ 18388 h 2526272"/>
              <a:gd name="connsiteX15" fmla="*/ 3326250 w 7096563"/>
              <a:gd name="connsiteY15" fmla="*/ 11507 h 2526272"/>
              <a:gd name="connsiteX16" fmla="*/ 4456852 w 7096563"/>
              <a:gd name="connsiteY16"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3326250 w 7096563"/>
              <a:gd name="connsiteY14" fmla="*/ 11507 h 2526272"/>
              <a:gd name="connsiteX15" fmla="*/ 4456852 w 7096563"/>
              <a:gd name="connsiteY15"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4456852 w 7096563"/>
              <a:gd name="connsiteY14" fmla="*/ 0 h 2526272"/>
              <a:gd name="connsiteX0" fmla="*/ 2289456 w 7096563"/>
              <a:gd name="connsiteY0" fmla="*/ 22804 h 2513772"/>
              <a:gd name="connsiteX1" fmla="*/ 5996285 w 7096563"/>
              <a:gd name="connsiteY1" fmla="*/ 0 h 2513772"/>
              <a:gd name="connsiteX2" fmla="*/ 7029234 w 7096563"/>
              <a:gd name="connsiteY2" fmla="*/ 431922 h 2513772"/>
              <a:gd name="connsiteX3" fmla="*/ 6956662 w 7096563"/>
              <a:gd name="connsiteY3" fmla="*/ 1549514 h 2513772"/>
              <a:gd name="connsiteX4" fmla="*/ 6145668 w 7096563"/>
              <a:gd name="connsiteY4" fmla="*/ 1929133 h 2513772"/>
              <a:gd name="connsiteX5" fmla="*/ 5837370 w 7096563"/>
              <a:gd name="connsiteY5" fmla="*/ 1946765 h 2513772"/>
              <a:gd name="connsiteX6" fmla="*/ 5815841 w 7096563"/>
              <a:gd name="connsiteY6" fmla="*/ 2513772 h 2513772"/>
              <a:gd name="connsiteX7" fmla="*/ 5303195 w 7096563"/>
              <a:gd name="connsiteY7" fmla="*/ 1933531 h 2513772"/>
              <a:gd name="connsiteX8" fmla="*/ 5039055 w 7096563"/>
              <a:gd name="connsiteY8" fmla="*/ 1920465 h 2513772"/>
              <a:gd name="connsiteX9" fmla="*/ 875181 w 7096563"/>
              <a:gd name="connsiteY9" fmla="*/ 1941403 h 2513772"/>
              <a:gd name="connsiteX10" fmla="*/ 149462 w 7096563"/>
              <a:gd name="connsiteY10" fmla="*/ 1476942 h 2513772"/>
              <a:gd name="connsiteX11" fmla="*/ 33346 w 7096563"/>
              <a:gd name="connsiteY11" fmla="*/ 591579 h 2513772"/>
              <a:gd name="connsiteX12" fmla="*/ 761024 w 7096563"/>
              <a:gd name="connsiteY12" fmla="*/ 87086 h 2513772"/>
              <a:gd name="connsiteX13" fmla="*/ 2289456 w 7096563"/>
              <a:gd name="connsiteY13" fmla="*/ 22804 h 2513772"/>
              <a:gd name="connsiteX0" fmla="*/ 2289456 w 7096563"/>
              <a:gd name="connsiteY0" fmla="*/ 33636 h 2524604"/>
              <a:gd name="connsiteX1" fmla="*/ 5996285 w 7096563"/>
              <a:gd name="connsiteY1" fmla="*/ 10832 h 2524604"/>
              <a:gd name="connsiteX2" fmla="*/ 7029234 w 7096563"/>
              <a:gd name="connsiteY2" fmla="*/ 442754 h 2524604"/>
              <a:gd name="connsiteX3" fmla="*/ 6956662 w 7096563"/>
              <a:gd name="connsiteY3" fmla="*/ 1560346 h 2524604"/>
              <a:gd name="connsiteX4" fmla="*/ 6145668 w 7096563"/>
              <a:gd name="connsiteY4" fmla="*/ 1939965 h 2524604"/>
              <a:gd name="connsiteX5" fmla="*/ 5837370 w 7096563"/>
              <a:gd name="connsiteY5" fmla="*/ 1957597 h 2524604"/>
              <a:gd name="connsiteX6" fmla="*/ 5815841 w 7096563"/>
              <a:gd name="connsiteY6" fmla="*/ 2524604 h 2524604"/>
              <a:gd name="connsiteX7" fmla="*/ 5303195 w 7096563"/>
              <a:gd name="connsiteY7" fmla="*/ 1944363 h 2524604"/>
              <a:gd name="connsiteX8" fmla="*/ 5039055 w 7096563"/>
              <a:gd name="connsiteY8" fmla="*/ 1931297 h 2524604"/>
              <a:gd name="connsiteX9" fmla="*/ 875181 w 7096563"/>
              <a:gd name="connsiteY9" fmla="*/ 1952235 h 2524604"/>
              <a:gd name="connsiteX10" fmla="*/ 149462 w 7096563"/>
              <a:gd name="connsiteY10" fmla="*/ 1487774 h 2524604"/>
              <a:gd name="connsiteX11" fmla="*/ 33346 w 7096563"/>
              <a:gd name="connsiteY11" fmla="*/ 602411 h 2524604"/>
              <a:gd name="connsiteX12" fmla="*/ 761024 w 7096563"/>
              <a:gd name="connsiteY12" fmla="*/ 97918 h 2524604"/>
              <a:gd name="connsiteX13" fmla="*/ 2289456 w 7096563"/>
              <a:gd name="connsiteY13" fmla="*/ 33636 h 2524604"/>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748423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347315 w 7154422"/>
              <a:gd name="connsiteY0" fmla="*/ 33636 h 2397161"/>
              <a:gd name="connsiteX1" fmla="*/ 6054144 w 7154422"/>
              <a:gd name="connsiteY1" fmla="*/ 10832 h 2397161"/>
              <a:gd name="connsiteX2" fmla="*/ 7087093 w 7154422"/>
              <a:gd name="connsiteY2" fmla="*/ 442754 h 2397161"/>
              <a:gd name="connsiteX3" fmla="*/ 7014521 w 7154422"/>
              <a:gd name="connsiteY3" fmla="*/ 1560346 h 2397161"/>
              <a:gd name="connsiteX4" fmla="*/ 6203527 w 7154422"/>
              <a:gd name="connsiteY4" fmla="*/ 1939965 h 2397161"/>
              <a:gd name="connsiteX5" fmla="*/ 5895229 w 7154422"/>
              <a:gd name="connsiteY5" fmla="*/ 1957597 h 2397161"/>
              <a:gd name="connsiteX6" fmla="*/ 5849495 w 7154422"/>
              <a:gd name="connsiteY6" fmla="*/ 2397161 h 2397161"/>
              <a:gd name="connsiteX7" fmla="*/ 5361054 w 7154422"/>
              <a:gd name="connsiteY7" fmla="*/ 1944363 h 2397161"/>
              <a:gd name="connsiteX8" fmla="*/ 5096914 w 7154422"/>
              <a:gd name="connsiteY8" fmla="*/ 1931297 h 2397161"/>
              <a:gd name="connsiteX9" fmla="*/ 806282 w 7154422"/>
              <a:gd name="connsiteY9" fmla="*/ 1952235 h 2397161"/>
              <a:gd name="connsiteX10" fmla="*/ 80562 w 7154422"/>
              <a:gd name="connsiteY10" fmla="*/ 1494506 h 2397161"/>
              <a:gd name="connsiteX11" fmla="*/ 91205 w 7154422"/>
              <a:gd name="connsiteY11" fmla="*/ 602411 h 2397161"/>
              <a:gd name="connsiteX12" fmla="*/ 818883 w 7154422"/>
              <a:gd name="connsiteY12" fmla="*/ 97918 h 2397161"/>
              <a:gd name="connsiteX13" fmla="*/ 2347315 w 7154422"/>
              <a:gd name="connsiteY13" fmla="*/ 33636 h 2397161"/>
              <a:gd name="connsiteX0" fmla="*/ 2353100 w 7160207"/>
              <a:gd name="connsiteY0" fmla="*/ 33636 h 2397161"/>
              <a:gd name="connsiteX1" fmla="*/ 6059929 w 7160207"/>
              <a:gd name="connsiteY1" fmla="*/ 10832 h 2397161"/>
              <a:gd name="connsiteX2" fmla="*/ 7092878 w 7160207"/>
              <a:gd name="connsiteY2" fmla="*/ 442754 h 2397161"/>
              <a:gd name="connsiteX3" fmla="*/ 7020306 w 7160207"/>
              <a:gd name="connsiteY3" fmla="*/ 1560346 h 2397161"/>
              <a:gd name="connsiteX4" fmla="*/ 6209312 w 7160207"/>
              <a:gd name="connsiteY4" fmla="*/ 1939965 h 2397161"/>
              <a:gd name="connsiteX5" fmla="*/ 5901014 w 7160207"/>
              <a:gd name="connsiteY5" fmla="*/ 1957597 h 2397161"/>
              <a:gd name="connsiteX6" fmla="*/ 5855280 w 7160207"/>
              <a:gd name="connsiteY6" fmla="*/ 2397161 h 2397161"/>
              <a:gd name="connsiteX7" fmla="*/ 5366839 w 7160207"/>
              <a:gd name="connsiteY7" fmla="*/ 1944363 h 2397161"/>
              <a:gd name="connsiteX8" fmla="*/ 5102699 w 7160207"/>
              <a:gd name="connsiteY8" fmla="*/ 1931297 h 2397161"/>
              <a:gd name="connsiteX9" fmla="*/ 812067 w 7160207"/>
              <a:gd name="connsiteY9" fmla="*/ 1952235 h 2397161"/>
              <a:gd name="connsiteX10" fmla="*/ 86347 w 7160207"/>
              <a:gd name="connsiteY10" fmla="*/ 1494506 h 2397161"/>
              <a:gd name="connsiteX11" fmla="*/ 81145 w 7160207"/>
              <a:gd name="connsiteY11" fmla="*/ 568748 h 2397161"/>
              <a:gd name="connsiteX12" fmla="*/ 824668 w 7160207"/>
              <a:gd name="connsiteY12" fmla="*/ 97918 h 2397161"/>
              <a:gd name="connsiteX13" fmla="*/ 2353100 w 7160207"/>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5113076 w 7170584"/>
              <a:gd name="connsiteY8" fmla="*/ 1931297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218769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891248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107856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411013 w 7170584"/>
              <a:gd name="connsiteY0" fmla="*/ 13172 h 2309372"/>
              <a:gd name="connsiteX1" fmla="*/ 6070306 w 7170584"/>
              <a:gd name="connsiteY1" fmla="*/ 17298 h 2309372"/>
              <a:gd name="connsiteX2" fmla="*/ 7103255 w 7170584"/>
              <a:gd name="connsiteY2" fmla="*/ 449220 h 2309372"/>
              <a:gd name="connsiteX3" fmla="*/ 7030683 w 7170584"/>
              <a:gd name="connsiteY3" fmla="*/ 1566812 h 2309372"/>
              <a:gd name="connsiteX4" fmla="*/ 6219689 w 7170584"/>
              <a:gd name="connsiteY4" fmla="*/ 1946431 h 2309372"/>
              <a:gd name="connsiteX5" fmla="*/ 5911391 w 7170584"/>
              <a:gd name="connsiteY5" fmla="*/ 1964063 h 2309372"/>
              <a:gd name="connsiteX6" fmla="*/ 5675521 w 7170584"/>
              <a:gd name="connsiteY6" fmla="*/ 2309372 h 2309372"/>
              <a:gd name="connsiteX7" fmla="*/ 5107856 w 7170584"/>
              <a:gd name="connsiteY7" fmla="*/ 1950829 h 2309372"/>
              <a:gd name="connsiteX8" fmla="*/ 4780334 w 7170584"/>
              <a:gd name="connsiteY8" fmla="*/ 1951229 h 2309372"/>
              <a:gd name="connsiteX9" fmla="*/ 822444 w 7170584"/>
              <a:gd name="connsiteY9" fmla="*/ 1958701 h 2309372"/>
              <a:gd name="connsiteX10" fmla="*/ 96724 w 7170584"/>
              <a:gd name="connsiteY10" fmla="*/ 1500972 h 2309372"/>
              <a:gd name="connsiteX11" fmla="*/ 91522 w 7170584"/>
              <a:gd name="connsiteY11" fmla="*/ 575214 h 2309372"/>
              <a:gd name="connsiteX12" fmla="*/ 835045 w 7170584"/>
              <a:gd name="connsiteY12" fmla="*/ 104384 h 2309372"/>
              <a:gd name="connsiteX13" fmla="*/ 2411013 w 7170584"/>
              <a:gd name="connsiteY13" fmla="*/ 13172 h 2309372"/>
              <a:gd name="connsiteX0" fmla="*/ 2411013 w 7170584"/>
              <a:gd name="connsiteY0" fmla="*/ 28473 h 2324673"/>
              <a:gd name="connsiteX1" fmla="*/ 6070306 w 7170584"/>
              <a:gd name="connsiteY1" fmla="*/ 32599 h 2324673"/>
              <a:gd name="connsiteX2" fmla="*/ 7103255 w 7170584"/>
              <a:gd name="connsiteY2" fmla="*/ 464521 h 2324673"/>
              <a:gd name="connsiteX3" fmla="*/ 7030683 w 7170584"/>
              <a:gd name="connsiteY3" fmla="*/ 1582113 h 2324673"/>
              <a:gd name="connsiteX4" fmla="*/ 6219689 w 7170584"/>
              <a:gd name="connsiteY4" fmla="*/ 1961732 h 2324673"/>
              <a:gd name="connsiteX5" fmla="*/ 5911391 w 7170584"/>
              <a:gd name="connsiteY5" fmla="*/ 1979364 h 2324673"/>
              <a:gd name="connsiteX6" fmla="*/ 5675521 w 7170584"/>
              <a:gd name="connsiteY6" fmla="*/ 2324673 h 2324673"/>
              <a:gd name="connsiteX7" fmla="*/ 5107856 w 7170584"/>
              <a:gd name="connsiteY7" fmla="*/ 1966130 h 2324673"/>
              <a:gd name="connsiteX8" fmla="*/ 4780334 w 7170584"/>
              <a:gd name="connsiteY8" fmla="*/ 1966530 h 2324673"/>
              <a:gd name="connsiteX9" fmla="*/ 822444 w 7170584"/>
              <a:gd name="connsiteY9" fmla="*/ 1974002 h 2324673"/>
              <a:gd name="connsiteX10" fmla="*/ 96724 w 7170584"/>
              <a:gd name="connsiteY10" fmla="*/ 1516273 h 2324673"/>
              <a:gd name="connsiteX11" fmla="*/ 91522 w 7170584"/>
              <a:gd name="connsiteY11" fmla="*/ 590515 h 2324673"/>
              <a:gd name="connsiteX12" fmla="*/ 835045 w 7170584"/>
              <a:gd name="connsiteY12" fmla="*/ 119685 h 2324673"/>
              <a:gd name="connsiteX13" fmla="*/ 2411013 w 7170584"/>
              <a:gd name="connsiteY13" fmla="*/ 28473 h 2324673"/>
              <a:gd name="connsiteX0" fmla="*/ 2386918 w 7146489"/>
              <a:gd name="connsiteY0" fmla="*/ 28473 h 2324673"/>
              <a:gd name="connsiteX1" fmla="*/ 6046211 w 7146489"/>
              <a:gd name="connsiteY1" fmla="*/ 32599 h 2324673"/>
              <a:gd name="connsiteX2" fmla="*/ 7079160 w 7146489"/>
              <a:gd name="connsiteY2" fmla="*/ 464521 h 2324673"/>
              <a:gd name="connsiteX3" fmla="*/ 7006588 w 7146489"/>
              <a:gd name="connsiteY3" fmla="*/ 1582113 h 2324673"/>
              <a:gd name="connsiteX4" fmla="*/ 6195594 w 7146489"/>
              <a:gd name="connsiteY4" fmla="*/ 1961732 h 2324673"/>
              <a:gd name="connsiteX5" fmla="*/ 5887296 w 7146489"/>
              <a:gd name="connsiteY5" fmla="*/ 1979364 h 2324673"/>
              <a:gd name="connsiteX6" fmla="*/ 5651426 w 7146489"/>
              <a:gd name="connsiteY6" fmla="*/ 2324673 h 2324673"/>
              <a:gd name="connsiteX7" fmla="*/ 5083761 w 7146489"/>
              <a:gd name="connsiteY7" fmla="*/ 1966130 h 2324673"/>
              <a:gd name="connsiteX8" fmla="*/ 4756239 w 7146489"/>
              <a:gd name="connsiteY8" fmla="*/ 1966530 h 2324673"/>
              <a:gd name="connsiteX9" fmla="*/ 798349 w 7146489"/>
              <a:gd name="connsiteY9" fmla="*/ 1974002 h 2324673"/>
              <a:gd name="connsiteX10" fmla="*/ 72629 w 7146489"/>
              <a:gd name="connsiteY10" fmla="*/ 1516273 h 2324673"/>
              <a:gd name="connsiteX11" fmla="*/ 67427 w 7146489"/>
              <a:gd name="connsiteY11" fmla="*/ 590515 h 2324673"/>
              <a:gd name="connsiteX12" fmla="*/ 810950 w 7146489"/>
              <a:gd name="connsiteY12" fmla="*/ 119685 h 2324673"/>
              <a:gd name="connsiteX13" fmla="*/ 2386918 w 7146489"/>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61345 w 7162874"/>
              <a:gd name="connsiteY4" fmla="*/ 1958949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15791 w 7175362"/>
              <a:gd name="connsiteY0" fmla="*/ 28473 h 2324673"/>
              <a:gd name="connsiteX1" fmla="*/ 6075084 w 7175362"/>
              <a:gd name="connsiteY1" fmla="*/ 32599 h 2324673"/>
              <a:gd name="connsiteX2" fmla="*/ 7108033 w 7175362"/>
              <a:gd name="connsiteY2" fmla="*/ 464521 h 2324673"/>
              <a:gd name="connsiteX3" fmla="*/ 7035461 w 7175362"/>
              <a:gd name="connsiteY3" fmla="*/ 1582113 h 2324673"/>
              <a:gd name="connsiteX4" fmla="*/ 6273833 w 7175362"/>
              <a:gd name="connsiteY4" fmla="*/ 1958949 h 2324673"/>
              <a:gd name="connsiteX5" fmla="*/ 5916169 w 7175362"/>
              <a:gd name="connsiteY5" fmla="*/ 1979364 h 2324673"/>
              <a:gd name="connsiteX6" fmla="*/ 5680299 w 7175362"/>
              <a:gd name="connsiteY6" fmla="*/ 2324673 h 2324673"/>
              <a:gd name="connsiteX7" fmla="*/ 5112634 w 7175362"/>
              <a:gd name="connsiteY7" fmla="*/ 1966130 h 2324673"/>
              <a:gd name="connsiteX8" fmla="*/ 4785112 w 7175362"/>
              <a:gd name="connsiteY8" fmla="*/ 1966530 h 2324673"/>
              <a:gd name="connsiteX9" fmla="*/ 827222 w 7175362"/>
              <a:gd name="connsiteY9" fmla="*/ 1974002 h 2324673"/>
              <a:gd name="connsiteX10" fmla="*/ 49621 w 7175362"/>
              <a:gd name="connsiteY10" fmla="*/ 1465977 h 2324673"/>
              <a:gd name="connsiteX11" fmla="*/ 96300 w 7175362"/>
              <a:gd name="connsiteY11" fmla="*/ 590515 h 2324673"/>
              <a:gd name="connsiteX12" fmla="*/ 839823 w 7175362"/>
              <a:gd name="connsiteY12" fmla="*/ 119685 h 2324673"/>
              <a:gd name="connsiteX13" fmla="*/ 2415791 w 7175362"/>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41119 w 7189259"/>
              <a:gd name="connsiteY9" fmla="*/ 1974002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37790 w 7197361"/>
              <a:gd name="connsiteY0" fmla="*/ 28473 h 2324673"/>
              <a:gd name="connsiteX1" fmla="*/ 6097083 w 7197361"/>
              <a:gd name="connsiteY1" fmla="*/ 32599 h 2324673"/>
              <a:gd name="connsiteX2" fmla="*/ 7130032 w 7197361"/>
              <a:gd name="connsiteY2" fmla="*/ 464521 h 2324673"/>
              <a:gd name="connsiteX3" fmla="*/ 7057460 w 7197361"/>
              <a:gd name="connsiteY3" fmla="*/ 1582113 h 2324673"/>
              <a:gd name="connsiteX4" fmla="*/ 6295832 w 7197361"/>
              <a:gd name="connsiteY4" fmla="*/ 1958949 h 2324673"/>
              <a:gd name="connsiteX5" fmla="*/ 5938168 w 7197361"/>
              <a:gd name="connsiteY5" fmla="*/ 1979364 h 2324673"/>
              <a:gd name="connsiteX6" fmla="*/ 5702298 w 7197361"/>
              <a:gd name="connsiteY6" fmla="*/ 2324673 h 2324673"/>
              <a:gd name="connsiteX7" fmla="*/ 5167717 w 7197361"/>
              <a:gd name="connsiteY7" fmla="*/ 1991006 h 2324673"/>
              <a:gd name="connsiteX8" fmla="*/ 4796084 w 7197361"/>
              <a:gd name="connsiteY8" fmla="*/ 1971505 h 2324673"/>
              <a:gd name="connsiteX9" fmla="*/ 829030 w 7197361"/>
              <a:gd name="connsiteY9" fmla="*/ 1937567 h 2324673"/>
              <a:gd name="connsiteX10" fmla="*/ 40400 w 7197361"/>
              <a:gd name="connsiteY10" fmla="*/ 1382316 h 2324673"/>
              <a:gd name="connsiteX11" fmla="*/ 118299 w 7197361"/>
              <a:gd name="connsiteY11" fmla="*/ 590515 h 2324673"/>
              <a:gd name="connsiteX12" fmla="*/ 861822 w 7197361"/>
              <a:gd name="connsiteY12" fmla="*/ 119685 h 2324673"/>
              <a:gd name="connsiteX13" fmla="*/ 2437790 w 7197361"/>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40061 w 7197363"/>
              <a:gd name="connsiteY9" fmla="*/ 192761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220557"/>
              <a:gd name="connsiteY0" fmla="*/ 28473 h 2324673"/>
              <a:gd name="connsiteX1" fmla="*/ 6097085 w 7220557"/>
              <a:gd name="connsiteY1" fmla="*/ 32599 h 2324673"/>
              <a:gd name="connsiteX2" fmla="*/ 7130034 w 7220557"/>
              <a:gd name="connsiteY2" fmla="*/ 464521 h 2324673"/>
              <a:gd name="connsiteX3" fmla="*/ 7101574 w 7220557"/>
              <a:gd name="connsiteY3" fmla="*/ 1567187 h 2324673"/>
              <a:gd name="connsiteX4" fmla="*/ 6295834 w 7220557"/>
              <a:gd name="connsiteY4" fmla="*/ 1958949 h 2324673"/>
              <a:gd name="connsiteX5" fmla="*/ 5938170 w 7220557"/>
              <a:gd name="connsiteY5" fmla="*/ 1979364 h 2324673"/>
              <a:gd name="connsiteX6" fmla="*/ 5702300 w 7220557"/>
              <a:gd name="connsiteY6" fmla="*/ 2324673 h 2324673"/>
              <a:gd name="connsiteX7" fmla="*/ 5167719 w 7220557"/>
              <a:gd name="connsiteY7" fmla="*/ 1991006 h 2324673"/>
              <a:gd name="connsiteX8" fmla="*/ 4796086 w 7220557"/>
              <a:gd name="connsiteY8" fmla="*/ 1971505 h 2324673"/>
              <a:gd name="connsiteX9" fmla="*/ 840061 w 7220557"/>
              <a:gd name="connsiteY9" fmla="*/ 1927617 h 2324673"/>
              <a:gd name="connsiteX10" fmla="*/ 40402 w 7220557"/>
              <a:gd name="connsiteY10" fmla="*/ 1382316 h 2324673"/>
              <a:gd name="connsiteX11" fmla="*/ 118301 w 7220557"/>
              <a:gd name="connsiteY11" fmla="*/ 590515 h 2324673"/>
              <a:gd name="connsiteX12" fmla="*/ 861824 w 7220557"/>
              <a:gd name="connsiteY12" fmla="*/ 119685 h 2324673"/>
              <a:gd name="connsiteX13" fmla="*/ 2437792 w 7220557"/>
              <a:gd name="connsiteY13" fmla="*/ 28473 h 2324673"/>
              <a:gd name="connsiteX0" fmla="*/ 2437792 w 7220557"/>
              <a:gd name="connsiteY0" fmla="*/ 28473 h 2314723"/>
              <a:gd name="connsiteX1" fmla="*/ 6097085 w 7220557"/>
              <a:gd name="connsiteY1" fmla="*/ 32599 h 2314723"/>
              <a:gd name="connsiteX2" fmla="*/ 7130034 w 7220557"/>
              <a:gd name="connsiteY2" fmla="*/ 464521 h 2314723"/>
              <a:gd name="connsiteX3" fmla="*/ 7101574 w 7220557"/>
              <a:gd name="connsiteY3" fmla="*/ 1567187 h 2314723"/>
              <a:gd name="connsiteX4" fmla="*/ 6295834 w 7220557"/>
              <a:gd name="connsiteY4" fmla="*/ 1958949 h 2314723"/>
              <a:gd name="connsiteX5" fmla="*/ 5938170 w 7220557"/>
              <a:gd name="connsiteY5" fmla="*/ 1979364 h 2314723"/>
              <a:gd name="connsiteX6" fmla="*/ 5669215 w 7220557"/>
              <a:gd name="connsiteY6" fmla="*/ 2314723 h 2314723"/>
              <a:gd name="connsiteX7" fmla="*/ 5167719 w 7220557"/>
              <a:gd name="connsiteY7" fmla="*/ 1991006 h 2314723"/>
              <a:gd name="connsiteX8" fmla="*/ 4796086 w 7220557"/>
              <a:gd name="connsiteY8" fmla="*/ 1971505 h 2314723"/>
              <a:gd name="connsiteX9" fmla="*/ 840061 w 7220557"/>
              <a:gd name="connsiteY9" fmla="*/ 1927617 h 2314723"/>
              <a:gd name="connsiteX10" fmla="*/ 40402 w 7220557"/>
              <a:gd name="connsiteY10" fmla="*/ 1382316 h 2314723"/>
              <a:gd name="connsiteX11" fmla="*/ 118301 w 7220557"/>
              <a:gd name="connsiteY11" fmla="*/ 590515 h 2314723"/>
              <a:gd name="connsiteX12" fmla="*/ 861824 w 7220557"/>
              <a:gd name="connsiteY12" fmla="*/ 119685 h 2314723"/>
              <a:gd name="connsiteX13" fmla="*/ 2437792 w 7220557"/>
              <a:gd name="connsiteY13" fmla="*/ 28473 h 231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20557" h="2314723">
                <a:moveTo>
                  <a:pt x="2437792" y="28473"/>
                </a:moveTo>
                <a:cubicBezTo>
                  <a:pt x="3720936" y="-19524"/>
                  <a:pt x="4770035" y="1011"/>
                  <a:pt x="6097085" y="32599"/>
                </a:cubicBezTo>
                <a:cubicBezTo>
                  <a:pt x="6241375" y="32599"/>
                  <a:pt x="6941349" y="44458"/>
                  <a:pt x="7130034" y="464521"/>
                </a:cubicBezTo>
                <a:cubicBezTo>
                  <a:pt x="7207443" y="822538"/>
                  <a:pt x="7299936" y="1107572"/>
                  <a:pt x="7101574" y="1567187"/>
                </a:cubicBezTo>
                <a:cubicBezTo>
                  <a:pt x="7012674" y="1820442"/>
                  <a:pt x="6826441" y="1941454"/>
                  <a:pt x="6295834" y="1958949"/>
                </a:cubicBezTo>
                <a:cubicBezTo>
                  <a:pt x="6201573" y="1967661"/>
                  <a:pt x="6028835" y="1978328"/>
                  <a:pt x="5938170" y="1979364"/>
                </a:cubicBezTo>
                <a:cubicBezTo>
                  <a:pt x="5846464" y="2148329"/>
                  <a:pt x="5703170" y="2299450"/>
                  <a:pt x="5669215" y="2314723"/>
                </a:cubicBezTo>
                <a:cubicBezTo>
                  <a:pt x="5397092" y="2101809"/>
                  <a:pt x="5307818" y="2068828"/>
                  <a:pt x="5167719" y="1991006"/>
                </a:cubicBezTo>
                <a:lnTo>
                  <a:pt x="4796086" y="1971505"/>
                </a:lnTo>
                <a:cubicBezTo>
                  <a:pt x="3970001" y="2004968"/>
                  <a:pt x="1743341" y="1983706"/>
                  <a:pt x="840061" y="1927617"/>
                </a:cubicBezTo>
                <a:cubicBezTo>
                  <a:pt x="393004" y="1877867"/>
                  <a:pt x="110456" y="1617395"/>
                  <a:pt x="40402" y="1382316"/>
                </a:cubicBezTo>
                <a:cubicBezTo>
                  <a:pt x="-46199" y="1071836"/>
                  <a:pt x="18879" y="1018771"/>
                  <a:pt x="118301" y="590515"/>
                </a:cubicBezTo>
                <a:cubicBezTo>
                  <a:pt x="161844" y="286569"/>
                  <a:pt x="632474" y="128192"/>
                  <a:pt x="861824" y="119685"/>
                </a:cubicBezTo>
                <a:cubicBezTo>
                  <a:pt x="1206200" y="97914"/>
                  <a:pt x="1792517" y="47314"/>
                  <a:pt x="2437792" y="28473"/>
                </a:cubicBezTo>
                <a:close/>
              </a:path>
            </a:pathLst>
          </a:cu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030208-94EF-4CCC-4588-BBB2B7E70770}"/>
              </a:ext>
            </a:extLst>
          </p:cNvPr>
          <p:cNvSpPr>
            <a:spLocks noGrp="1"/>
          </p:cNvSpPr>
          <p:nvPr>
            <p:ph type="title"/>
          </p:nvPr>
        </p:nvSpPr>
        <p:spPr>
          <a:xfrm>
            <a:off x="957358" y="4000499"/>
            <a:ext cx="4236148" cy="1218737"/>
          </a:xfrm>
        </p:spPr>
        <p:txBody>
          <a:bodyPr vert="horz" lIns="91440" tIns="45720" rIns="91440" bIns="45720" rtlCol="0" anchor="b">
            <a:normAutofit/>
          </a:bodyPr>
          <a:lstStyle/>
          <a:p>
            <a:r>
              <a:rPr lang="en-US" sz="4400"/>
              <a:t>What does it look like?</a:t>
            </a:r>
          </a:p>
        </p:txBody>
      </p:sp>
      <p:sp>
        <p:nvSpPr>
          <p:cNvPr id="3" name="Text Placeholder 2">
            <a:extLst>
              <a:ext uri="{FF2B5EF4-FFF2-40B4-BE49-F238E27FC236}">
                <a16:creationId xmlns:a16="http://schemas.microsoft.com/office/drawing/2014/main" id="{F13D4B5B-1068-0909-5DA4-D5A79F602522}"/>
              </a:ext>
            </a:extLst>
          </p:cNvPr>
          <p:cNvSpPr>
            <a:spLocks noGrp="1"/>
          </p:cNvSpPr>
          <p:nvPr>
            <p:ph type="body" idx="1"/>
          </p:nvPr>
        </p:nvSpPr>
        <p:spPr>
          <a:xfrm>
            <a:off x="957358" y="5243513"/>
            <a:ext cx="4236148" cy="684744"/>
          </a:xfrm>
        </p:spPr>
        <p:txBody>
          <a:bodyPr vert="horz" lIns="91440" tIns="45720" rIns="91440" bIns="45720" rtlCol="0" anchor="t">
            <a:normAutofit/>
          </a:bodyPr>
          <a:lstStyle/>
          <a:p>
            <a:r>
              <a:rPr lang="en-US" sz="3200" dirty="0">
                <a:solidFill>
                  <a:schemeClr val="tx1"/>
                </a:solidFill>
              </a:rPr>
              <a:t>Embedding quotes</a:t>
            </a:r>
          </a:p>
        </p:txBody>
      </p:sp>
      <p:sp>
        <p:nvSpPr>
          <p:cNvPr id="17" name="Freeform: Shape 16">
            <a:extLst>
              <a:ext uri="{FF2B5EF4-FFF2-40B4-BE49-F238E27FC236}">
                <a16:creationId xmlns:a16="http://schemas.microsoft.com/office/drawing/2014/main" id="{3CEFF6F4-C041-4E7F-9C99-93B222CB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1682" y="3391906"/>
            <a:ext cx="4808784" cy="2769498"/>
          </a:xfrm>
          <a:custGeom>
            <a:avLst/>
            <a:gdLst>
              <a:gd name="connsiteX0" fmla="*/ 4456852 w 7096563"/>
              <a:gd name="connsiteY0" fmla="*/ 382 h 2526654"/>
              <a:gd name="connsiteX1" fmla="*/ 5996285 w 7096563"/>
              <a:gd name="connsiteY1" fmla="*/ 12882 h 2526654"/>
              <a:gd name="connsiteX2" fmla="*/ 7029234 w 7096563"/>
              <a:gd name="connsiteY2" fmla="*/ 444804 h 2526654"/>
              <a:gd name="connsiteX3" fmla="*/ 6956662 w 7096563"/>
              <a:gd name="connsiteY3" fmla="*/ 1562396 h 2526654"/>
              <a:gd name="connsiteX4" fmla="*/ 6145668 w 7096563"/>
              <a:gd name="connsiteY4" fmla="*/ 1942015 h 2526654"/>
              <a:gd name="connsiteX5" fmla="*/ 5837370 w 7096563"/>
              <a:gd name="connsiteY5" fmla="*/ 1959647 h 2526654"/>
              <a:gd name="connsiteX6" fmla="*/ 5815841 w 7096563"/>
              <a:gd name="connsiteY6" fmla="*/ 2526654 h 2526654"/>
              <a:gd name="connsiteX7" fmla="*/ 5303195 w 7096563"/>
              <a:gd name="connsiteY7" fmla="*/ 1946413 h 2526654"/>
              <a:gd name="connsiteX8" fmla="*/ 5039055 w 7096563"/>
              <a:gd name="connsiteY8" fmla="*/ 1933347 h 2526654"/>
              <a:gd name="connsiteX9" fmla="*/ 875181 w 7096563"/>
              <a:gd name="connsiteY9" fmla="*/ 1954285 h 2526654"/>
              <a:gd name="connsiteX10" fmla="*/ 149462 w 7096563"/>
              <a:gd name="connsiteY10" fmla="*/ 1489824 h 2526654"/>
              <a:gd name="connsiteX11" fmla="*/ 33346 w 7096563"/>
              <a:gd name="connsiteY11" fmla="*/ 604461 h 2526654"/>
              <a:gd name="connsiteX12" fmla="*/ 761024 w 7096563"/>
              <a:gd name="connsiteY12" fmla="*/ 99968 h 2526654"/>
              <a:gd name="connsiteX13" fmla="*/ 2289456 w 7096563"/>
              <a:gd name="connsiteY13" fmla="*/ 35686 h 2526654"/>
              <a:gd name="connsiteX14" fmla="*/ 2355877 w 7096563"/>
              <a:gd name="connsiteY14" fmla="*/ 33952 h 2526654"/>
              <a:gd name="connsiteX15" fmla="*/ 2355877 w 7096563"/>
              <a:gd name="connsiteY15" fmla="*/ 18770 h 2526654"/>
              <a:gd name="connsiteX16" fmla="*/ 2878392 w 7096563"/>
              <a:gd name="connsiteY16" fmla="*/ 18770 h 2526654"/>
              <a:gd name="connsiteX17" fmla="*/ 2878392 w 7096563"/>
              <a:gd name="connsiteY17" fmla="*/ 20840 h 2526654"/>
              <a:gd name="connsiteX18" fmla="*/ 3326250 w 7096563"/>
              <a:gd name="connsiteY18" fmla="*/ 11889 h 2526654"/>
              <a:gd name="connsiteX19" fmla="*/ 4456852 w 7096563"/>
              <a:gd name="connsiteY19" fmla="*/ 382 h 2526654"/>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2878392 w 7096563"/>
              <a:gd name="connsiteY16" fmla="*/ 20458 h 2526272"/>
              <a:gd name="connsiteX17" fmla="*/ 3326250 w 7096563"/>
              <a:gd name="connsiteY17" fmla="*/ 11507 h 2526272"/>
              <a:gd name="connsiteX18" fmla="*/ 4456852 w 7096563"/>
              <a:gd name="connsiteY18"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3326250 w 7096563"/>
              <a:gd name="connsiteY16" fmla="*/ 11507 h 2526272"/>
              <a:gd name="connsiteX17" fmla="*/ 4456852 w 7096563"/>
              <a:gd name="connsiteY17"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878392 w 7096563"/>
              <a:gd name="connsiteY14" fmla="*/ 18388 h 2526272"/>
              <a:gd name="connsiteX15" fmla="*/ 3326250 w 7096563"/>
              <a:gd name="connsiteY15" fmla="*/ 11507 h 2526272"/>
              <a:gd name="connsiteX16" fmla="*/ 4456852 w 7096563"/>
              <a:gd name="connsiteY16"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3326250 w 7096563"/>
              <a:gd name="connsiteY14" fmla="*/ 11507 h 2526272"/>
              <a:gd name="connsiteX15" fmla="*/ 4456852 w 7096563"/>
              <a:gd name="connsiteY15"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4456852 w 7096563"/>
              <a:gd name="connsiteY14" fmla="*/ 0 h 2526272"/>
              <a:gd name="connsiteX0" fmla="*/ 2289456 w 7096563"/>
              <a:gd name="connsiteY0" fmla="*/ 22804 h 2513772"/>
              <a:gd name="connsiteX1" fmla="*/ 5996285 w 7096563"/>
              <a:gd name="connsiteY1" fmla="*/ 0 h 2513772"/>
              <a:gd name="connsiteX2" fmla="*/ 7029234 w 7096563"/>
              <a:gd name="connsiteY2" fmla="*/ 431922 h 2513772"/>
              <a:gd name="connsiteX3" fmla="*/ 6956662 w 7096563"/>
              <a:gd name="connsiteY3" fmla="*/ 1549514 h 2513772"/>
              <a:gd name="connsiteX4" fmla="*/ 6145668 w 7096563"/>
              <a:gd name="connsiteY4" fmla="*/ 1929133 h 2513772"/>
              <a:gd name="connsiteX5" fmla="*/ 5837370 w 7096563"/>
              <a:gd name="connsiteY5" fmla="*/ 1946765 h 2513772"/>
              <a:gd name="connsiteX6" fmla="*/ 5815841 w 7096563"/>
              <a:gd name="connsiteY6" fmla="*/ 2513772 h 2513772"/>
              <a:gd name="connsiteX7" fmla="*/ 5303195 w 7096563"/>
              <a:gd name="connsiteY7" fmla="*/ 1933531 h 2513772"/>
              <a:gd name="connsiteX8" fmla="*/ 5039055 w 7096563"/>
              <a:gd name="connsiteY8" fmla="*/ 1920465 h 2513772"/>
              <a:gd name="connsiteX9" fmla="*/ 875181 w 7096563"/>
              <a:gd name="connsiteY9" fmla="*/ 1941403 h 2513772"/>
              <a:gd name="connsiteX10" fmla="*/ 149462 w 7096563"/>
              <a:gd name="connsiteY10" fmla="*/ 1476942 h 2513772"/>
              <a:gd name="connsiteX11" fmla="*/ 33346 w 7096563"/>
              <a:gd name="connsiteY11" fmla="*/ 591579 h 2513772"/>
              <a:gd name="connsiteX12" fmla="*/ 761024 w 7096563"/>
              <a:gd name="connsiteY12" fmla="*/ 87086 h 2513772"/>
              <a:gd name="connsiteX13" fmla="*/ 2289456 w 7096563"/>
              <a:gd name="connsiteY13" fmla="*/ 22804 h 2513772"/>
              <a:gd name="connsiteX0" fmla="*/ 2289456 w 7096563"/>
              <a:gd name="connsiteY0" fmla="*/ 33636 h 2524604"/>
              <a:gd name="connsiteX1" fmla="*/ 5996285 w 7096563"/>
              <a:gd name="connsiteY1" fmla="*/ 10832 h 2524604"/>
              <a:gd name="connsiteX2" fmla="*/ 7029234 w 7096563"/>
              <a:gd name="connsiteY2" fmla="*/ 442754 h 2524604"/>
              <a:gd name="connsiteX3" fmla="*/ 6956662 w 7096563"/>
              <a:gd name="connsiteY3" fmla="*/ 1560346 h 2524604"/>
              <a:gd name="connsiteX4" fmla="*/ 6145668 w 7096563"/>
              <a:gd name="connsiteY4" fmla="*/ 1939965 h 2524604"/>
              <a:gd name="connsiteX5" fmla="*/ 5837370 w 7096563"/>
              <a:gd name="connsiteY5" fmla="*/ 1957597 h 2524604"/>
              <a:gd name="connsiteX6" fmla="*/ 5815841 w 7096563"/>
              <a:gd name="connsiteY6" fmla="*/ 2524604 h 2524604"/>
              <a:gd name="connsiteX7" fmla="*/ 5303195 w 7096563"/>
              <a:gd name="connsiteY7" fmla="*/ 1944363 h 2524604"/>
              <a:gd name="connsiteX8" fmla="*/ 5039055 w 7096563"/>
              <a:gd name="connsiteY8" fmla="*/ 1931297 h 2524604"/>
              <a:gd name="connsiteX9" fmla="*/ 875181 w 7096563"/>
              <a:gd name="connsiteY9" fmla="*/ 1952235 h 2524604"/>
              <a:gd name="connsiteX10" fmla="*/ 149462 w 7096563"/>
              <a:gd name="connsiteY10" fmla="*/ 1487774 h 2524604"/>
              <a:gd name="connsiteX11" fmla="*/ 33346 w 7096563"/>
              <a:gd name="connsiteY11" fmla="*/ 602411 h 2524604"/>
              <a:gd name="connsiteX12" fmla="*/ 761024 w 7096563"/>
              <a:gd name="connsiteY12" fmla="*/ 97918 h 2524604"/>
              <a:gd name="connsiteX13" fmla="*/ 2289456 w 7096563"/>
              <a:gd name="connsiteY13" fmla="*/ 33636 h 2524604"/>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748423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347315 w 7154422"/>
              <a:gd name="connsiteY0" fmla="*/ 33636 h 2397161"/>
              <a:gd name="connsiteX1" fmla="*/ 6054144 w 7154422"/>
              <a:gd name="connsiteY1" fmla="*/ 10832 h 2397161"/>
              <a:gd name="connsiteX2" fmla="*/ 7087093 w 7154422"/>
              <a:gd name="connsiteY2" fmla="*/ 442754 h 2397161"/>
              <a:gd name="connsiteX3" fmla="*/ 7014521 w 7154422"/>
              <a:gd name="connsiteY3" fmla="*/ 1560346 h 2397161"/>
              <a:gd name="connsiteX4" fmla="*/ 6203527 w 7154422"/>
              <a:gd name="connsiteY4" fmla="*/ 1939965 h 2397161"/>
              <a:gd name="connsiteX5" fmla="*/ 5895229 w 7154422"/>
              <a:gd name="connsiteY5" fmla="*/ 1957597 h 2397161"/>
              <a:gd name="connsiteX6" fmla="*/ 5849495 w 7154422"/>
              <a:gd name="connsiteY6" fmla="*/ 2397161 h 2397161"/>
              <a:gd name="connsiteX7" fmla="*/ 5361054 w 7154422"/>
              <a:gd name="connsiteY7" fmla="*/ 1944363 h 2397161"/>
              <a:gd name="connsiteX8" fmla="*/ 5096914 w 7154422"/>
              <a:gd name="connsiteY8" fmla="*/ 1931297 h 2397161"/>
              <a:gd name="connsiteX9" fmla="*/ 806282 w 7154422"/>
              <a:gd name="connsiteY9" fmla="*/ 1952235 h 2397161"/>
              <a:gd name="connsiteX10" fmla="*/ 80562 w 7154422"/>
              <a:gd name="connsiteY10" fmla="*/ 1494506 h 2397161"/>
              <a:gd name="connsiteX11" fmla="*/ 91205 w 7154422"/>
              <a:gd name="connsiteY11" fmla="*/ 602411 h 2397161"/>
              <a:gd name="connsiteX12" fmla="*/ 818883 w 7154422"/>
              <a:gd name="connsiteY12" fmla="*/ 97918 h 2397161"/>
              <a:gd name="connsiteX13" fmla="*/ 2347315 w 7154422"/>
              <a:gd name="connsiteY13" fmla="*/ 33636 h 2397161"/>
              <a:gd name="connsiteX0" fmla="*/ 2353100 w 7160207"/>
              <a:gd name="connsiteY0" fmla="*/ 33636 h 2397161"/>
              <a:gd name="connsiteX1" fmla="*/ 6059929 w 7160207"/>
              <a:gd name="connsiteY1" fmla="*/ 10832 h 2397161"/>
              <a:gd name="connsiteX2" fmla="*/ 7092878 w 7160207"/>
              <a:gd name="connsiteY2" fmla="*/ 442754 h 2397161"/>
              <a:gd name="connsiteX3" fmla="*/ 7020306 w 7160207"/>
              <a:gd name="connsiteY3" fmla="*/ 1560346 h 2397161"/>
              <a:gd name="connsiteX4" fmla="*/ 6209312 w 7160207"/>
              <a:gd name="connsiteY4" fmla="*/ 1939965 h 2397161"/>
              <a:gd name="connsiteX5" fmla="*/ 5901014 w 7160207"/>
              <a:gd name="connsiteY5" fmla="*/ 1957597 h 2397161"/>
              <a:gd name="connsiteX6" fmla="*/ 5855280 w 7160207"/>
              <a:gd name="connsiteY6" fmla="*/ 2397161 h 2397161"/>
              <a:gd name="connsiteX7" fmla="*/ 5366839 w 7160207"/>
              <a:gd name="connsiteY7" fmla="*/ 1944363 h 2397161"/>
              <a:gd name="connsiteX8" fmla="*/ 5102699 w 7160207"/>
              <a:gd name="connsiteY8" fmla="*/ 1931297 h 2397161"/>
              <a:gd name="connsiteX9" fmla="*/ 812067 w 7160207"/>
              <a:gd name="connsiteY9" fmla="*/ 1952235 h 2397161"/>
              <a:gd name="connsiteX10" fmla="*/ 86347 w 7160207"/>
              <a:gd name="connsiteY10" fmla="*/ 1494506 h 2397161"/>
              <a:gd name="connsiteX11" fmla="*/ 81145 w 7160207"/>
              <a:gd name="connsiteY11" fmla="*/ 568748 h 2397161"/>
              <a:gd name="connsiteX12" fmla="*/ 824668 w 7160207"/>
              <a:gd name="connsiteY12" fmla="*/ 97918 h 2397161"/>
              <a:gd name="connsiteX13" fmla="*/ 2353100 w 7160207"/>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5113076 w 7170584"/>
              <a:gd name="connsiteY8" fmla="*/ 1931297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218769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891248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107856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411013 w 7170584"/>
              <a:gd name="connsiteY0" fmla="*/ 13172 h 2309372"/>
              <a:gd name="connsiteX1" fmla="*/ 6070306 w 7170584"/>
              <a:gd name="connsiteY1" fmla="*/ 17298 h 2309372"/>
              <a:gd name="connsiteX2" fmla="*/ 7103255 w 7170584"/>
              <a:gd name="connsiteY2" fmla="*/ 449220 h 2309372"/>
              <a:gd name="connsiteX3" fmla="*/ 7030683 w 7170584"/>
              <a:gd name="connsiteY3" fmla="*/ 1566812 h 2309372"/>
              <a:gd name="connsiteX4" fmla="*/ 6219689 w 7170584"/>
              <a:gd name="connsiteY4" fmla="*/ 1946431 h 2309372"/>
              <a:gd name="connsiteX5" fmla="*/ 5911391 w 7170584"/>
              <a:gd name="connsiteY5" fmla="*/ 1964063 h 2309372"/>
              <a:gd name="connsiteX6" fmla="*/ 5675521 w 7170584"/>
              <a:gd name="connsiteY6" fmla="*/ 2309372 h 2309372"/>
              <a:gd name="connsiteX7" fmla="*/ 5107856 w 7170584"/>
              <a:gd name="connsiteY7" fmla="*/ 1950829 h 2309372"/>
              <a:gd name="connsiteX8" fmla="*/ 4780334 w 7170584"/>
              <a:gd name="connsiteY8" fmla="*/ 1951229 h 2309372"/>
              <a:gd name="connsiteX9" fmla="*/ 822444 w 7170584"/>
              <a:gd name="connsiteY9" fmla="*/ 1958701 h 2309372"/>
              <a:gd name="connsiteX10" fmla="*/ 96724 w 7170584"/>
              <a:gd name="connsiteY10" fmla="*/ 1500972 h 2309372"/>
              <a:gd name="connsiteX11" fmla="*/ 91522 w 7170584"/>
              <a:gd name="connsiteY11" fmla="*/ 575214 h 2309372"/>
              <a:gd name="connsiteX12" fmla="*/ 835045 w 7170584"/>
              <a:gd name="connsiteY12" fmla="*/ 104384 h 2309372"/>
              <a:gd name="connsiteX13" fmla="*/ 2411013 w 7170584"/>
              <a:gd name="connsiteY13" fmla="*/ 13172 h 2309372"/>
              <a:gd name="connsiteX0" fmla="*/ 2411013 w 7170584"/>
              <a:gd name="connsiteY0" fmla="*/ 28473 h 2324673"/>
              <a:gd name="connsiteX1" fmla="*/ 6070306 w 7170584"/>
              <a:gd name="connsiteY1" fmla="*/ 32599 h 2324673"/>
              <a:gd name="connsiteX2" fmla="*/ 7103255 w 7170584"/>
              <a:gd name="connsiteY2" fmla="*/ 464521 h 2324673"/>
              <a:gd name="connsiteX3" fmla="*/ 7030683 w 7170584"/>
              <a:gd name="connsiteY3" fmla="*/ 1582113 h 2324673"/>
              <a:gd name="connsiteX4" fmla="*/ 6219689 w 7170584"/>
              <a:gd name="connsiteY4" fmla="*/ 1961732 h 2324673"/>
              <a:gd name="connsiteX5" fmla="*/ 5911391 w 7170584"/>
              <a:gd name="connsiteY5" fmla="*/ 1979364 h 2324673"/>
              <a:gd name="connsiteX6" fmla="*/ 5675521 w 7170584"/>
              <a:gd name="connsiteY6" fmla="*/ 2324673 h 2324673"/>
              <a:gd name="connsiteX7" fmla="*/ 5107856 w 7170584"/>
              <a:gd name="connsiteY7" fmla="*/ 1966130 h 2324673"/>
              <a:gd name="connsiteX8" fmla="*/ 4780334 w 7170584"/>
              <a:gd name="connsiteY8" fmla="*/ 1966530 h 2324673"/>
              <a:gd name="connsiteX9" fmla="*/ 822444 w 7170584"/>
              <a:gd name="connsiteY9" fmla="*/ 1974002 h 2324673"/>
              <a:gd name="connsiteX10" fmla="*/ 96724 w 7170584"/>
              <a:gd name="connsiteY10" fmla="*/ 1516273 h 2324673"/>
              <a:gd name="connsiteX11" fmla="*/ 91522 w 7170584"/>
              <a:gd name="connsiteY11" fmla="*/ 590515 h 2324673"/>
              <a:gd name="connsiteX12" fmla="*/ 835045 w 7170584"/>
              <a:gd name="connsiteY12" fmla="*/ 119685 h 2324673"/>
              <a:gd name="connsiteX13" fmla="*/ 2411013 w 7170584"/>
              <a:gd name="connsiteY13" fmla="*/ 28473 h 2324673"/>
              <a:gd name="connsiteX0" fmla="*/ 2386918 w 7146489"/>
              <a:gd name="connsiteY0" fmla="*/ 28473 h 2324673"/>
              <a:gd name="connsiteX1" fmla="*/ 6046211 w 7146489"/>
              <a:gd name="connsiteY1" fmla="*/ 32599 h 2324673"/>
              <a:gd name="connsiteX2" fmla="*/ 7079160 w 7146489"/>
              <a:gd name="connsiteY2" fmla="*/ 464521 h 2324673"/>
              <a:gd name="connsiteX3" fmla="*/ 7006588 w 7146489"/>
              <a:gd name="connsiteY3" fmla="*/ 1582113 h 2324673"/>
              <a:gd name="connsiteX4" fmla="*/ 6195594 w 7146489"/>
              <a:gd name="connsiteY4" fmla="*/ 1961732 h 2324673"/>
              <a:gd name="connsiteX5" fmla="*/ 5887296 w 7146489"/>
              <a:gd name="connsiteY5" fmla="*/ 1979364 h 2324673"/>
              <a:gd name="connsiteX6" fmla="*/ 5651426 w 7146489"/>
              <a:gd name="connsiteY6" fmla="*/ 2324673 h 2324673"/>
              <a:gd name="connsiteX7" fmla="*/ 5083761 w 7146489"/>
              <a:gd name="connsiteY7" fmla="*/ 1966130 h 2324673"/>
              <a:gd name="connsiteX8" fmla="*/ 4756239 w 7146489"/>
              <a:gd name="connsiteY8" fmla="*/ 1966530 h 2324673"/>
              <a:gd name="connsiteX9" fmla="*/ 798349 w 7146489"/>
              <a:gd name="connsiteY9" fmla="*/ 1974002 h 2324673"/>
              <a:gd name="connsiteX10" fmla="*/ 72629 w 7146489"/>
              <a:gd name="connsiteY10" fmla="*/ 1516273 h 2324673"/>
              <a:gd name="connsiteX11" fmla="*/ 67427 w 7146489"/>
              <a:gd name="connsiteY11" fmla="*/ 590515 h 2324673"/>
              <a:gd name="connsiteX12" fmla="*/ 810950 w 7146489"/>
              <a:gd name="connsiteY12" fmla="*/ 119685 h 2324673"/>
              <a:gd name="connsiteX13" fmla="*/ 2386918 w 7146489"/>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61345 w 7162874"/>
              <a:gd name="connsiteY4" fmla="*/ 1958949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15791 w 7175362"/>
              <a:gd name="connsiteY0" fmla="*/ 28473 h 2324673"/>
              <a:gd name="connsiteX1" fmla="*/ 6075084 w 7175362"/>
              <a:gd name="connsiteY1" fmla="*/ 32599 h 2324673"/>
              <a:gd name="connsiteX2" fmla="*/ 7108033 w 7175362"/>
              <a:gd name="connsiteY2" fmla="*/ 464521 h 2324673"/>
              <a:gd name="connsiteX3" fmla="*/ 7035461 w 7175362"/>
              <a:gd name="connsiteY3" fmla="*/ 1582113 h 2324673"/>
              <a:gd name="connsiteX4" fmla="*/ 6273833 w 7175362"/>
              <a:gd name="connsiteY4" fmla="*/ 1958949 h 2324673"/>
              <a:gd name="connsiteX5" fmla="*/ 5916169 w 7175362"/>
              <a:gd name="connsiteY5" fmla="*/ 1979364 h 2324673"/>
              <a:gd name="connsiteX6" fmla="*/ 5680299 w 7175362"/>
              <a:gd name="connsiteY6" fmla="*/ 2324673 h 2324673"/>
              <a:gd name="connsiteX7" fmla="*/ 5112634 w 7175362"/>
              <a:gd name="connsiteY7" fmla="*/ 1966130 h 2324673"/>
              <a:gd name="connsiteX8" fmla="*/ 4785112 w 7175362"/>
              <a:gd name="connsiteY8" fmla="*/ 1966530 h 2324673"/>
              <a:gd name="connsiteX9" fmla="*/ 827222 w 7175362"/>
              <a:gd name="connsiteY9" fmla="*/ 1974002 h 2324673"/>
              <a:gd name="connsiteX10" fmla="*/ 49621 w 7175362"/>
              <a:gd name="connsiteY10" fmla="*/ 1465977 h 2324673"/>
              <a:gd name="connsiteX11" fmla="*/ 96300 w 7175362"/>
              <a:gd name="connsiteY11" fmla="*/ 590515 h 2324673"/>
              <a:gd name="connsiteX12" fmla="*/ 839823 w 7175362"/>
              <a:gd name="connsiteY12" fmla="*/ 119685 h 2324673"/>
              <a:gd name="connsiteX13" fmla="*/ 2415791 w 7175362"/>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41119 w 7189259"/>
              <a:gd name="connsiteY9" fmla="*/ 1974002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37790 w 7197361"/>
              <a:gd name="connsiteY0" fmla="*/ 28473 h 2324673"/>
              <a:gd name="connsiteX1" fmla="*/ 6097083 w 7197361"/>
              <a:gd name="connsiteY1" fmla="*/ 32599 h 2324673"/>
              <a:gd name="connsiteX2" fmla="*/ 7130032 w 7197361"/>
              <a:gd name="connsiteY2" fmla="*/ 464521 h 2324673"/>
              <a:gd name="connsiteX3" fmla="*/ 7057460 w 7197361"/>
              <a:gd name="connsiteY3" fmla="*/ 1582113 h 2324673"/>
              <a:gd name="connsiteX4" fmla="*/ 6295832 w 7197361"/>
              <a:gd name="connsiteY4" fmla="*/ 1958949 h 2324673"/>
              <a:gd name="connsiteX5" fmla="*/ 5938168 w 7197361"/>
              <a:gd name="connsiteY5" fmla="*/ 1979364 h 2324673"/>
              <a:gd name="connsiteX6" fmla="*/ 5702298 w 7197361"/>
              <a:gd name="connsiteY6" fmla="*/ 2324673 h 2324673"/>
              <a:gd name="connsiteX7" fmla="*/ 5167717 w 7197361"/>
              <a:gd name="connsiteY7" fmla="*/ 1991006 h 2324673"/>
              <a:gd name="connsiteX8" fmla="*/ 4796084 w 7197361"/>
              <a:gd name="connsiteY8" fmla="*/ 1971505 h 2324673"/>
              <a:gd name="connsiteX9" fmla="*/ 829030 w 7197361"/>
              <a:gd name="connsiteY9" fmla="*/ 1937567 h 2324673"/>
              <a:gd name="connsiteX10" fmla="*/ 40400 w 7197361"/>
              <a:gd name="connsiteY10" fmla="*/ 1382316 h 2324673"/>
              <a:gd name="connsiteX11" fmla="*/ 118299 w 7197361"/>
              <a:gd name="connsiteY11" fmla="*/ 590515 h 2324673"/>
              <a:gd name="connsiteX12" fmla="*/ 861822 w 7197361"/>
              <a:gd name="connsiteY12" fmla="*/ 119685 h 2324673"/>
              <a:gd name="connsiteX13" fmla="*/ 2437790 w 7197361"/>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40061 w 7197363"/>
              <a:gd name="connsiteY9" fmla="*/ 192761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220557"/>
              <a:gd name="connsiteY0" fmla="*/ 28473 h 2324673"/>
              <a:gd name="connsiteX1" fmla="*/ 6097085 w 7220557"/>
              <a:gd name="connsiteY1" fmla="*/ 32599 h 2324673"/>
              <a:gd name="connsiteX2" fmla="*/ 7130034 w 7220557"/>
              <a:gd name="connsiteY2" fmla="*/ 464521 h 2324673"/>
              <a:gd name="connsiteX3" fmla="*/ 7101574 w 7220557"/>
              <a:gd name="connsiteY3" fmla="*/ 1567187 h 2324673"/>
              <a:gd name="connsiteX4" fmla="*/ 6295834 w 7220557"/>
              <a:gd name="connsiteY4" fmla="*/ 1958949 h 2324673"/>
              <a:gd name="connsiteX5" fmla="*/ 5938170 w 7220557"/>
              <a:gd name="connsiteY5" fmla="*/ 1979364 h 2324673"/>
              <a:gd name="connsiteX6" fmla="*/ 5702300 w 7220557"/>
              <a:gd name="connsiteY6" fmla="*/ 2324673 h 2324673"/>
              <a:gd name="connsiteX7" fmla="*/ 5167719 w 7220557"/>
              <a:gd name="connsiteY7" fmla="*/ 1991006 h 2324673"/>
              <a:gd name="connsiteX8" fmla="*/ 4796086 w 7220557"/>
              <a:gd name="connsiteY8" fmla="*/ 1971505 h 2324673"/>
              <a:gd name="connsiteX9" fmla="*/ 840061 w 7220557"/>
              <a:gd name="connsiteY9" fmla="*/ 1927617 h 2324673"/>
              <a:gd name="connsiteX10" fmla="*/ 40402 w 7220557"/>
              <a:gd name="connsiteY10" fmla="*/ 1382316 h 2324673"/>
              <a:gd name="connsiteX11" fmla="*/ 118301 w 7220557"/>
              <a:gd name="connsiteY11" fmla="*/ 590515 h 2324673"/>
              <a:gd name="connsiteX12" fmla="*/ 861824 w 7220557"/>
              <a:gd name="connsiteY12" fmla="*/ 119685 h 2324673"/>
              <a:gd name="connsiteX13" fmla="*/ 2437792 w 7220557"/>
              <a:gd name="connsiteY13" fmla="*/ 28473 h 2324673"/>
              <a:gd name="connsiteX0" fmla="*/ 2437792 w 7220557"/>
              <a:gd name="connsiteY0" fmla="*/ 28473 h 2314723"/>
              <a:gd name="connsiteX1" fmla="*/ 6097085 w 7220557"/>
              <a:gd name="connsiteY1" fmla="*/ 32599 h 2314723"/>
              <a:gd name="connsiteX2" fmla="*/ 7130034 w 7220557"/>
              <a:gd name="connsiteY2" fmla="*/ 464521 h 2314723"/>
              <a:gd name="connsiteX3" fmla="*/ 7101574 w 7220557"/>
              <a:gd name="connsiteY3" fmla="*/ 1567187 h 2314723"/>
              <a:gd name="connsiteX4" fmla="*/ 6295834 w 7220557"/>
              <a:gd name="connsiteY4" fmla="*/ 1958949 h 2314723"/>
              <a:gd name="connsiteX5" fmla="*/ 5938170 w 7220557"/>
              <a:gd name="connsiteY5" fmla="*/ 1979364 h 2314723"/>
              <a:gd name="connsiteX6" fmla="*/ 5669215 w 7220557"/>
              <a:gd name="connsiteY6" fmla="*/ 2314723 h 2314723"/>
              <a:gd name="connsiteX7" fmla="*/ 5167719 w 7220557"/>
              <a:gd name="connsiteY7" fmla="*/ 1991006 h 2314723"/>
              <a:gd name="connsiteX8" fmla="*/ 4796086 w 7220557"/>
              <a:gd name="connsiteY8" fmla="*/ 1971505 h 2314723"/>
              <a:gd name="connsiteX9" fmla="*/ 840061 w 7220557"/>
              <a:gd name="connsiteY9" fmla="*/ 1927617 h 2314723"/>
              <a:gd name="connsiteX10" fmla="*/ 40402 w 7220557"/>
              <a:gd name="connsiteY10" fmla="*/ 1382316 h 2314723"/>
              <a:gd name="connsiteX11" fmla="*/ 118301 w 7220557"/>
              <a:gd name="connsiteY11" fmla="*/ 590515 h 2314723"/>
              <a:gd name="connsiteX12" fmla="*/ 861824 w 7220557"/>
              <a:gd name="connsiteY12" fmla="*/ 119685 h 2314723"/>
              <a:gd name="connsiteX13" fmla="*/ 2437792 w 7220557"/>
              <a:gd name="connsiteY13" fmla="*/ 28473 h 231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20557" h="2314723">
                <a:moveTo>
                  <a:pt x="2437792" y="28473"/>
                </a:moveTo>
                <a:cubicBezTo>
                  <a:pt x="3720936" y="-19524"/>
                  <a:pt x="4770035" y="1011"/>
                  <a:pt x="6097085" y="32599"/>
                </a:cubicBezTo>
                <a:cubicBezTo>
                  <a:pt x="6241375" y="32599"/>
                  <a:pt x="6941349" y="44458"/>
                  <a:pt x="7130034" y="464521"/>
                </a:cubicBezTo>
                <a:cubicBezTo>
                  <a:pt x="7207443" y="822538"/>
                  <a:pt x="7299936" y="1107572"/>
                  <a:pt x="7101574" y="1567187"/>
                </a:cubicBezTo>
                <a:cubicBezTo>
                  <a:pt x="7012674" y="1820442"/>
                  <a:pt x="6826441" y="1941454"/>
                  <a:pt x="6295834" y="1958949"/>
                </a:cubicBezTo>
                <a:cubicBezTo>
                  <a:pt x="6201573" y="1967661"/>
                  <a:pt x="6028835" y="1978328"/>
                  <a:pt x="5938170" y="1979364"/>
                </a:cubicBezTo>
                <a:cubicBezTo>
                  <a:pt x="5846464" y="2148329"/>
                  <a:pt x="5703170" y="2299450"/>
                  <a:pt x="5669215" y="2314723"/>
                </a:cubicBezTo>
                <a:cubicBezTo>
                  <a:pt x="5397092" y="2101809"/>
                  <a:pt x="5307818" y="2068828"/>
                  <a:pt x="5167719" y="1991006"/>
                </a:cubicBezTo>
                <a:lnTo>
                  <a:pt x="4796086" y="1971505"/>
                </a:lnTo>
                <a:cubicBezTo>
                  <a:pt x="3970001" y="2004968"/>
                  <a:pt x="1743341" y="1983706"/>
                  <a:pt x="840061" y="1927617"/>
                </a:cubicBezTo>
                <a:cubicBezTo>
                  <a:pt x="393004" y="1877867"/>
                  <a:pt x="110456" y="1617395"/>
                  <a:pt x="40402" y="1382316"/>
                </a:cubicBezTo>
                <a:cubicBezTo>
                  <a:pt x="-46199" y="1071836"/>
                  <a:pt x="18879" y="1018771"/>
                  <a:pt x="118301" y="590515"/>
                </a:cubicBezTo>
                <a:cubicBezTo>
                  <a:pt x="161844" y="286569"/>
                  <a:pt x="632474" y="128192"/>
                  <a:pt x="861824" y="119685"/>
                </a:cubicBezTo>
                <a:cubicBezTo>
                  <a:pt x="1206200" y="97914"/>
                  <a:pt x="1792517" y="47314"/>
                  <a:pt x="2437792" y="28473"/>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2178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Beginning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spcAft>
                <a:spcPts val="200"/>
              </a:spcAft>
              <a:buNone/>
            </a:pPr>
            <a:r>
              <a:rPr lang="en-AU" sz="2500" b="0" dirty="0">
                <a:latin typeface="Abadi Extra Light" panose="020B0204020104020204" pitchFamily="34" charset="0"/>
              </a:rPr>
              <a:t>A </a:t>
            </a:r>
            <a:r>
              <a:rPr lang="en-AU" sz="2500" dirty="0">
                <a:latin typeface="Abadi Extra Light" panose="020B0204020104020204" pitchFamily="34" charset="0"/>
              </a:rPr>
              <a:t>beginner</a:t>
            </a:r>
            <a:r>
              <a:rPr lang="en-AU" sz="2500" b="0" dirty="0">
                <a:latin typeface="Abadi Extra Light" panose="020B0204020104020204" pitchFamily="34" charset="0"/>
              </a:rPr>
              <a:t> at essay writing will be able to include a quote to support an explanation.</a:t>
            </a:r>
          </a:p>
          <a:p>
            <a:pPr marL="0" indent="0">
              <a:spcAft>
                <a:spcPts val="200"/>
              </a:spcAft>
              <a:buNone/>
            </a:pPr>
            <a:r>
              <a:rPr lang="en-AU" sz="2500" b="0" dirty="0">
                <a:latin typeface="Abadi Extra Light" panose="020B0204020104020204" pitchFamily="34" charset="0"/>
              </a:rPr>
              <a:t>You will be able to find some text from their book and include it as a quote.</a:t>
            </a:r>
          </a:p>
          <a:p>
            <a:pPr marL="811213" indent="0">
              <a:spcBef>
                <a:spcPts val="900"/>
              </a:spcBef>
              <a:spcAft>
                <a:spcPts val="200"/>
              </a:spcAft>
              <a:buNone/>
            </a:pPr>
            <a:r>
              <a:rPr lang="en-AU" sz="2800" b="0" i="1" dirty="0">
                <a:solidFill>
                  <a:srgbClr val="002060"/>
                </a:solidFill>
                <a:latin typeface="Abadi Extra Light" panose="020B0204020104020204" pitchFamily="34" charset="0"/>
              </a:rPr>
              <a:t>Subhi is worried that the sparrow on his bed is a sign of death. “Subhi, a sparrow in the house, that’s a sign of death.” (p.11)</a:t>
            </a:r>
          </a:p>
          <a:p>
            <a:pPr>
              <a:spcBef>
                <a:spcPts val="900"/>
              </a:spcBef>
              <a:spcAft>
                <a:spcPts val="200"/>
              </a:spcAft>
              <a:buNone/>
            </a:pPr>
            <a:r>
              <a:rPr lang="en-AU" sz="2500" b="0" dirty="0">
                <a:latin typeface="Abadi Extra Light" panose="020B0204020104020204" pitchFamily="34" charset="0"/>
              </a:rPr>
              <a:t>This example describes an idea and then shows an example from </a:t>
            </a:r>
            <a:r>
              <a:rPr lang="en-AU" sz="2500" b="0" i="1" dirty="0">
                <a:latin typeface="Abadi Extra Light" panose="020B0204020104020204" pitchFamily="34" charset="0"/>
              </a:rPr>
              <a:t>The Bone Sparrow</a:t>
            </a:r>
            <a:r>
              <a:rPr lang="en-AU" sz="2500" b="0" dirty="0">
                <a:latin typeface="Abadi Extra Light" panose="020B0204020104020204" pitchFamily="34" charset="0"/>
              </a:rPr>
              <a:t> using quotation marks (“  ”).</a:t>
            </a:r>
          </a:p>
          <a:p>
            <a:pPr marL="0" indent="0">
              <a:spcBef>
                <a:spcPts val="900"/>
              </a:spcBef>
              <a:spcAft>
                <a:spcPts val="200"/>
              </a:spcAft>
              <a:buNone/>
            </a:pPr>
            <a:r>
              <a:rPr lang="en-AU" sz="2500" b="0" dirty="0">
                <a:solidFill>
                  <a:srgbClr val="C00000"/>
                </a:solidFill>
                <a:latin typeface="Abadi Extra Light" panose="020B0204020104020204" pitchFamily="34" charset="0"/>
              </a:rPr>
              <a:t>The hasn’t really been explained though, and the quote doesn’t add anything that hasn’t already been said.</a:t>
            </a:r>
            <a:endParaRPr lang="en-AU" sz="2500" b="0" dirty="0"/>
          </a:p>
        </p:txBody>
      </p:sp>
    </p:spTree>
    <p:extLst>
      <p:ext uri="{BB962C8B-B14F-4D97-AF65-F5344CB8AC3E}">
        <p14:creationId xmlns:p14="http://schemas.microsoft.com/office/powerpoint/2010/main" val="244930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Intermediate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buNone/>
            </a:pPr>
            <a:r>
              <a:rPr lang="en-AU" sz="2600" b="0" dirty="0">
                <a:latin typeface="Abadi Extra Light" panose="020B0204020104020204" pitchFamily="34" charset="0"/>
              </a:rPr>
              <a:t>Someone with a bit more writing experience will be able to include a </a:t>
            </a:r>
            <a:r>
              <a:rPr lang="en-AU" sz="2600" dirty="0">
                <a:latin typeface="Abadi Extra Light" panose="020B0204020104020204" pitchFamily="34" charset="0"/>
              </a:rPr>
              <a:t>more relevant </a:t>
            </a:r>
            <a:r>
              <a:rPr lang="en-AU" sz="2600" b="0" dirty="0">
                <a:latin typeface="Abadi Extra Light" panose="020B0204020104020204" pitchFamily="34" charset="0"/>
              </a:rPr>
              <a:t>quote, and then </a:t>
            </a:r>
            <a:r>
              <a:rPr lang="en-AU" sz="2600" dirty="0">
                <a:latin typeface="Abadi Extra Light" panose="020B0204020104020204" pitchFamily="34" charset="0"/>
              </a:rPr>
              <a:t>explain</a:t>
            </a:r>
            <a:r>
              <a:rPr lang="en-AU" sz="2600" b="0" dirty="0">
                <a:latin typeface="Abadi Extra Light" panose="020B0204020104020204" pitchFamily="34" charset="0"/>
              </a:rPr>
              <a:t> how it is proves the argument.</a:t>
            </a:r>
          </a:p>
          <a:p>
            <a:pPr marL="811213" indent="0">
              <a:spcBef>
                <a:spcPts val="900"/>
              </a:spcBef>
              <a:buNone/>
            </a:pPr>
            <a:r>
              <a:rPr lang="en-AU" sz="2800" b="0" i="1" dirty="0">
                <a:solidFill>
                  <a:srgbClr val="002060"/>
                </a:solidFill>
                <a:latin typeface="Abadi Extra Light" panose="020B0204020104020204" pitchFamily="34" charset="0"/>
              </a:rPr>
              <a:t>Subhi is worried that the sparrow on his bed is a sign of death. “All that I can think is, I’m about to die.” This foreshadows that something bad might happen to Subhi and also suggests that birds will be an important motif throughout the story. (p. 11)</a:t>
            </a:r>
          </a:p>
          <a:p>
            <a:pPr marL="0" indent="0">
              <a:spcBef>
                <a:spcPts val="900"/>
              </a:spcBef>
              <a:buNone/>
            </a:pPr>
            <a:r>
              <a:rPr lang="en-AU" sz="2600" b="0" dirty="0">
                <a:latin typeface="Abadi Extra Light" panose="020B0204020104020204" pitchFamily="34" charset="0"/>
              </a:rPr>
              <a:t>This example explains the way the bird symbolises death and foreshadows something to come.</a:t>
            </a:r>
          </a:p>
          <a:p>
            <a:pPr marL="0" indent="0">
              <a:spcBef>
                <a:spcPts val="900"/>
              </a:spcBef>
              <a:buNone/>
            </a:pPr>
            <a:r>
              <a:rPr lang="en-AU" sz="2600" b="0" dirty="0">
                <a:solidFill>
                  <a:srgbClr val="C00000"/>
                </a:solidFill>
                <a:latin typeface="Abadi Extra Light" panose="020B0204020104020204" pitchFamily="34" charset="0"/>
              </a:rPr>
              <a:t>This is a better explanation, but the quote is not yet </a:t>
            </a:r>
            <a:r>
              <a:rPr lang="en-AU" sz="2600" dirty="0">
                <a:solidFill>
                  <a:srgbClr val="C00000"/>
                </a:solidFill>
                <a:latin typeface="Abadi Extra Light" panose="020B0204020104020204" pitchFamily="34" charset="0"/>
              </a:rPr>
              <a:t>embedded</a:t>
            </a:r>
            <a:r>
              <a:rPr lang="en-AU" sz="2600" b="0" dirty="0">
                <a:solidFill>
                  <a:srgbClr val="C00000"/>
                </a:solidFill>
                <a:latin typeface="Abadi Extra Light" panose="020B0204020104020204" pitchFamily="34" charset="0"/>
              </a:rPr>
              <a:t>.</a:t>
            </a:r>
            <a:endParaRPr lang="en-AU" sz="2600" b="0" dirty="0"/>
          </a:p>
        </p:txBody>
      </p:sp>
    </p:spTree>
    <p:extLst>
      <p:ext uri="{BB962C8B-B14F-4D97-AF65-F5344CB8AC3E}">
        <p14:creationId xmlns:p14="http://schemas.microsoft.com/office/powerpoint/2010/main" val="2823405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Advancing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spcAft>
                <a:spcPts val="600"/>
              </a:spcAft>
              <a:buNone/>
            </a:pPr>
            <a:r>
              <a:rPr lang="en-AU" sz="2600" b="0" dirty="0">
                <a:latin typeface="Abadi Extra Light" panose="020B0204020104020204" pitchFamily="34" charset="0"/>
              </a:rPr>
              <a:t>This is where you should be aiming.</a:t>
            </a:r>
          </a:p>
          <a:p>
            <a:pPr marL="811213" indent="0">
              <a:spcBef>
                <a:spcPts val="900"/>
              </a:spcBef>
              <a:spcAft>
                <a:spcPts val="600"/>
              </a:spcAft>
              <a:buNone/>
            </a:pPr>
            <a:r>
              <a:rPr lang="en-AU" sz="2800" b="0" i="1" dirty="0">
                <a:solidFill>
                  <a:srgbClr val="002060"/>
                </a:solidFill>
                <a:latin typeface="Abadi Extra Light" panose="020B0204020104020204" pitchFamily="34" charset="0"/>
              </a:rPr>
              <a:t>Birds often symbolise freedom, but Queenie suggests that “the sparrow was a sign of death.” By making Subhi thinking worry that he’s “about to die”, the bird foreshadows that something bad might happen. (p.11)</a:t>
            </a:r>
          </a:p>
          <a:p>
            <a:pPr>
              <a:spcBef>
                <a:spcPts val="900"/>
              </a:spcBef>
              <a:spcAft>
                <a:spcPts val="600"/>
              </a:spcAft>
              <a:buNone/>
            </a:pPr>
            <a:r>
              <a:rPr lang="en-AU" sz="2600" b="0" dirty="0">
                <a:solidFill>
                  <a:srgbClr val="C00000"/>
                </a:solidFill>
                <a:latin typeface="Abadi Extra Light" panose="020B0204020104020204" pitchFamily="34" charset="0"/>
              </a:rPr>
              <a:t>The quotes are now </a:t>
            </a:r>
            <a:r>
              <a:rPr lang="en-AU" sz="2600" dirty="0">
                <a:solidFill>
                  <a:srgbClr val="C00000"/>
                </a:solidFill>
                <a:latin typeface="Abadi Extra Light" panose="020B0204020104020204" pitchFamily="34" charset="0"/>
              </a:rPr>
              <a:t>embedded</a:t>
            </a:r>
            <a:r>
              <a:rPr lang="en-AU" sz="2600" b="0" dirty="0">
                <a:solidFill>
                  <a:srgbClr val="C00000"/>
                </a:solidFill>
                <a:latin typeface="Abadi Extra Light" panose="020B0204020104020204" pitchFamily="34" charset="0"/>
              </a:rPr>
              <a:t> into the sentences.</a:t>
            </a:r>
          </a:p>
          <a:p>
            <a:pPr>
              <a:spcBef>
                <a:spcPts val="900"/>
              </a:spcBef>
              <a:spcAft>
                <a:spcPts val="600"/>
              </a:spcAft>
            </a:pPr>
            <a:r>
              <a:rPr lang="en-AU" sz="2600" b="0" dirty="0">
                <a:latin typeface="Abadi Extra Light" panose="020B0204020104020204" pitchFamily="34" charset="0"/>
              </a:rPr>
              <a:t>This example contains the same information as the previous one, but it uses fewer words and flows more smoothly.</a:t>
            </a:r>
          </a:p>
          <a:p>
            <a:pPr marL="0" indent="0">
              <a:spcBef>
                <a:spcPts val="900"/>
              </a:spcBef>
              <a:buNone/>
            </a:pPr>
            <a:endParaRPr lang="en-AU" sz="2600" b="0" dirty="0"/>
          </a:p>
        </p:txBody>
      </p:sp>
    </p:spTree>
    <p:extLst>
      <p:ext uri="{BB962C8B-B14F-4D97-AF65-F5344CB8AC3E}">
        <p14:creationId xmlns:p14="http://schemas.microsoft.com/office/powerpoint/2010/main" val="376354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BAA59-8DAC-4B0F-BB24-C20361E5FA4C}"/>
              </a:ext>
            </a:extLst>
          </p:cNvPr>
          <p:cNvSpPr>
            <a:spLocks noGrp="1"/>
          </p:cNvSpPr>
          <p:nvPr>
            <p:ph type="title"/>
          </p:nvPr>
        </p:nvSpPr>
        <p:spPr>
          <a:xfrm>
            <a:off x="929461" y="613515"/>
            <a:ext cx="10333075" cy="814593"/>
          </a:xfrm>
        </p:spPr>
        <p:txBody>
          <a:bodyPr>
            <a:normAutofit fontScale="90000"/>
          </a:bodyPr>
          <a:lstStyle/>
          <a:p>
            <a:r>
              <a:rPr lang="en-AU" dirty="0"/>
              <a:t>Developing your skill</a:t>
            </a:r>
          </a:p>
        </p:txBody>
      </p:sp>
      <p:sp>
        <p:nvSpPr>
          <p:cNvPr id="3" name="Content Placeholder 2">
            <a:extLst>
              <a:ext uri="{FF2B5EF4-FFF2-40B4-BE49-F238E27FC236}">
                <a16:creationId xmlns:a16="http://schemas.microsoft.com/office/drawing/2014/main" id="{F070DC55-6B07-4618-9A2F-06A8821DF0AF}"/>
              </a:ext>
            </a:extLst>
          </p:cNvPr>
          <p:cNvSpPr>
            <a:spLocks noGrp="1"/>
          </p:cNvSpPr>
          <p:nvPr>
            <p:ph idx="1"/>
          </p:nvPr>
        </p:nvSpPr>
        <p:spPr>
          <a:xfrm>
            <a:off x="581192" y="1428108"/>
            <a:ext cx="11029615" cy="1017141"/>
          </a:xfrm>
        </p:spPr>
        <p:txBody>
          <a:bodyPr anchor="t">
            <a:noAutofit/>
          </a:bodyPr>
          <a:lstStyle/>
          <a:p>
            <a:pPr marL="0" indent="0">
              <a:buNone/>
            </a:pPr>
            <a:r>
              <a:rPr lang="en-AU" b="0" dirty="0"/>
              <a:t>Some of us might be brand new to using quotes. Others might already be embedding like a pro.  </a:t>
            </a:r>
            <a:br>
              <a:rPr lang="en-AU" b="0" dirty="0"/>
            </a:br>
            <a:r>
              <a:rPr lang="en-AU" b="0" dirty="0"/>
              <a:t>What matters is that we can all push ourselves to get better at it.</a:t>
            </a:r>
          </a:p>
        </p:txBody>
      </p:sp>
      <p:graphicFrame>
        <p:nvGraphicFramePr>
          <p:cNvPr id="4" name="Table 3">
            <a:extLst>
              <a:ext uri="{FF2B5EF4-FFF2-40B4-BE49-F238E27FC236}">
                <a16:creationId xmlns:a16="http://schemas.microsoft.com/office/drawing/2014/main" id="{D49CC63D-6332-4EF6-9FF8-96A59E328405}"/>
              </a:ext>
            </a:extLst>
          </p:cNvPr>
          <p:cNvGraphicFramePr>
            <a:graphicFrameLocks noGrp="1"/>
          </p:cNvGraphicFramePr>
          <p:nvPr>
            <p:extLst>
              <p:ext uri="{D42A27DB-BD31-4B8C-83A1-F6EECF244321}">
                <p14:modId xmlns:p14="http://schemas.microsoft.com/office/powerpoint/2010/main" val="3560414164"/>
              </p:ext>
            </p:extLst>
          </p:nvPr>
        </p:nvGraphicFramePr>
        <p:xfrm>
          <a:off x="581192" y="2612571"/>
          <a:ext cx="11029615" cy="4153196"/>
        </p:xfrm>
        <a:graphic>
          <a:graphicData uri="http://schemas.openxmlformats.org/drawingml/2006/table">
            <a:tbl>
              <a:tblPr>
                <a:tableStyleId>{5C22544A-7EE6-4342-B048-85BDC9FD1C3A}</a:tableStyleId>
              </a:tblPr>
              <a:tblGrid>
                <a:gridCol w="3675827">
                  <a:extLst>
                    <a:ext uri="{9D8B030D-6E8A-4147-A177-3AD203B41FA5}">
                      <a16:colId xmlns:a16="http://schemas.microsoft.com/office/drawing/2014/main" val="1418821851"/>
                    </a:ext>
                  </a:extLst>
                </a:gridCol>
                <a:gridCol w="3676894">
                  <a:extLst>
                    <a:ext uri="{9D8B030D-6E8A-4147-A177-3AD203B41FA5}">
                      <a16:colId xmlns:a16="http://schemas.microsoft.com/office/drawing/2014/main" val="422247818"/>
                    </a:ext>
                  </a:extLst>
                </a:gridCol>
                <a:gridCol w="3676894">
                  <a:extLst>
                    <a:ext uri="{9D8B030D-6E8A-4147-A177-3AD203B41FA5}">
                      <a16:colId xmlns:a16="http://schemas.microsoft.com/office/drawing/2014/main" val="3113449372"/>
                    </a:ext>
                  </a:extLst>
                </a:gridCol>
              </a:tblGrid>
              <a:tr h="286692">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Beginning</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F9A2A"/>
                    </a:solidFill>
                  </a:tcPr>
                </a:tc>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Intermediate</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C61C"/>
                    </a:solidFill>
                  </a:tcPr>
                </a:tc>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Advancing</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150B"/>
                    </a:solidFill>
                  </a:tcPr>
                </a:tc>
                <a:extLst>
                  <a:ext uri="{0D108BD9-81ED-4DB2-BD59-A6C34878D82A}">
                    <a16:rowId xmlns:a16="http://schemas.microsoft.com/office/drawing/2014/main" val="3839709830"/>
                  </a:ext>
                </a:extLst>
              </a:tr>
              <a:tr h="918927">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I can include evidence from the text, and I know that they need “quotations marks” around them.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I can include evidence that relates to my argument, and I make sure to explain why I’ve included the quote.</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I only use the most important words from the quote, and I make them part of my own sentence.</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45148103"/>
                  </a:ext>
                </a:extLst>
              </a:tr>
              <a:tr h="612618">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Explanation. </a:t>
                      </a:r>
                      <a:r>
                        <a:rPr lang="en-AU" sz="1800" b="1" dirty="0">
                          <a:effectLst/>
                          <a:latin typeface="Adobe Devanagari" panose="02040503050201020203" pitchFamily="18" charset="0"/>
                          <a:cs typeface="Adobe Devanagari" panose="02040503050201020203" pitchFamily="18" charset="0"/>
                        </a:rPr>
                        <a:t>Quote</a:t>
                      </a:r>
                      <a:r>
                        <a:rPr lang="en-AU" sz="1800" dirty="0">
                          <a:effectLst/>
                          <a:latin typeface="Adobe Devanagari" panose="02040503050201020203" pitchFamily="18" charset="0"/>
                          <a:cs typeface="Adobe Devanagari" panose="02040503050201020203" pitchFamily="18" charset="0"/>
                        </a:rPr>
                        <a:t>. </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Explanation.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b="0" i="1" dirty="0">
                          <a:effectLst/>
                          <a:latin typeface="Adobe Devanagari" panose="02040503050201020203" pitchFamily="18" charset="0"/>
                          <a:ea typeface="Calibri" panose="020F0502020204030204" pitchFamily="34" charset="0"/>
                          <a:cs typeface="Adobe Devanagari" panose="02040503050201020203" pitchFamily="18" charset="0"/>
                        </a:rPr>
                        <a:t>Explanation</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Explanation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 E</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i="1" dirty="0">
                          <a:effectLst/>
                          <a:latin typeface="Adobe Devanagari" panose="02040503050201020203" pitchFamily="18" charset="0"/>
                          <a:ea typeface="Calibri" panose="020F0502020204030204" pitchFamily="34" charset="0"/>
                          <a:cs typeface="Adobe Devanagari" panose="02040503050201020203" pitchFamily="18" charset="0"/>
                        </a:rPr>
                        <a:t>analysis</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89403863"/>
                  </a:ext>
                </a:extLst>
              </a:tr>
              <a:tr h="2144163">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Subhi is worried that the sparrow on his bed is a sign of death.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“Subhi, a sparrow in the house, that’s a sign of death.” (p.11)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Subhi is worried that the sparrow on his bed is a sign of death.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“All that I can think is, I’m about to die.” </a:t>
                      </a:r>
                      <a:r>
                        <a:rPr lang="en-AU" sz="1800" i="1" dirty="0">
                          <a:effectLst/>
                          <a:latin typeface="Adobe Devanagari" panose="02040503050201020203" pitchFamily="18" charset="0"/>
                          <a:ea typeface="Calibri" panose="020F0502020204030204" pitchFamily="34" charset="0"/>
                          <a:cs typeface="Adobe Devanagari" panose="02040503050201020203" pitchFamily="18" charset="0"/>
                        </a:rPr>
                        <a:t>This foreshadows that something bad might happen to Subhi and also suggests that birds will be an important motif throughout the story</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 (p. 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Birds often symbolise freedom, but Queenie suggests that </a:t>
                      </a:r>
                      <a:r>
                        <a:rPr lang="en-AU" sz="1800" b="1" i="0" dirty="0">
                          <a:effectLst/>
                          <a:latin typeface="Adobe Devanagari" panose="02040503050201020203" pitchFamily="18" charset="0"/>
                          <a:ea typeface="Calibri" panose="020F0502020204030204" pitchFamily="34" charset="0"/>
                          <a:cs typeface="Adobe Devanagari" panose="02040503050201020203" pitchFamily="18" charset="0"/>
                        </a:rPr>
                        <a:t>“the sparrow was a sign of death</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By making Subhi thinking worry that he’s “</a:t>
                      </a:r>
                      <a:r>
                        <a:rPr lang="en-AU" sz="1800" b="1" i="0" dirty="0">
                          <a:effectLst/>
                          <a:latin typeface="Adobe Devanagari" panose="02040503050201020203" pitchFamily="18" charset="0"/>
                          <a:ea typeface="Calibri" panose="020F0502020204030204" pitchFamily="34" charset="0"/>
                          <a:cs typeface="Adobe Devanagari" panose="02040503050201020203" pitchFamily="18" charset="0"/>
                        </a:rPr>
                        <a:t>about to die”,</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b="0" i="1" dirty="0">
                          <a:effectLst/>
                          <a:latin typeface="Adobe Devanagari" panose="02040503050201020203" pitchFamily="18" charset="0"/>
                          <a:ea typeface="Calibri" panose="020F0502020204030204" pitchFamily="34" charset="0"/>
                          <a:cs typeface="Adobe Devanagari" panose="02040503050201020203" pitchFamily="18" charset="0"/>
                        </a:rPr>
                        <a:t>the bird foreshadows that something bad might happen</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(p.11)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46509629"/>
                  </a:ext>
                </a:extLst>
              </a:tr>
            </a:tbl>
          </a:graphicData>
        </a:graphic>
      </p:graphicFrame>
    </p:spTree>
    <p:extLst>
      <p:ext uri="{BB962C8B-B14F-4D97-AF65-F5344CB8AC3E}">
        <p14:creationId xmlns:p14="http://schemas.microsoft.com/office/powerpoint/2010/main" val="2132027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96A35EAA-ED80-4FF1-942C-82B1D483A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977627" y="481134"/>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415F49B-3CBC-46CF-AFB5-988852D04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1010574" y="456230"/>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useBgFill="1">
        <p:nvSpPr>
          <p:cNvPr id="14" name="Rectangle 13">
            <a:extLst>
              <a:ext uri="{FF2B5EF4-FFF2-40B4-BE49-F238E27FC236}">
                <a16:creationId xmlns:a16="http://schemas.microsoft.com/office/drawing/2014/main" id="{421117CB-D197-45F3-B441-4AC4D215E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778232E-C75B-4B3C-9201-81C07757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975159" y="595085"/>
            <a:ext cx="5457988" cy="5624739"/>
          </a:xfrm>
          <a:custGeom>
            <a:avLst/>
            <a:gdLst>
              <a:gd name="connsiteX0" fmla="*/ 7142118 w 7680682"/>
              <a:gd name="connsiteY0" fmla="*/ 6405352 h 6405386"/>
              <a:gd name="connsiteX1" fmla="*/ 6552830 w 7680682"/>
              <a:gd name="connsiteY1" fmla="*/ 6396252 h 6405386"/>
              <a:gd name="connsiteX2" fmla="*/ 987782 w 7680682"/>
              <a:gd name="connsiteY2" fmla="*/ 6365722 h 6405386"/>
              <a:gd name="connsiteX3" fmla="*/ 0 w 7680682"/>
              <a:gd name="connsiteY3" fmla="*/ 6336938 h 6405386"/>
              <a:gd name="connsiteX4" fmla="*/ 0 w 7680682"/>
              <a:gd name="connsiteY4" fmla="*/ 32372 h 6405386"/>
              <a:gd name="connsiteX5" fmla="*/ 157934 w 7680682"/>
              <a:gd name="connsiteY5" fmla="*/ 32797 h 6405386"/>
              <a:gd name="connsiteX6" fmla="*/ 6431319 w 7680682"/>
              <a:gd name="connsiteY6" fmla="*/ 0 h 6405386"/>
              <a:gd name="connsiteX7" fmla="*/ 7631470 w 7680682"/>
              <a:gd name="connsiteY7" fmla="*/ 30531 h 6405386"/>
              <a:gd name="connsiteX8" fmla="*/ 7560032 w 7680682"/>
              <a:gd name="connsiteY8" fmla="*/ 6274128 h 6405386"/>
              <a:gd name="connsiteX9" fmla="*/ 7394324 w 7680682"/>
              <a:gd name="connsiteY9" fmla="*/ 6402154 h 6405386"/>
              <a:gd name="connsiteX10" fmla="*/ 7142118 w 7680682"/>
              <a:gd name="connsiteY10" fmla="*/ 6405352 h 64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80682" h="6405386">
                <a:moveTo>
                  <a:pt x="7142118" y="6405352"/>
                </a:moveTo>
                <a:cubicBezTo>
                  <a:pt x="6967357" y="6404963"/>
                  <a:pt x="6748379" y="6401325"/>
                  <a:pt x="6552830" y="6396252"/>
                </a:cubicBezTo>
                <a:lnTo>
                  <a:pt x="987782" y="6365722"/>
                </a:lnTo>
                <a:lnTo>
                  <a:pt x="0" y="6336938"/>
                </a:lnTo>
                <a:lnTo>
                  <a:pt x="0" y="32372"/>
                </a:lnTo>
                <a:lnTo>
                  <a:pt x="157934" y="32797"/>
                </a:lnTo>
                <a:cubicBezTo>
                  <a:pt x="2047215" y="35779"/>
                  <a:pt x="4666218" y="0"/>
                  <a:pt x="6431319" y="0"/>
                </a:cubicBezTo>
                <a:cubicBezTo>
                  <a:pt x="6931382" y="30531"/>
                  <a:pt x="7288570" y="-1"/>
                  <a:pt x="7631470" y="30531"/>
                </a:cubicBezTo>
                <a:cubicBezTo>
                  <a:pt x="7736245" y="2096465"/>
                  <a:pt x="7655283" y="4971471"/>
                  <a:pt x="7560032" y="6274128"/>
                </a:cubicBezTo>
                <a:cubicBezTo>
                  <a:pt x="7551842" y="6434165"/>
                  <a:pt x="7558630" y="6381800"/>
                  <a:pt x="7394324" y="6402154"/>
                </a:cubicBezTo>
                <a:cubicBezTo>
                  <a:pt x="7335914" y="6404650"/>
                  <a:pt x="7246975" y="6405586"/>
                  <a:pt x="7142118" y="6405352"/>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1C4CFC6-2F63-4E68-9251-489E1A062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338566" y="472814"/>
            <a:ext cx="4333507" cy="5327363"/>
          </a:xfrm>
          <a:custGeom>
            <a:avLst/>
            <a:gdLst>
              <a:gd name="connsiteX0" fmla="*/ 6058 w 823258"/>
              <a:gd name="connsiteY0" fmla="*/ 673615 h 1272110"/>
              <a:gd name="connsiteX1" fmla="*/ 112452 w 823258"/>
              <a:gd name="connsiteY1" fmla="*/ 471685 h 1272110"/>
              <a:gd name="connsiteX2" fmla="*/ 94736 w 823258"/>
              <a:gd name="connsiteY2" fmla="*/ 159741 h 1272110"/>
              <a:gd name="connsiteX3" fmla="*/ 229419 w 823258"/>
              <a:gd name="connsiteY3" fmla="*/ 14485 h 1272110"/>
              <a:gd name="connsiteX4" fmla="*/ 580225 w 823258"/>
              <a:gd name="connsiteY4" fmla="*/ 3817 h 1272110"/>
              <a:gd name="connsiteX5" fmla="*/ 736149 w 823258"/>
              <a:gd name="connsiteY5" fmla="*/ 195174 h 1272110"/>
              <a:gd name="connsiteX6" fmla="*/ 823017 w 823258"/>
              <a:gd name="connsiteY6" fmla="*/ 912026 h 1272110"/>
              <a:gd name="connsiteX7" fmla="*/ 743293 w 823258"/>
              <a:gd name="connsiteY7" fmla="*/ 1196443 h 1272110"/>
              <a:gd name="connsiteX8" fmla="*/ 310858 w 823258"/>
              <a:gd name="connsiteY8" fmla="*/ 1251402 h 1272110"/>
              <a:gd name="connsiteX9" fmla="*/ 133693 w 823258"/>
              <a:gd name="connsiteY9" fmla="*/ 1020992 h 1272110"/>
              <a:gd name="connsiteX10" fmla="*/ 126549 w 823258"/>
              <a:gd name="connsiteY10" fmla="*/ 606369 h 1272110"/>
              <a:gd name="connsiteX11" fmla="*/ 6058 w 823258"/>
              <a:gd name="connsiteY11" fmla="*/ 673615 h 1272110"/>
              <a:gd name="connsiteX0" fmla="*/ 6097 w 846673"/>
              <a:gd name="connsiteY0" fmla="*/ 673624 h 1266490"/>
              <a:gd name="connsiteX1" fmla="*/ 112491 w 846673"/>
              <a:gd name="connsiteY1" fmla="*/ 471694 h 1266490"/>
              <a:gd name="connsiteX2" fmla="*/ 94775 w 846673"/>
              <a:gd name="connsiteY2" fmla="*/ 159750 h 1266490"/>
              <a:gd name="connsiteX3" fmla="*/ 229458 w 846673"/>
              <a:gd name="connsiteY3" fmla="*/ 14494 h 1266490"/>
              <a:gd name="connsiteX4" fmla="*/ 580264 w 846673"/>
              <a:gd name="connsiteY4" fmla="*/ 3826 h 1266490"/>
              <a:gd name="connsiteX5" fmla="*/ 736188 w 846673"/>
              <a:gd name="connsiteY5" fmla="*/ 195183 h 1266490"/>
              <a:gd name="connsiteX6" fmla="*/ 823056 w 846673"/>
              <a:gd name="connsiteY6" fmla="*/ 912035 h 1266490"/>
              <a:gd name="connsiteX7" fmla="*/ 795891 w 846673"/>
              <a:gd name="connsiteY7" fmla="*/ 1213658 h 1266490"/>
              <a:gd name="connsiteX8" fmla="*/ 310897 w 846673"/>
              <a:gd name="connsiteY8" fmla="*/ 1251411 h 1266490"/>
              <a:gd name="connsiteX9" fmla="*/ 133732 w 846673"/>
              <a:gd name="connsiteY9" fmla="*/ 1021001 h 1266490"/>
              <a:gd name="connsiteX10" fmla="*/ 126588 w 846673"/>
              <a:gd name="connsiteY10" fmla="*/ 606378 h 1266490"/>
              <a:gd name="connsiteX11" fmla="*/ 6097 w 846673"/>
              <a:gd name="connsiteY11" fmla="*/ 673624 h 1266490"/>
              <a:gd name="connsiteX0" fmla="*/ 6097 w 849914"/>
              <a:gd name="connsiteY0" fmla="*/ 673624 h 1273207"/>
              <a:gd name="connsiteX1" fmla="*/ 112491 w 849914"/>
              <a:gd name="connsiteY1" fmla="*/ 471694 h 1273207"/>
              <a:gd name="connsiteX2" fmla="*/ 94775 w 849914"/>
              <a:gd name="connsiteY2" fmla="*/ 159750 h 1273207"/>
              <a:gd name="connsiteX3" fmla="*/ 229458 w 849914"/>
              <a:gd name="connsiteY3" fmla="*/ 14494 h 1273207"/>
              <a:gd name="connsiteX4" fmla="*/ 580264 w 849914"/>
              <a:gd name="connsiteY4" fmla="*/ 3826 h 1273207"/>
              <a:gd name="connsiteX5" fmla="*/ 736188 w 849914"/>
              <a:gd name="connsiteY5" fmla="*/ 195183 h 1273207"/>
              <a:gd name="connsiteX6" fmla="*/ 823056 w 849914"/>
              <a:gd name="connsiteY6" fmla="*/ 912035 h 1273207"/>
              <a:gd name="connsiteX7" fmla="*/ 795891 w 849914"/>
              <a:gd name="connsiteY7" fmla="*/ 1213658 h 1273207"/>
              <a:gd name="connsiteX8" fmla="*/ 248636 w 849914"/>
              <a:gd name="connsiteY8" fmla="*/ 1257509 h 1273207"/>
              <a:gd name="connsiteX9" fmla="*/ 133732 w 849914"/>
              <a:gd name="connsiteY9" fmla="*/ 1021001 h 1273207"/>
              <a:gd name="connsiteX10" fmla="*/ 126588 w 849914"/>
              <a:gd name="connsiteY10" fmla="*/ 606378 h 1273207"/>
              <a:gd name="connsiteX11" fmla="*/ 6097 w 849914"/>
              <a:gd name="connsiteY11" fmla="*/ 673624 h 1273207"/>
              <a:gd name="connsiteX0" fmla="*/ 6097 w 857388"/>
              <a:gd name="connsiteY0" fmla="*/ 673624 h 1273231"/>
              <a:gd name="connsiteX1" fmla="*/ 112491 w 857388"/>
              <a:gd name="connsiteY1" fmla="*/ 471694 h 1273231"/>
              <a:gd name="connsiteX2" fmla="*/ 94775 w 857388"/>
              <a:gd name="connsiteY2" fmla="*/ 159750 h 1273231"/>
              <a:gd name="connsiteX3" fmla="*/ 229458 w 857388"/>
              <a:gd name="connsiteY3" fmla="*/ 14494 h 1273231"/>
              <a:gd name="connsiteX4" fmla="*/ 580264 w 857388"/>
              <a:gd name="connsiteY4" fmla="*/ 3826 h 1273231"/>
              <a:gd name="connsiteX5" fmla="*/ 736188 w 857388"/>
              <a:gd name="connsiteY5" fmla="*/ 195183 h 1273231"/>
              <a:gd name="connsiteX6" fmla="*/ 837750 w 857388"/>
              <a:gd name="connsiteY6" fmla="*/ 911367 h 1273231"/>
              <a:gd name="connsiteX7" fmla="*/ 795891 w 857388"/>
              <a:gd name="connsiteY7" fmla="*/ 1213658 h 1273231"/>
              <a:gd name="connsiteX8" fmla="*/ 248636 w 857388"/>
              <a:gd name="connsiteY8" fmla="*/ 1257509 h 1273231"/>
              <a:gd name="connsiteX9" fmla="*/ 133732 w 857388"/>
              <a:gd name="connsiteY9" fmla="*/ 1021001 h 1273231"/>
              <a:gd name="connsiteX10" fmla="*/ 126588 w 857388"/>
              <a:gd name="connsiteY10" fmla="*/ 606378 h 1273231"/>
              <a:gd name="connsiteX11" fmla="*/ 6097 w 857388"/>
              <a:gd name="connsiteY11" fmla="*/ 673624 h 1273231"/>
              <a:gd name="connsiteX0" fmla="*/ 6097 w 859776"/>
              <a:gd name="connsiteY0" fmla="*/ 673624 h 1273231"/>
              <a:gd name="connsiteX1" fmla="*/ 112491 w 859776"/>
              <a:gd name="connsiteY1" fmla="*/ 471694 h 1273231"/>
              <a:gd name="connsiteX2" fmla="*/ 94775 w 859776"/>
              <a:gd name="connsiteY2" fmla="*/ 159750 h 1273231"/>
              <a:gd name="connsiteX3" fmla="*/ 229458 w 859776"/>
              <a:gd name="connsiteY3" fmla="*/ 14494 h 1273231"/>
              <a:gd name="connsiteX4" fmla="*/ 580264 w 859776"/>
              <a:gd name="connsiteY4" fmla="*/ 3826 h 1273231"/>
              <a:gd name="connsiteX5" fmla="*/ 736188 w 859776"/>
              <a:gd name="connsiteY5" fmla="*/ 195183 h 1273231"/>
              <a:gd name="connsiteX6" fmla="*/ 837750 w 859776"/>
              <a:gd name="connsiteY6" fmla="*/ 911367 h 1273231"/>
              <a:gd name="connsiteX7" fmla="*/ 795891 w 859776"/>
              <a:gd name="connsiteY7" fmla="*/ 1213658 h 1273231"/>
              <a:gd name="connsiteX8" fmla="*/ 248636 w 859776"/>
              <a:gd name="connsiteY8" fmla="*/ 1257509 h 1273231"/>
              <a:gd name="connsiteX9" fmla="*/ 133732 w 859776"/>
              <a:gd name="connsiteY9" fmla="*/ 1021001 h 1273231"/>
              <a:gd name="connsiteX10" fmla="*/ 126588 w 859776"/>
              <a:gd name="connsiteY10" fmla="*/ 606378 h 1273231"/>
              <a:gd name="connsiteX11" fmla="*/ 6097 w 859776"/>
              <a:gd name="connsiteY11" fmla="*/ 673624 h 1273231"/>
              <a:gd name="connsiteX0" fmla="*/ 6097 w 863219"/>
              <a:gd name="connsiteY0" fmla="*/ 673624 h 1273231"/>
              <a:gd name="connsiteX1" fmla="*/ 112491 w 863219"/>
              <a:gd name="connsiteY1" fmla="*/ 471694 h 1273231"/>
              <a:gd name="connsiteX2" fmla="*/ 94775 w 863219"/>
              <a:gd name="connsiteY2" fmla="*/ 159750 h 1273231"/>
              <a:gd name="connsiteX3" fmla="*/ 229458 w 863219"/>
              <a:gd name="connsiteY3" fmla="*/ 14494 h 1273231"/>
              <a:gd name="connsiteX4" fmla="*/ 580264 w 863219"/>
              <a:gd name="connsiteY4" fmla="*/ 3826 h 1273231"/>
              <a:gd name="connsiteX5" fmla="*/ 736188 w 863219"/>
              <a:gd name="connsiteY5" fmla="*/ 195183 h 1273231"/>
              <a:gd name="connsiteX6" fmla="*/ 837750 w 863219"/>
              <a:gd name="connsiteY6" fmla="*/ 911367 h 1273231"/>
              <a:gd name="connsiteX7" fmla="*/ 795891 w 863219"/>
              <a:gd name="connsiteY7" fmla="*/ 1213658 h 1273231"/>
              <a:gd name="connsiteX8" fmla="*/ 248636 w 863219"/>
              <a:gd name="connsiteY8" fmla="*/ 1257509 h 1273231"/>
              <a:gd name="connsiteX9" fmla="*/ 133732 w 863219"/>
              <a:gd name="connsiteY9" fmla="*/ 1021001 h 1273231"/>
              <a:gd name="connsiteX10" fmla="*/ 126588 w 863219"/>
              <a:gd name="connsiteY10" fmla="*/ 606378 h 1273231"/>
              <a:gd name="connsiteX11" fmla="*/ 6097 w 863219"/>
              <a:gd name="connsiteY11" fmla="*/ 673624 h 1273231"/>
              <a:gd name="connsiteX0" fmla="*/ 6097 w 865261"/>
              <a:gd name="connsiteY0" fmla="*/ 673624 h 1271255"/>
              <a:gd name="connsiteX1" fmla="*/ 112491 w 865261"/>
              <a:gd name="connsiteY1" fmla="*/ 471694 h 1271255"/>
              <a:gd name="connsiteX2" fmla="*/ 94775 w 865261"/>
              <a:gd name="connsiteY2" fmla="*/ 159750 h 1271255"/>
              <a:gd name="connsiteX3" fmla="*/ 229458 w 865261"/>
              <a:gd name="connsiteY3" fmla="*/ 14494 h 1271255"/>
              <a:gd name="connsiteX4" fmla="*/ 580264 w 865261"/>
              <a:gd name="connsiteY4" fmla="*/ 3826 h 1271255"/>
              <a:gd name="connsiteX5" fmla="*/ 736188 w 865261"/>
              <a:gd name="connsiteY5" fmla="*/ 195183 h 1271255"/>
              <a:gd name="connsiteX6" fmla="*/ 841141 w 865261"/>
              <a:gd name="connsiteY6" fmla="*/ 970003 h 1271255"/>
              <a:gd name="connsiteX7" fmla="*/ 795891 w 865261"/>
              <a:gd name="connsiteY7" fmla="*/ 1213658 h 1271255"/>
              <a:gd name="connsiteX8" fmla="*/ 248636 w 865261"/>
              <a:gd name="connsiteY8" fmla="*/ 1257509 h 1271255"/>
              <a:gd name="connsiteX9" fmla="*/ 133732 w 865261"/>
              <a:gd name="connsiteY9" fmla="*/ 1021001 h 1271255"/>
              <a:gd name="connsiteX10" fmla="*/ 126588 w 865261"/>
              <a:gd name="connsiteY10" fmla="*/ 606378 h 1271255"/>
              <a:gd name="connsiteX11" fmla="*/ 6097 w 865261"/>
              <a:gd name="connsiteY11" fmla="*/ 673624 h 1271255"/>
              <a:gd name="connsiteX0" fmla="*/ 6097 w 860021"/>
              <a:gd name="connsiteY0" fmla="*/ 673624 h 1279428"/>
              <a:gd name="connsiteX1" fmla="*/ 112491 w 860021"/>
              <a:gd name="connsiteY1" fmla="*/ 471694 h 1279428"/>
              <a:gd name="connsiteX2" fmla="*/ 94775 w 860021"/>
              <a:gd name="connsiteY2" fmla="*/ 159750 h 1279428"/>
              <a:gd name="connsiteX3" fmla="*/ 229458 w 860021"/>
              <a:gd name="connsiteY3" fmla="*/ 14494 h 1279428"/>
              <a:gd name="connsiteX4" fmla="*/ 580264 w 860021"/>
              <a:gd name="connsiteY4" fmla="*/ 3826 h 1279428"/>
              <a:gd name="connsiteX5" fmla="*/ 736188 w 860021"/>
              <a:gd name="connsiteY5" fmla="*/ 195183 h 1279428"/>
              <a:gd name="connsiteX6" fmla="*/ 841141 w 860021"/>
              <a:gd name="connsiteY6" fmla="*/ 970003 h 1279428"/>
              <a:gd name="connsiteX7" fmla="*/ 797210 w 860021"/>
              <a:gd name="connsiteY7" fmla="*/ 1236461 h 1279428"/>
              <a:gd name="connsiteX8" fmla="*/ 248636 w 860021"/>
              <a:gd name="connsiteY8" fmla="*/ 1257509 h 1279428"/>
              <a:gd name="connsiteX9" fmla="*/ 133732 w 860021"/>
              <a:gd name="connsiteY9" fmla="*/ 1021001 h 1279428"/>
              <a:gd name="connsiteX10" fmla="*/ 126588 w 860021"/>
              <a:gd name="connsiteY10" fmla="*/ 606378 h 1279428"/>
              <a:gd name="connsiteX11" fmla="*/ 6097 w 860021"/>
              <a:gd name="connsiteY11" fmla="*/ 673624 h 1279428"/>
              <a:gd name="connsiteX0" fmla="*/ 6097 w 860380"/>
              <a:gd name="connsiteY0" fmla="*/ 679490 h 1285294"/>
              <a:gd name="connsiteX1" fmla="*/ 112491 w 860380"/>
              <a:gd name="connsiteY1" fmla="*/ 477560 h 1285294"/>
              <a:gd name="connsiteX2" fmla="*/ 94775 w 860380"/>
              <a:gd name="connsiteY2" fmla="*/ 165616 h 1285294"/>
              <a:gd name="connsiteX3" fmla="*/ 229458 w 860380"/>
              <a:gd name="connsiteY3" fmla="*/ 20360 h 1285294"/>
              <a:gd name="connsiteX4" fmla="*/ 580264 w 860380"/>
              <a:gd name="connsiteY4" fmla="*/ 9692 h 1285294"/>
              <a:gd name="connsiteX5" fmla="*/ 730442 w 860380"/>
              <a:gd name="connsiteY5" fmla="*/ 165383 h 1285294"/>
              <a:gd name="connsiteX6" fmla="*/ 841141 w 860380"/>
              <a:gd name="connsiteY6" fmla="*/ 975869 h 1285294"/>
              <a:gd name="connsiteX7" fmla="*/ 797210 w 860380"/>
              <a:gd name="connsiteY7" fmla="*/ 1242327 h 1285294"/>
              <a:gd name="connsiteX8" fmla="*/ 248636 w 860380"/>
              <a:gd name="connsiteY8" fmla="*/ 1263375 h 1285294"/>
              <a:gd name="connsiteX9" fmla="*/ 133732 w 860380"/>
              <a:gd name="connsiteY9" fmla="*/ 1026867 h 1285294"/>
              <a:gd name="connsiteX10" fmla="*/ 126588 w 860380"/>
              <a:gd name="connsiteY10" fmla="*/ 612244 h 1285294"/>
              <a:gd name="connsiteX11" fmla="*/ 6097 w 860380"/>
              <a:gd name="connsiteY11" fmla="*/ 679490 h 1285294"/>
              <a:gd name="connsiteX0" fmla="*/ 6097 w 881639"/>
              <a:gd name="connsiteY0" fmla="*/ 679490 h 1286194"/>
              <a:gd name="connsiteX1" fmla="*/ 112491 w 881639"/>
              <a:gd name="connsiteY1" fmla="*/ 477560 h 1286194"/>
              <a:gd name="connsiteX2" fmla="*/ 94775 w 881639"/>
              <a:gd name="connsiteY2" fmla="*/ 165616 h 1286194"/>
              <a:gd name="connsiteX3" fmla="*/ 229458 w 881639"/>
              <a:gd name="connsiteY3" fmla="*/ 20360 h 1286194"/>
              <a:gd name="connsiteX4" fmla="*/ 580264 w 881639"/>
              <a:gd name="connsiteY4" fmla="*/ 9692 h 1286194"/>
              <a:gd name="connsiteX5" fmla="*/ 730442 w 881639"/>
              <a:gd name="connsiteY5" fmla="*/ 165383 h 1286194"/>
              <a:gd name="connsiteX6" fmla="*/ 873260 w 881639"/>
              <a:gd name="connsiteY6" fmla="*/ 958078 h 1286194"/>
              <a:gd name="connsiteX7" fmla="*/ 797210 w 881639"/>
              <a:gd name="connsiteY7" fmla="*/ 1242327 h 1286194"/>
              <a:gd name="connsiteX8" fmla="*/ 248636 w 881639"/>
              <a:gd name="connsiteY8" fmla="*/ 1263375 h 1286194"/>
              <a:gd name="connsiteX9" fmla="*/ 133732 w 881639"/>
              <a:gd name="connsiteY9" fmla="*/ 1026867 h 1286194"/>
              <a:gd name="connsiteX10" fmla="*/ 126588 w 881639"/>
              <a:gd name="connsiteY10" fmla="*/ 612244 h 1286194"/>
              <a:gd name="connsiteX11" fmla="*/ 6097 w 881639"/>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26707 w 881758"/>
              <a:gd name="connsiteY10" fmla="*/ 612244 h 1286194"/>
              <a:gd name="connsiteX11" fmla="*/ 6216 w 881758"/>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38858 w 881758"/>
              <a:gd name="connsiteY10" fmla="*/ 503910 h 1286194"/>
              <a:gd name="connsiteX11" fmla="*/ 6216 w 881758"/>
              <a:gd name="connsiteY11" fmla="*/ 679490 h 1286194"/>
              <a:gd name="connsiteX0" fmla="*/ 6961 w 868563"/>
              <a:gd name="connsiteY0" fmla="*/ 538413 h 1286194"/>
              <a:gd name="connsiteX1" fmla="*/ 96872 w 868563"/>
              <a:gd name="connsiteY1" fmla="*/ 369894 h 1286194"/>
              <a:gd name="connsiteX2" fmla="*/ 81699 w 868563"/>
              <a:gd name="connsiteY2" fmla="*/ 165616 h 1286194"/>
              <a:gd name="connsiteX3" fmla="*/ 216382 w 868563"/>
              <a:gd name="connsiteY3" fmla="*/ 20360 h 1286194"/>
              <a:gd name="connsiteX4" fmla="*/ 567188 w 868563"/>
              <a:gd name="connsiteY4" fmla="*/ 9692 h 1286194"/>
              <a:gd name="connsiteX5" fmla="*/ 717366 w 868563"/>
              <a:gd name="connsiteY5" fmla="*/ 165383 h 1286194"/>
              <a:gd name="connsiteX6" fmla="*/ 860184 w 868563"/>
              <a:gd name="connsiteY6" fmla="*/ 958078 h 1286194"/>
              <a:gd name="connsiteX7" fmla="*/ 784134 w 868563"/>
              <a:gd name="connsiteY7" fmla="*/ 1242327 h 1286194"/>
              <a:gd name="connsiteX8" fmla="*/ 235560 w 868563"/>
              <a:gd name="connsiteY8" fmla="*/ 1263375 h 1286194"/>
              <a:gd name="connsiteX9" fmla="*/ 120656 w 868563"/>
              <a:gd name="connsiteY9" fmla="*/ 1026867 h 1286194"/>
              <a:gd name="connsiteX10" fmla="*/ 125663 w 868563"/>
              <a:gd name="connsiteY10" fmla="*/ 503910 h 1286194"/>
              <a:gd name="connsiteX11" fmla="*/ 6961 w 868563"/>
              <a:gd name="connsiteY11" fmla="*/ 538413 h 1286194"/>
              <a:gd name="connsiteX0" fmla="*/ 6961 w 867791"/>
              <a:gd name="connsiteY0" fmla="*/ 538413 h 1312892"/>
              <a:gd name="connsiteX1" fmla="*/ 96872 w 867791"/>
              <a:gd name="connsiteY1" fmla="*/ 369894 h 1312892"/>
              <a:gd name="connsiteX2" fmla="*/ 81699 w 867791"/>
              <a:gd name="connsiteY2" fmla="*/ 165616 h 1312892"/>
              <a:gd name="connsiteX3" fmla="*/ 216382 w 867791"/>
              <a:gd name="connsiteY3" fmla="*/ 20360 h 1312892"/>
              <a:gd name="connsiteX4" fmla="*/ 567188 w 867791"/>
              <a:gd name="connsiteY4" fmla="*/ 9692 h 1312892"/>
              <a:gd name="connsiteX5" fmla="*/ 717366 w 867791"/>
              <a:gd name="connsiteY5" fmla="*/ 165383 h 1312892"/>
              <a:gd name="connsiteX6" fmla="*/ 860184 w 867791"/>
              <a:gd name="connsiteY6" fmla="*/ 958078 h 1312892"/>
              <a:gd name="connsiteX7" fmla="*/ 784134 w 867791"/>
              <a:gd name="connsiteY7" fmla="*/ 1242327 h 1312892"/>
              <a:gd name="connsiteX8" fmla="*/ 256000 w 867791"/>
              <a:gd name="connsiteY8" fmla="*/ 1298372 h 1312892"/>
              <a:gd name="connsiteX9" fmla="*/ 120656 w 867791"/>
              <a:gd name="connsiteY9" fmla="*/ 1026867 h 1312892"/>
              <a:gd name="connsiteX10" fmla="*/ 125663 w 867791"/>
              <a:gd name="connsiteY10" fmla="*/ 503910 h 1312892"/>
              <a:gd name="connsiteX11" fmla="*/ 6961 w 867791"/>
              <a:gd name="connsiteY11" fmla="*/ 538413 h 1312892"/>
              <a:gd name="connsiteX0" fmla="*/ 6961 w 867791"/>
              <a:gd name="connsiteY0" fmla="*/ 538413 h 1313923"/>
              <a:gd name="connsiteX1" fmla="*/ 96872 w 867791"/>
              <a:gd name="connsiteY1" fmla="*/ 369894 h 1313923"/>
              <a:gd name="connsiteX2" fmla="*/ 81699 w 867791"/>
              <a:gd name="connsiteY2" fmla="*/ 165616 h 1313923"/>
              <a:gd name="connsiteX3" fmla="*/ 216382 w 867791"/>
              <a:gd name="connsiteY3" fmla="*/ 20360 h 1313923"/>
              <a:gd name="connsiteX4" fmla="*/ 567188 w 867791"/>
              <a:gd name="connsiteY4" fmla="*/ 9692 h 1313923"/>
              <a:gd name="connsiteX5" fmla="*/ 717366 w 867791"/>
              <a:gd name="connsiteY5" fmla="*/ 165383 h 1313923"/>
              <a:gd name="connsiteX6" fmla="*/ 860184 w 867791"/>
              <a:gd name="connsiteY6" fmla="*/ 958078 h 1313923"/>
              <a:gd name="connsiteX7" fmla="*/ 784134 w 867791"/>
              <a:gd name="connsiteY7" fmla="*/ 1242327 h 1313923"/>
              <a:gd name="connsiteX8" fmla="*/ 256000 w 867791"/>
              <a:gd name="connsiteY8" fmla="*/ 1298372 h 1313923"/>
              <a:gd name="connsiteX9" fmla="*/ 145617 w 867791"/>
              <a:gd name="connsiteY9" fmla="*/ 1012668 h 1313923"/>
              <a:gd name="connsiteX10" fmla="*/ 125663 w 867791"/>
              <a:gd name="connsiteY10" fmla="*/ 503910 h 1313923"/>
              <a:gd name="connsiteX11" fmla="*/ 6961 w 867791"/>
              <a:gd name="connsiteY11" fmla="*/ 538413 h 1313923"/>
              <a:gd name="connsiteX0" fmla="*/ 6961 w 867791"/>
              <a:gd name="connsiteY0" fmla="*/ 538413 h 1310173"/>
              <a:gd name="connsiteX1" fmla="*/ 96872 w 867791"/>
              <a:gd name="connsiteY1" fmla="*/ 369894 h 1310173"/>
              <a:gd name="connsiteX2" fmla="*/ 81699 w 867791"/>
              <a:gd name="connsiteY2" fmla="*/ 165616 h 1310173"/>
              <a:gd name="connsiteX3" fmla="*/ 216382 w 867791"/>
              <a:gd name="connsiteY3" fmla="*/ 20360 h 1310173"/>
              <a:gd name="connsiteX4" fmla="*/ 567188 w 867791"/>
              <a:gd name="connsiteY4" fmla="*/ 9692 h 1310173"/>
              <a:gd name="connsiteX5" fmla="*/ 717366 w 867791"/>
              <a:gd name="connsiteY5" fmla="*/ 165383 h 1310173"/>
              <a:gd name="connsiteX6" fmla="*/ 860184 w 867791"/>
              <a:gd name="connsiteY6" fmla="*/ 958078 h 1310173"/>
              <a:gd name="connsiteX7" fmla="*/ 784134 w 867791"/>
              <a:gd name="connsiteY7" fmla="*/ 1242327 h 1310173"/>
              <a:gd name="connsiteX8" fmla="*/ 256000 w 867791"/>
              <a:gd name="connsiteY8" fmla="*/ 1298372 h 1310173"/>
              <a:gd name="connsiteX9" fmla="*/ 155978 w 867791"/>
              <a:gd name="connsiteY9" fmla="*/ 1064454 h 1310173"/>
              <a:gd name="connsiteX10" fmla="*/ 125663 w 867791"/>
              <a:gd name="connsiteY10" fmla="*/ 503910 h 1310173"/>
              <a:gd name="connsiteX11" fmla="*/ 6961 w 867791"/>
              <a:gd name="connsiteY11" fmla="*/ 538413 h 1310173"/>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6197"/>
              <a:gd name="connsiteX1" fmla="*/ 96872 w 867791"/>
              <a:gd name="connsiteY1" fmla="*/ 369894 h 1306197"/>
              <a:gd name="connsiteX2" fmla="*/ 81699 w 867791"/>
              <a:gd name="connsiteY2" fmla="*/ 165616 h 1306197"/>
              <a:gd name="connsiteX3" fmla="*/ 216382 w 867791"/>
              <a:gd name="connsiteY3" fmla="*/ 20360 h 1306197"/>
              <a:gd name="connsiteX4" fmla="*/ 567188 w 867791"/>
              <a:gd name="connsiteY4" fmla="*/ 9692 h 1306197"/>
              <a:gd name="connsiteX5" fmla="*/ 717366 w 867791"/>
              <a:gd name="connsiteY5" fmla="*/ 165383 h 1306197"/>
              <a:gd name="connsiteX6" fmla="*/ 860184 w 867791"/>
              <a:gd name="connsiteY6" fmla="*/ 958078 h 1306197"/>
              <a:gd name="connsiteX7" fmla="*/ 784134 w 867791"/>
              <a:gd name="connsiteY7" fmla="*/ 1242327 h 1306197"/>
              <a:gd name="connsiteX8" fmla="*/ 256000 w 867791"/>
              <a:gd name="connsiteY8" fmla="*/ 1298372 h 1306197"/>
              <a:gd name="connsiteX9" fmla="*/ 155507 w 867791"/>
              <a:gd name="connsiteY9" fmla="*/ 1120000 h 1306197"/>
              <a:gd name="connsiteX10" fmla="*/ 125663 w 867791"/>
              <a:gd name="connsiteY10" fmla="*/ 503910 h 1306197"/>
              <a:gd name="connsiteX11" fmla="*/ 6961 w 867791"/>
              <a:gd name="connsiteY11" fmla="*/ 538413 h 1306197"/>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39700 h 1307484"/>
              <a:gd name="connsiteX1" fmla="*/ 96872 w 867791"/>
              <a:gd name="connsiteY1" fmla="*/ 371181 h 1307484"/>
              <a:gd name="connsiteX2" fmla="*/ 77366 w 867791"/>
              <a:gd name="connsiteY2" fmla="*/ 91980 h 1307484"/>
              <a:gd name="connsiteX3" fmla="*/ 216382 w 867791"/>
              <a:gd name="connsiteY3" fmla="*/ 21647 h 1307484"/>
              <a:gd name="connsiteX4" fmla="*/ 567188 w 867791"/>
              <a:gd name="connsiteY4" fmla="*/ 10979 h 1307484"/>
              <a:gd name="connsiteX5" fmla="*/ 717366 w 867791"/>
              <a:gd name="connsiteY5" fmla="*/ 166670 h 1307484"/>
              <a:gd name="connsiteX6" fmla="*/ 860184 w 867791"/>
              <a:gd name="connsiteY6" fmla="*/ 959365 h 1307484"/>
              <a:gd name="connsiteX7" fmla="*/ 784134 w 867791"/>
              <a:gd name="connsiteY7" fmla="*/ 1243614 h 1307484"/>
              <a:gd name="connsiteX8" fmla="*/ 256000 w 867791"/>
              <a:gd name="connsiteY8" fmla="*/ 1299659 h 1307484"/>
              <a:gd name="connsiteX9" fmla="*/ 155507 w 867791"/>
              <a:gd name="connsiteY9" fmla="*/ 1121287 h 1307484"/>
              <a:gd name="connsiteX10" fmla="*/ 125663 w 867791"/>
              <a:gd name="connsiteY10" fmla="*/ 505197 h 1307484"/>
              <a:gd name="connsiteX11" fmla="*/ 6961 w 867791"/>
              <a:gd name="connsiteY11" fmla="*/ 539700 h 1307484"/>
              <a:gd name="connsiteX0" fmla="*/ 6961 w 867791"/>
              <a:gd name="connsiteY0" fmla="*/ 550995 h 1318779"/>
              <a:gd name="connsiteX1" fmla="*/ 96872 w 867791"/>
              <a:gd name="connsiteY1" fmla="*/ 382476 h 1318779"/>
              <a:gd name="connsiteX2" fmla="*/ 77366 w 867791"/>
              <a:gd name="connsiteY2" fmla="*/ 103275 h 1318779"/>
              <a:gd name="connsiteX3" fmla="*/ 229757 w 867791"/>
              <a:gd name="connsiteY3" fmla="*/ 9471 h 1318779"/>
              <a:gd name="connsiteX4" fmla="*/ 567188 w 867791"/>
              <a:gd name="connsiteY4" fmla="*/ 22274 h 1318779"/>
              <a:gd name="connsiteX5" fmla="*/ 717366 w 867791"/>
              <a:gd name="connsiteY5" fmla="*/ 177965 h 1318779"/>
              <a:gd name="connsiteX6" fmla="*/ 860184 w 867791"/>
              <a:gd name="connsiteY6" fmla="*/ 970660 h 1318779"/>
              <a:gd name="connsiteX7" fmla="*/ 784134 w 867791"/>
              <a:gd name="connsiteY7" fmla="*/ 1254909 h 1318779"/>
              <a:gd name="connsiteX8" fmla="*/ 256000 w 867791"/>
              <a:gd name="connsiteY8" fmla="*/ 1310954 h 1318779"/>
              <a:gd name="connsiteX9" fmla="*/ 155507 w 867791"/>
              <a:gd name="connsiteY9" fmla="*/ 1132582 h 1318779"/>
              <a:gd name="connsiteX10" fmla="*/ 125663 w 867791"/>
              <a:gd name="connsiteY10" fmla="*/ 516492 h 1318779"/>
              <a:gd name="connsiteX11" fmla="*/ 6961 w 867791"/>
              <a:gd name="connsiteY11" fmla="*/ 550995 h 1318779"/>
              <a:gd name="connsiteX0" fmla="*/ 6961 w 867791"/>
              <a:gd name="connsiteY0" fmla="*/ 560584 h 1328368"/>
              <a:gd name="connsiteX1" fmla="*/ 96872 w 867791"/>
              <a:gd name="connsiteY1" fmla="*/ 392065 h 1328368"/>
              <a:gd name="connsiteX2" fmla="*/ 77366 w 867791"/>
              <a:gd name="connsiteY2" fmla="*/ 112864 h 1328368"/>
              <a:gd name="connsiteX3" fmla="*/ 229757 w 867791"/>
              <a:gd name="connsiteY3" fmla="*/ 19060 h 1328368"/>
              <a:gd name="connsiteX4" fmla="*/ 566246 w 867791"/>
              <a:gd name="connsiteY4" fmla="*/ 15575 h 1328368"/>
              <a:gd name="connsiteX5" fmla="*/ 717366 w 867791"/>
              <a:gd name="connsiteY5" fmla="*/ 187554 h 1328368"/>
              <a:gd name="connsiteX6" fmla="*/ 860184 w 867791"/>
              <a:gd name="connsiteY6" fmla="*/ 980249 h 1328368"/>
              <a:gd name="connsiteX7" fmla="*/ 784134 w 867791"/>
              <a:gd name="connsiteY7" fmla="*/ 1264498 h 1328368"/>
              <a:gd name="connsiteX8" fmla="*/ 256000 w 867791"/>
              <a:gd name="connsiteY8" fmla="*/ 1320543 h 1328368"/>
              <a:gd name="connsiteX9" fmla="*/ 155507 w 867791"/>
              <a:gd name="connsiteY9" fmla="*/ 1142171 h 1328368"/>
              <a:gd name="connsiteX10" fmla="*/ 125663 w 867791"/>
              <a:gd name="connsiteY10" fmla="*/ 526081 h 1328368"/>
              <a:gd name="connsiteX11" fmla="*/ 6961 w 867791"/>
              <a:gd name="connsiteY11" fmla="*/ 560584 h 1328368"/>
              <a:gd name="connsiteX0" fmla="*/ 6961 w 865870"/>
              <a:gd name="connsiteY0" fmla="*/ 560584 h 1328871"/>
              <a:gd name="connsiteX1" fmla="*/ 96872 w 865870"/>
              <a:gd name="connsiteY1" fmla="*/ 392065 h 1328871"/>
              <a:gd name="connsiteX2" fmla="*/ 77366 w 865870"/>
              <a:gd name="connsiteY2" fmla="*/ 112864 h 1328871"/>
              <a:gd name="connsiteX3" fmla="*/ 229757 w 865870"/>
              <a:gd name="connsiteY3" fmla="*/ 19060 h 1328871"/>
              <a:gd name="connsiteX4" fmla="*/ 566246 w 865870"/>
              <a:gd name="connsiteY4" fmla="*/ 15575 h 1328871"/>
              <a:gd name="connsiteX5" fmla="*/ 717366 w 865870"/>
              <a:gd name="connsiteY5" fmla="*/ 187554 h 1328871"/>
              <a:gd name="connsiteX6" fmla="*/ 860184 w 865870"/>
              <a:gd name="connsiteY6" fmla="*/ 980249 h 1328871"/>
              <a:gd name="connsiteX7" fmla="*/ 784134 w 865870"/>
              <a:gd name="connsiteY7" fmla="*/ 1264498 h 1328871"/>
              <a:gd name="connsiteX8" fmla="*/ 314963 w 865870"/>
              <a:gd name="connsiteY8" fmla="*/ 1321127 h 1328871"/>
              <a:gd name="connsiteX9" fmla="*/ 155507 w 865870"/>
              <a:gd name="connsiteY9" fmla="*/ 1142171 h 1328871"/>
              <a:gd name="connsiteX10" fmla="*/ 125663 w 865870"/>
              <a:gd name="connsiteY10" fmla="*/ 526081 h 1328871"/>
              <a:gd name="connsiteX11" fmla="*/ 6961 w 865870"/>
              <a:gd name="connsiteY11" fmla="*/ 560584 h 1328871"/>
              <a:gd name="connsiteX0" fmla="*/ 6961 w 865870"/>
              <a:gd name="connsiteY0" fmla="*/ 560584 h 1328712"/>
              <a:gd name="connsiteX1" fmla="*/ 96872 w 865870"/>
              <a:gd name="connsiteY1" fmla="*/ 392065 h 1328712"/>
              <a:gd name="connsiteX2" fmla="*/ 77366 w 865870"/>
              <a:gd name="connsiteY2" fmla="*/ 112864 h 1328712"/>
              <a:gd name="connsiteX3" fmla="*/ 229757 w 865870"/>
              <a:gd name="connsiteY3" fmla="*/ 19060 h 1328712"/>
              <a:gd name="connsiteX4" fmla="*/ 566246 w 865870"/>
              <a:gd name="connsiteY4" fmla="*/ 15575 h 1328712"/>
              <a:gd name="connsiteX5" fmla="*/ 717366 w 865870"/>
              <a:gd name="connsiteY5" fmla="*/ 187554 h 1328712"/>
              <a:gd name="connsiteX6" fmla="*/ 860184 w 865870"/>
              <a:gd name="connsiteY6" fmla="*/ 980249 h 1328712"/>
              <a:gd name="connsiteX7" fmla="*/ 784134 w 865870"/>
              <a:gd name="connsiteY7" fmla="*/ 1264498 h 1328712"/>
              <a:gd name="connsiteX8" fmla="*/ 314963 w 865870"/>
              <a:gd name="connsiteY8" fmla="*/ 1321127 h 1328712"/>
              <a:gd name="connsiteX9" fmla="*/ 177736 w 865870"/>
              <a:gd name="connsiteY9" fmla="*/ 1144426 h 1328712"/>
              <a:gd name="connsiteX10" fmla="*/ 125663 w 865870"/>
              <a:gd name="connsiteY10" fmla="*/ 526081 h 1328712"/>
              <a:gd name="connsiteX11" fmla="*/ 6961 w 865870"/>
              <a:gd name="connsiteY11" fmla="*/ 560584 h 1328712"/>
              <a:gd name="connsiteX0" fmla="*/ 6961 w 864913"/>
              <a:gd name="connsiteY0" fmla="*/ 560584 h 1327274"/>
              <a:gd name="connsiteX1" fmla="*/ 96872 w 864913"/>
              <a:gd name="connsiteY1" fmla="*/ 392065 h 1327274"/>
              <a:gd name="connsiteX2" fmla="*/ 77366 w 864913"/>
              <a:gd name="connsiteY2" fmla="*/ 112864 h 1327274"/>
              <a:gd name="connsiteX3" fmla="*/ 229757 w 864913"/>
              <a:gd name="connsiteY3" fmla="*/ 19060 h 1327274"/>
              <a:gd name="connsiteX4" fmla="*/ 566246 w 864913"/>
              <a:gd name="connsiteY4" fmla="*/ 15575 h 1327274"/>
              <a:gd name="connsiteX5" fmla="*/ 717366 w 864913"/>
              <a:gd name="connsiteY5" fmla="*/ 187554 h 1327274"/>
              <a:gd name="connsiteX6" fmla="*/ 860184 w 864913"/>
              <a:gd name="connsiteY6" fmla="*/ 980249 h 1327274"/>
              <a:gd name="connsiteX7" fmla="*/ 784134 w 864913"/>
              <a:gd name="connsiteY7" fmla="*/ 1264498 h 1327274"/>
              <a:gd name="connsiteX8" fmla="*/ 351698 w 864913"/>
              <a:gd name="connsiteY8" fmla="*/ 1319456 h 1327274"/>
              <a:gd name="connsiteX9" fmla="*/ 177736 w 864913"/>
              <a:gd name="connsiteY9" fmla="*/ 1144426 h 1327274"/>
              <a:gd name="connsiteX10" fmla="*/ 125663 w 864913"/>
              <a:gd name="connsiteY10" fmla="*/ 526081 h 1327274"/>
              <a:gd name="connsiteX11" fmla="*/ 6961 w 864913"/>
              <a:gd name="connsiteY11" fmla="*/ 560584 h 1327274"/>
              <a:gd name="connsiteX0" fmla="*/ 6961 w 878410"/>
              <a:gd name="connsiteY0" fmla="*/ 560584 h 1325203"/>
              <a:gd name="connsiteX1" fmla="*/ 96872 w 878410"/>
              <a:gd name="connsiteY1" fmla="*/ 392065 h 1325203"/>
              <a:gd name="connsiteX2" fmla="*/ 77366 w 878410"/>
              <a:gd name="connsiteY2" fmla="*/ 112864 h 1325203"/>
              <a:gd name="connsiteX3" fmla="*/ 229757 w 878410"/>
              <a:gd name="connsiteY3" fmla="*/ 19060 h 1325203"/>
              <a:gd name="connsiteX4" fmla="*/ 566246 w 878410"/>
              <a:gd name="connsiteY4" fmla="*/ 15575 h 1325203"/>
              <a:gd name="connsiteX5" fmla="*/ 717366 w 878410"/>
              <a:gd name="connsiteY5" fmla="*/ 187554 h 1325203"/>
              <a:gd name="connsiteX6" fmla="*/ 860184 w 878410"/>
              <a:gd name="connsiteY6" fmla="*/ 980249 h 1325203"/>
              <a:gd name="connsiteX7" fmla="*/ 819942 w 878410"/>
              <a:gd name="connsiteY7" fmla="*/ 1254587 h 1325203"/>
              <a:gd name="connsiteX8" fmla="*/ 351698 w 878410"/>
              <a:gd name="connsiteY8" fmla="*/ 1319456 h 1325203"/>
              <a:gd name="connsiteX9" fmla="*/ 177736 w 878410"/>
              <a:gd name="connsiteY9" fmla="*/ 1144426 h 1325203"/>
              <a:gd name="connsiteX10" fmla="*/ 125663 w 878410"/>
              <a:gd name="connsiteY10" fmla="*/ 526081 h 1325203"/>
              <a:gd name="connsiteX11" fmla="*/ 6961 w 878410"/>
              <a:gd name="connsiteY11" fmla="*/ 560584 h 1325203"/>
              <a:gd name="connsiteX0" fmla="*/ 6961 w 879480"/>
              <a:gd name="connsiteY0" fmla="*/ 560584 h 1324478"/>
              <a:gd name="connsiteX1" fmla="*/ 96872 w 879480"/>
              <a:gd name="connsiteY1" fmla="*/ 392065 h 1324478"/>
              <a:gd name="connsiteX2" fmla="*/ 77366 w 879480"/>
              <a:gd name="connsiteY2" fmla="*/ 112864 h 1324478"/>
              <a:gd name="connsiteX3" fmla="*/ 229757 w 879480"/>
              <a:gd name="connsiteY3" fmla="*/ 19060 h 1324478"/>
              <a:gd name="connsiteX4" fmla="*/ 566246 w 879480"/>
              <a:gd name="connsiteY4" fmla="*/ 15575 h 1324478"/>
              <a:gd name="connsiteX5" fmla="*/ 717366 w 879480"/>
              <a:gd name="connsiteY5" fmla="*/ 187554 h 1324478"/>
              <a:gd name="connsiteX6" fmla="*/ 861931 w 879480"/>
              <a:gd name="connsiteY6" fmla="*/ 1026005 h 1324478"/>
              <a:gd name="connsiteX7" fmla="*/ 819942 w 879480"/>
              <a:gd name="connsiteY7" fmla="*/ 1254587 h 1324478"/>
              <a:gd name="connsiteX8" fmla="*/ 351698 w 879480"/>
              <a:gd name="connsiteY8" fmla="*/ 1319456 h 1324478"/>
              <a:gd name="connsiteX9" fmla="*/ 177736 w 879480"/>
              <a:gd name="connsiteY9" fmla="*/ 1144426 h 1324478"/>
              <a:gd name="connsiteX10" fmla="*/ 125663 w 879480"/>
              <a:gd name="connsiteY10" fmla="*/ 526081 h 1324478"/>
              <a:gd name="connsiteX11" fmla="*/ 6961 w 879480"/>
              <a:gd name="connsiteY11" fmla="*/ 560584 h 1324478"/>
              <a:gd name="connsiteX0" fmla="*/ 6961 w 864502"/>
              <a:gd name="connsiteY0" fmla="*/ 560584 h 1326578"/>
              <a:gd name="connsiteX1" fmla="*/ 96872 w 864502"/>
              <a:gd name="connsiteY1" fmla="*/ 392065 h 1326578"/>
              <a:gd name="connsiteX2" fmla="*/ 77366 w 864502"/>
              <a:gd name="connsiteY2" fmla="*/ 112864 h 1326578"/>
              <a:gd name="connsiteX3" fmla="*/ 229757 w 864502"/>
              <a:gd name="connsiteY3" fmla="*/ 19060 h 1326578"/>
              <a:gd name="connsiteX4" fmla="*/ 566246 w 864502"/>
              <a:gd name="connsiteY4" fmla="*/ 15575 h 1326578"/>
              <a:gd name="connsiteX5" fmla="*/ 717366 w 864502"/>
              <a:gd name="connsiteY5" fmla="*/ 187554 h 1326578"/>
              <a:gd name="connsiteX6" fmla="*/ 861931 w 864502"/>
              <a:gd name="connsiteY6" fmla="*/ 1026005 h 1326578"/>
              <a:gd name="connsiteX7" fmla="*/ 773212 w 864502"/>
              <a:gd name="connsiteY7" fmla="*/ 1266151 h 1326578"/>
              <a:gd name="connsiteX8" fmla="*/ 351698 w 864502"/>
              <a:gd name="connsiteY8" fmla="*/ 1319456 h 1326578"/>
              <a:gd name="connsiteX9" fmla="*/ 177736 w 864502"/>
              <a:gd name="connsiteY9" fmla="*/ 1144426 h 1326578"/>
              <a:gd name="connsiteX10" fmla="*/ 125663 w 864502"/>
              <a:gd name="connsiteY10" fmla="*/ 526081 h 1326578"/>
              <a:gd name="connsiteX11" fmla="*/ 6961 w 864502"/>
              <a:gd name="connsiteY11" fmla="*/ 560584 h 1326578"/>
              <a:gd name="connsiteX0" fmla="*/ 6961 w 864110"/>
              <a:gd name="connsiteY0" fmla="*/ 560584 h 1331877"/>
              <a:gd name="connsiteX1" fmla="*/ 96872 w 864110"/>
              <a:gd name="connsiteY1" fmla="*/ 392065 h 1331877"/>
              <a:gd name="connsiteX2" fmla="*/ 77366 w 864110"/>
              <a:gd name="connsiteY2" fmla="*/ 112864 h 1331877"/>
              <a:gd name="connsiteX3" fmla="*/ 229757 w 864110"/>
              <a:gd name="connsiteY3" fmla="*/ 19060 h 1331877"/>
              <a:gd name="connsiteX4" fmla="*/ 566246 w 864110"/>
              <a:gd name="connsiteY4" fmla="*/ 15575 h 1331877"/>
              <a:gd name="connsiteX5" fmla="*/ 717366 w 864110"/>
              <a:gd name="connsiteY5" fmla="*/ 187554 h 1331877"/>
              <a:gd name="connsiteX6" fmla="*/ 861931 w 864110"/>
              <a:gd name="connsiteY6" fmla="*/ 1026005 h 1331877"/>
              <a:gd name="connsiteX7" fmla="*/ 773212 w 864110"/>
              <a:gd name="connsiteY7" fmla="*/ 1266151 h 1331877"/>
              <a:gd name="connsiteX8" fmla="*/ 386884 w 864110"/>
              <a:gd name="connsiteY8" fmla="*/ 1325422 h 1331877"/>
              <a:gd name="connsiteX9" fmla="*/ 177736 w 864110"/>
              <a:gd name="connsiteY9" fmla="*/ 1144426 h 1331877"/>
              <a:gd name="connsiteX10" fmla="*/ 125663 w 864110"/>
              <a:gd name="connsiteY10" fmla="*/ 526081 h 1331877"/>
              <a:gd name="connsiteX11" fmla="*/ 6961 w 864110"/>
              <a:gd name="connsiteY11" fmla="*/ 560584 h 1331877"/>
              <a:gd name="connsiteX0" fmla="*/ 6961 w 864110"/>
              <a:gd name="connsiteY0" fmla="*/ 560584 h 1332354"/>
              <a:gd name="connsiteX1" fmla="*/ 96872 w 864110"/>
              <a:gd name="connsiteY1" fmla="*/ 392065 h 1332354"/>
              <a:gd name="connsiteX2" fmla="*/ 77366 w 864110"/>
              <a:gd name="connsiteY2" fmla="*/ 112864 h 1332354"/>
              <a:gd name="connsiteX3" fmla="*/ 229757 w 864110"/>
              <a:gd name="connsiteY3" fmla="*/ 19060 h 1332354"/>
              <a:gd name="connsiteX4" fmla="*/ 566246 w 864110"/>
              <a:gd name="connsiteY4" fmla="*/ 15575 h 1332354"/>
              <a:gd name="connsiteX5" fmla="*/ 717366 w 864110"/>
              <a:gd name="connsiteY5" fmla="*/ 187554 h 1332354"/>
              <a:gd name="connsiteX6" fmla="*/ 861931 w 864110"/>
              <a:gd name="connsiteY6" fmla="*/ 1026005 h 1332354"/>
              <a:gd name="connsiteX7" fmla="*/ 773212 w 864110"/>
              <a:gd name="connsiteY7" fmla="*/ 1266151 h 1332354"/>
              <a:gd name="connsiteX8" fmla="*/ 386884 w 864110"/>
              <a:gd name="connsiteY8" fmla="*/ 1325422 h 1332354"/>
              <a:gd name="connsiteX9" fmla="*/ 197485 w 864110"/>
              <a:gd name="connsiteY9" fmla="*/ 1137282 h 1332354"/>
              <a:gd name="connsiteX10" fmla="*/ 125663 w 864110"/>
              <a:gd name="connsiteY10" fmla="*/ 526081 h 1332354"/>
              <a:gd name="connsiteX11" fmla="*/ 6961 w 864110"/>
              <a:gd name="connsiteY11" fmla="*/ 560584 h 1332354"/>
              <a:gd name="connsiteX0" fmla="*/ 6961 w 864110"/>
              <a:gd name="connsiteY0" fmla="*/ 560674 h 1332444"/>
              <a:gd name="connsiteX1" fmla="*/ 96872 w 864110"/>
              <a:gd name="connsiteY1" fmla="*/ 392155 h 1332444"/>
              <a:gd name="connsiteX2" fmla="*/ 79552 w 864110"/>
              <a:gd name="connsiteY2" fmla="*/ 114810 h 1332444"/>
              <a:gd name="connsiteX3" fmla="*/ 229757 w 864110"/>
              <a:gd name="connsiteY3" fmla="*/ 19150 h 1332444"/>
              <a:gd name="connsiteX4" fmla="*/ 566246 w 864110"/>
              <a:gd name="connsiteY4" fmla="*/ 15665 h 1332444"/>
              <a:gd name="connsiteX5" fmla="*/ 717366 w 864110"/>
              <a:gd name="connsiteY5" fmla="*/ 187644 h 1332444"/>
              <a:gd name="connsiteX6" fmla="*/ 861931 w 864110"/>
              <a:gd name="connsiteY6" fmla="*/ 1026095 h 1332444"/>
              <a:gd name="connsiteX7" fmla="*/ 773212 w 864110"/>
              <a:gd name="connsiteY7" fmla="*/ 1266241 h 1332444"/>
              <a:gd name="connsiteX8" fmla="*/ 386884 w 864110"/>
              <a:gd name="connsiteY8" fmla="*/ 1325512 h 1332444"/>
              <a:gd name="connsiteX9" fmla="*/ 197485 w 864110"/>
              <a:gd name="connsiteY9" fmla="*/ 1137372 h 1332444"/>
              <a:gd name="connsiteX10" fmla="*/ 125663 w 864110"/>
              <a:gd name="connsiteY10" fmla="*/ 526171 h 1332444"/>
              <a:gd name="connsiteX11" fmla="*/ 6961 w 864110"/>
              <a:gd name="connsiteY11" fmla="*/ 560674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528"/>
              <a:gd name="connsiteX1" fmla="*/ 76387 w 843625"/>
              <a:gd name="connsiteY1" fmla="*/ 392155 h 1332528"/>
              <a:gd name="connsiteX2" fmla="*/ 59067 w 843625"/>
              <a:gd name="connsiteY2" fmla="*/ 114810 h 1332528"/>
              <a:gd name="connsiteX3" fmla="*/ 209272 w 843625"/>
              <a:gd name="connsiteY3" fmla="*/ 19150 h 1332528"/>
              <a:gd name="connsiteX4" fmla="*/ 545761 w 843625"/>
              <a:gd name="connsiteY4" fmla="*/ 15665 h 1332528"/>
              <a:gd name="connsiteX5" fmla="*/ 696881 w 843625"/>
              <a:gd name="connsiteY5" fmla="*/ 187644 h 1332528"/>
              <a:gd name="connsiteX6" fmla="*/ 841446 w 843625"/>
              <a:gd name="connsiteY6" fmla="*/ 1026095 h 1332528"/>
              <a:gd name="connsiteX7" fmla="*/ 752727 w 843625"/>
              <a:gd name="connsiteY7" fmla="*/ 1266241 h 1332528"/>
              <a:gd name="connsiteX8" fmla="*/ 366399 w 843625"/>
              <a:gd name="connsiteY8" fmla="*/ 1325512 h 1332528"/>
              <a:gd name="connsiteX9" fmla="*/ 184643 w 843625"/>
              <a:gd name="connsiteY9" fmla="*/ 1136120 h 1332528"/>
              <a:gd name="connsiteX10" fmla="*/ 105178 w 843625"/>
              <a:gd name="connsiteY10" fmla="*/ 526171 h 1332528"/>
              <a:gd name="connsiteX11" fmla="*/ 8576 w 843625"/>
              <a:gd name="connsiteY11" fmla="*/ 550409 h 1332528"/>
              <a:gd name="connsiteX0" fmla="*/ 8576 w 843404"/>
              <a:gd name="connsiteY0" fmla="*/ 550409 h 1327013"/>
              <a:gd name="connsiteX1" fmla="*/ 76387 w 843404"/>
              <a:gd name="connsiteY1" fmla="*/ 392155 h 1327013"/>
              <a:gd name="connsiteX2" fmla="*/ 59067 w 843404"/>
              <a:gd name="connsiteY2" fmla="*/ 114810 h 1327013"/>
              <a:gd name="connsiteX3" fmla="*/ 209272 w 843404"/>
              <a:gd name="connsiteY3" fmla="*/ 19150 h 1327013"/>
              <a:gd name="connsiteX4" fmla="*/ 545761 w 843404"/>
              <a:gd name="connsiteY4" fmla="*/ 15665 h 1327013"/>
              <a:gd name="connsiteX5" fmla="*/ 696881 w 843404"/>
              <a:gd name="connsiteY5" fmla="*/ 187644 h 1327013"/>
              <a:gd name="connsiteX6" fmla="*/ 841446 w 843404"/>
              <a:gd name="connsiteY6" fmla="*/ 1026095 h 1327013"/>
              <a:gd name="connsiteX7" fmla="*/ 752727 w 843404"/>
              <a:gd name="connsiteY7" fmla="*/ 1266241 h 1327013"/>
              <a:gd name="connsiteX8" fmla="*/ 390961 w 843404"/>
              <a:gd name="connsiteY8" fmla="*/ 1319274 h 1327013"/>
              <a:gd name="connsiteX9" fmla="*/ 184643 w 843404"/>
              <a:gd name="connsiteY9" fmla="*/ 1136120 h 1327013"/>
              <a:gd name="connsiteX10" fmla="*/ 105178 w 843404"/>
              <a:gd name="connsiteY10" fmla="*/ 526171 h 1327013"/>
              <a:gd name="connsiteX11" fmla="*/ 8576 w 843404"/>
              <a:gd name="connsiteY11" fmla="*/ 550409 h 1327013"/>
              <a:gd name="connsiteX0" fmla="*/ 8576 w 843404"/>
              <a:gd name="connsiteY0" fmla="*/ 567995 h 1344599"/>
              <a:gd name="connsiteX1" fmla="*/ 76387 w 843404"/>
              <a:gd name="connsiteY1" fmla="*/ 409741 h 1344599"/>
              <a:gd name="connsiteX2" fmla="*/ 59067 w 843404"/>
              <a:gd name="connsiteY2" fmla="*/ 132396 h 1344599"/>
              <a:gd name="connsiteX3" fmla="*/ 262200 w 843404"/>
              <a:gd name="connsiteY3" fmla="*/ 8133 h 1344599"/>
              <a:gd name="connsiteX4" fmla="*/ 545761 w 843404"/>
              <a:gd name="connsiteY4" fmla="*/ 33251 h 1344599"/>
              <a:gd name="connsiteX5" fmla="*/ 696881 w 843404"/>
              <a:gd name="connsiteY5" fmla="*/ 205230 h 1344599"/>
              <a:gd name="connsiteX6" fmla="*/ 841446 w 843404"/>
              <a:gd name="connsiteY6" fmla="*/ 1043681 h 1344599"/>
              <a:gd name="connsiteX7" fmla="*/ 752727 w 843404"/>
              <a:gd name="connsiteY7" fmla="*/ 1283827 h 1344599"/>
              <a:gd name="connsiteX8" fmla="*/ 390961 w 843404"/>
              <a:gd name="connsiteY8" fmla="*/ 1336860 h 1344599"/>
              <a:gd name="connsiteX9" fmla="*/ 184643 w 843404"/>
              <a:gd name="connsiteY9" fmla="*/ 1153706 h 1344599"/>
              <a:gd name="connsiteX10" fmla="*/ 105178 w 843404"/>
              <a:gd name="connsiteY10" fmla="*/ 543757 h 1344599"/>
              <a:gd name="connsiteX11" fmla="*/ 8576 w 843404"/>
              <a:gd name="connsiteY11" fmla="*/ 567995 h 1344599"/>
              <a:gd name="connsiteX0" fmla="*/ 8576 w 843404"/>
              <a:gd name="connsiteY0" fmla="*/ 567509 h 1344113"/>
              <a:gd name="connsiteX1" fmla="*/ 76387 w 843404"/>
              <a:gd name="connsiteY1" fmla="*/ 409255 h 1344113"/>
              <a:gd name="connsiteX2" fmla="*/ 99190 w 843404"/>
              <a:gd name="connsiteY2" fmla="*/ 125338 h 1344113"/>
              <a:gd name="connsiteX3" fmla="*/ 262200 w 843404"/>
              <a:gd name="connsiteY3" fmla="*/ 7647 h 1344113"/>
              <a:gd name="connsiteX4" fmla="*/ 545761 w 843404"/>
              <a:gd name="connsiteY4" fmla="*/ 32765 h 1344113"/>
              <a:gd name="connsiteX5" fmla="*/ 696881 w 843404"/>
              <a:gd name="connsiteY5" fmla="*/ 204744 h 1344113"/>
              <a:gd name="connsiteX6" fmla="*/ 841446 w 843404"/>
              <a:gd name="connsiteY6" fmla="*/ 1043195 h 1344113"/>
              <a:gd name="connsiteX7" fmla="*/ 752727 w 843404"/>
              <a:gd name="connsiteY7" fmla="*/ 1283341 h 1344113"/>
              <a:gd name="connsiteX8" fmla="*/ 390961 w 843404"/>
              <a:gd name="connsiteY8" fmla="*/ 1336374 h 1344113"/>
              <a:gd name="connsiteX9" fmla="*/ 184643 w 843404"/>
              <a:gd name="connsiteY9" fmla="*/ 1153220 h 1344113"/>
              <a:gd name="connsiteX10" fmla="*/ 105178 w 843404"/>
              <a:gd name="connsiteY10" fmla="*/ 543271 h 1344113"/>
              <a:gd name="connsiteX11" fmla="*/ 8576 w 843404"/>
              <a:gd name="connsiteY11" fmla="*/ 567509 h 1344113"/>
              <a:gd name="connsiteX0" fmla="*/ 8576 w 843404"/>
              <a:gd name="connsiteY0" fmla="*/ 566478 h 1343082"/>
              <a:gd name="connsiteX1" fmla="*/ 76387 w 843404"/>
              <a:gd name="connsiteY1" fmla="*/ 408224 h 1343082"/>
              <a:gd name="connsiteX2" fmla="*/ 99190 w 843404"/>
              <a:gd name="connsiteY2" fmla="*/ 124307 h 1343082"/>
              <a:gd name="connsiteX3" fmla="*/ 262200 w 843404"/>
              <a:gd name="connsiteY3" fmla="*/ 6616 h 1343082"/>
              <a:gd name="connsiteX4" fmla="*/ 579343 w 843404"/>
              <a:gd name="connsiteY4" fmla="*/ 35092 h 1343082"/>
              <a:gd name="connsiteX5" fmla="*/ 696881 w 843404"/>
              <a:gd name="connsiteY5" fmla="*/ 203713 h 1343082"/>
              <a:gd name="connsiteX6" fmla="*/ 841446 w 843404"/>
              <a:gd name="connsiteY6" fmla="*/ 1042164 h 1343082"/>
              <a:gd name="connsiteX7" fmla="*/ 752727 w 843404"/>
              <a:gd name="connsiteY7" fmla="*/ 1282310 h 1343082"/>
              <a:gd name="connsiteX8" fmla="*/ 390961 w 843404"/>
              <a:gd name="connsiteY8" fmla="*/ 1335343 h 1343082"/>
              <a:gd name="connsiteX9" fmla="*/ 184643 w 843404"/>
              <a:gd name="connsiteY9" fmla="*/ 1152189 h 1343082"/>
              <a:gd name="connsiteX10" fmla="*/ 105178 w 843404"/>
              <a:gd name="connsiteY10" fmla="*/ 542240 h 1343082"/>
              <a:gd name="connsiteX11" fmla="*/ 8576 w 843404"/>
              <a:gd name="connsiteY11" fmla="*/ 566478 h 1343082"/>
              <a:gd name="connsiteX0" fmla="*/ 8576 w 843404"/>
              <a:gd name="connsiteY0" fmla="*/ 580816 h 1357420"/>
              <a:gd name="connsiteX1" fmla="*/ 76387 w 843404"/>
              <a:gd name="connsiteY1" fmla="*/ 422562 h 1357420"/>
              <a:gd name="connsiteX2" fmla="*/ 99190 w 843404"/>
              <a:gd name="connsiteY2" fmla="*/ 138645 h 1357420"/>
              <a:gd name="connsiteX3" fmla="*/ 308863 w 843404"/>
              <a:gd name="connsiteY3" fmla="*/ 4451 h 1357420"/>
              <a:gd name="connsiteX4" fmla="*/ 579343 w 843404"/>
              <a:gd name="connsiteY4" fmla="*/ 49430 h 1357420"/>
              <a:gd name="connsiteX5" fmla="*/ 696881 w 843404"/>
              <a:gd name="connsiteY5" fmla="*/ 218051 h 1357420"/>
              <a:gd name="connsiteX6" fmla="*/ 841446 w 843404"/>
              <a:gd name="connsiteY6" fmla="*/ 1056502 h 1357420"/>
              <a:gd name="connsiteX7" fmla="*/ 752727 w 843404"/>
              <a:gd name="connsiteY7" fmla="*/ 1296648 h 1357420"/>
              <a:gd name="connsiteX8" fmla="*/ 390961 w 843404"/>
              <a:gd name="connsiteY8" fmla="*/ 1349681 h 1357420"/>
              <a:gd name="connsiteX9" fmla="*/ 184643 w 843404"/>
              <a:gd name="connsiteY9" fmla="*/ 1166527 h 1357420"/>
              <a:gd name="connsiteX10" fmla="*/ 105178 w 843404"/>
              <a:gd name="connsiteY10" fmla="*/ 556578 h 1357420"/>
              <a:gd name="connsiteX11" fmla="*/ 8576 w 843404"/>
              <a:gd name="connsiteY11" fmla="*/ 580816 h 1357420"/>
              <a:gd name="connsiteX0" fmla="*/ 8576 w 842535"/>
              <a:gd name="connsiteY0" fmla="*/ 580879 h 1357483"/>
              <a:gd name="connsiteX1" fmla="*/ 76387 w 842535"/>
              <a:gd name="connsiteY1" fmla="*/ 422625 h 1357483"/>
              <a:gd name="connsiteX2" fmla="*/ 99190 w 842535"/>
              <a:gd name="connsiteY2" fmla="*/ 138708 h 1357483"/>
              <a:gd name="connsiteX3" fmla="*/ 308863 w 842535"/>
              <a:gd name="connsiteY3" fmla="*/ 4514 h 1357483"/>
              <a:gd name="connsiteX4" fmla="*/ 579343 w 842535"/>
              <a:gd name="connsiteY4" fmla="*/ 49493 h 1357483"/>
              <a:gd name="connsiteX5" fmla="*/ 714903 w 842535"/>
              <a:gd name="connsiteY5" fmla="*/ 221806 h 1357483"/>
              <a:gd name="connsiteX6" fmla="*/ 841446 w 842535"/>
              <a:gd name="connsiteY6" fmla="*/ 1056565 h 1357483"/>
              <a:gd name="connsiteX7" fmla="*/ 752727 w 842535"/>
              <a:gd name="connsiteY7" fmla="*/ 1296711 h 1357483"/>
              <a:gd name="connsiteX8" fmla="*/ 390961 w 842535"/>
              <a:gd name="connsiteY8" fmla="*/ 1349744 h 1357483"/>
              <a:gd name="connsiteX9" fmla="*/ 184643 w 842535"/>
              <a:gd name="connsiteY9" fmla="*/ 1166590 h 1357483"/>
              <a:gd name="connsiteX10" fmla="*/ 105178 w 842535"/>
              <a:gd name="connsiteY10" fmla="*/ 556641 h 1357483"/>
              <a:gd name="connsiteX11" fmla="*/ 8576 w 842535"/>
              <a:gd name="connsiteY11" fmla="*/ 580879 h 1357483"/>
              <a:gd name="connsiteX0" fmla="*/ 8576 w 842535"/>
              <a:gd name="connsiteY0" fmla="*/ 577971 h 1354575"/>
              <a:gd name="connsiteX1" fmla="*/ 76387 w 842535"/>
              <a:gd name="connsiteY1" fmla="*/ 419717 h 1354575"/>
              <a:gd name="connsiteX2" fmla="*/ 99190 w 842535"/>
              <a:gd name="connsiteY2" fmla="*/ 135800 h 1354575"/>
              <a:gd name="connsiteX3" fmla="*/ 308863 w 842535"/>
              <a:gd name="connsiteY3" fmla="*/ 1606 h 1354575"/>
              <a:gd name="connsiteX4" fmla="*/ 714903 w 842535"/>
              <a:gd name="connsiteY4" fmla="*/ 218898 h 1354575"/>
              <a:gd name="connsiteX5" fmla="*/ 841446 w 842535"/>
              <a:gd name="connsiteY5" fmla="*/ 1053657 h 1354575"/>
              <a:gd name="connsiteX6" fmla="*/ 752727 w 842535"/>
              <a:gd name="connsiteY6" fmla="*/ 1293803 h 1354575"/>
              <a:gd name="connsiteX7" fmla="*/ 390961 w 842535"/>
              <a:gd name="connsiteY7" fmla="*/ 1346836 h 1354575"/>
              <a:gd name="connsiteX8" fmla="*/ 184643 w 842535"/>
              <a:gd name="connsiteY8" fmla="*/ 1163682 h 1354575"/>
              <a:gd name="connsiteX9" fmla="*/ 105178 w 842535"/>
              <a:gd name="connsiteY9" fmla="*/ 553733 h 1354575"/>
              <a:gd name="connsiteX10" fmla="*/ 8576 w 842535"/>
              <a:gd name="connsiteY10" fmla="*/ 577971 h 1354575"/>
              <a:gd name="connsiteX0" fmla="*/ 8576 w 841897"/>
              <a:gd name="connsiteY0" fmla="*/ 576547 h 1353151"/>
              <a:gd name="connsiteX1" fmla="*/ 76387 w 841897"/>
              <a:gd name="connsiteY1" fmla="*/ 418293 h 1353151"/>
              <a:gd name="connsiteX2" fmla="*/ 99190 w 841897"/>
              <a:gd name="connsiteY2" fmla="*/ 134376 h 1353151"/>
              <a:gd name="connsiteX3" fmla="*/ 308863 w 841897"/>
              <a:gd name="connsiteY3" fmla="*/ 182 h 1353151"/>
              <a:gd name="connsiteX4" fmla="*/ 730941 w 841897"/>
              <a:gd name="connsiteY4" fmla="*/ 159475 h 1353151"/>
              <a:gd name="connsiteX5" fmla="*/ 841446 w 841897"/>
              <a:gd name="connsiteY5" fmla="*/ 1052233 h 1353151"/>
              <a:gd name="connsiteX6" fmla="*/ 752727 w 841897"/>
              <a:gd name="connsiteY6" fmla="*/ 1292379 h 1353151"/>
              <a:gd name="connsiteX7" fmla="*/ 390961 w 841897"/>
              <a:gd name="connsiteY7" fmla="*/ 1345412 h 1353151"/>
              <a:gd name="connsiteX8" fmla="*/ 184643 w 841897"/>
              <a:gd name="connsiteY8" fmla="*/ 1162258 h 1353151"/>
              <a:gd name="connsiteX9" fmla="*/ 105178 w 841897"/>
              <a:gd name="connsiteY9" fmla="*/ 552309 h 1353151"/>
              <a:gd name="connsiteX10" fmla="*/ 8576 w 841897"/>
              <a:gd name="connsiteY10" fmla="*/ 576547 h 1353151"/>
              <a:gd name="connsiteX0" fmla="*/ 8576 w 852902"/>
              <a:gd name="connsiteY0" fmla="*/ 576547 h 1354413"/>
              <a:gd name="connsiteX1" fmla="*/ 76387 w 852902"/>
              <a:gd name="connsiteY1" fmla="*/ 418293 h 1354413"/>
              <a:gd name="connsiteX2" fmla="*/ 99190 w 852902"/>
              <a:gd name="connsiteY2" fmla="*/ 134376 h 1354413"/>
              <a:gd name="connsiteX3" fmla="*/ 308863 w 852902"/>
              <a:gd name="connsiteY3" fmla="*/ 182 h 1354413"/>
              <a:gd name="connsiteX4" fmla="*/ 730941 w 852902"/>
              <a:gd name="connsiteY4" fmla="*/ 159475 h 1354413"/>
              <a:gd name="connsiteX5" fmla="*/ 852579 w 852902"/>
              <a:gd name="connsiteY5" fmla="*/ 1001682 h 1354413"/>
              <a:gd name="connsiteX6" fmla="*/ 752727 w 852902"/>
              <a:gd name="connsiteY6" fmla="*/ 1292379 h 1354413"/>
              <a:gd name="connsiteX7" fmla="*/ 390961 w 852902"/>
              <a:gd name="connsiteY7" fmla="*/ 1345412 h 1354413"/>
              <a:gd name="connsiteX8" fmla="*/ 184643 w 852902"/>
              <a:gd name="connsiteY8" fmla="*/ 1162258 h 1354413"/>
              <a:gd name="connsiteX9" fmla="*/ 105178 w 852902"/>
              <a:gd name="connsiteY9" fmla="*/ 552309 h 1354413"/>
              <a:gd name="connsiteX10" fmla="*/ 8576 w 852902"/>
              <a:gd name="connsiteY10" fmla="*/ 576547 h 1354413"/>
              <a:gd name="connsiteX0" fmla="*/ 9753 w 842440"/>
              <a:gd name="connsiteY0" fmla="*/ 568913 h 1354413"/>
              <a:gd name="connsiteX1" fmla="*/ 65925 w 842440"/>
              <a:gd name="connsiteY1" fmla="*/ 418293 h 1354413"/>
              <a:gd name="connsiteX2" fmla="*/ 88728 w 842440"/>
              <a:gd name="connsiteY2" fmla="*/ 134376 h 1354413"/>
              <a:gd name="connsiteX3" fmla="*/ 298401 w 842440"/>
              <a:gd name="connsiteY3" fmla="*/ 182 h 1354413"/>
              <a:gd name="connsiteX4" fmla="*/ 720479 w 842440"/>
              <a:gd name="connsiteY4" fmla="*/ 159475 h 1354413"/>
              <a:gd name="connsiteX5" fmla="*/ 842117 w 842440"/>
              <a:gd name="connsiteY5" fmla="*/ 1001682 h 1354413"/>
              <a:gd name="connsiteX6" fmla="*/ 742265 w 842440"/>
              <a:gd name="connsiteY6" fmla="*/ 1292379 h 1354413"/>
              <a:gd name="connsiteX7" fmla="*/ 380499 w 842440"/>
              <a:gd name="connsiteY7" fmla="*/ 1345412 h 1354413"/>
              <a:gd name="connsiteX8" fmla="*/ 174181 w 842440"/>
              <a:gd name="connsiteY8" fmla="*/ 1162258 h 1354413"/>
              <a:gd name="connsiteX9" fmla="*/ 94716 w 842440"/>
              <a:gd name="connsiteY9" fmla="*/ 552309 h 1354413"/>
              <a:gd name="connsiteX10" fmla="*/ 9753 w 842440"/>
              <a:gd name="connsiteY10" fmla="*/ 568913 h 1354413"/>
              <a:gd name="connsiteX0" fmla="*/ 9475 w 842162"/>
              <a:gd name="connsiteY0" fmla="*/ 568921 h 1354421"/>
              <a:gd name="connsiteX1" fmla="*/ 68141 w 842162"/>
              <a:gd name="connsiteY1" fmla="*/ 437939 h 1354421"/>
              <a:gd name="connsiteX2" fmla="*/ 88450 w 842162"/>
              <a:gd name="connsiteY2" fmla="*/ 134384 h 1354421"/>
              <a:gd name="connsiteX3" fmla="*/ 298123 w 842162"/>
              <a:gd name="connsiteY3" fmla="*/ 190 h 1354421"/>
              <a:gd name="connsiteX4" fmla="*/ 720201 w 842162"/>
              <a:gd name="connsiteY4" fmla="*/ 159483 h 1354421"/>
              <a:gd name="connsiteX5" fmla="*/ 841839 w 842162"/>
              <a:gd name="connsiteY5" fmla="*/ 1001690 h 1354421"/>
              <a:gd name="connsiteX6" fmla="*/ 741987 w 842162"/>
              <a:gd name="connsiteY6" fmla="*/ 1292387 h 1354421"/>
              <a:gd name="connsiteX7" fmla="*/ 380221 w 842162"/>
              <a:gd name="connsiteY7" fmla="*/ 1345420 h 1354421"/>
              <a:gd name="connsiteX8" fmla="*/ 173903 w 842162"/>
              <a:gd name="connsiteY8" fmla="*/ 1162266 h 1354421"/>
              <a:gd name="connsiteX9" fmla="*/ 94438 w 842162"/>
              <a:gd name="connsiteY9" fmla="*/ 552317 h 1354421"/>
              <a:gd name="connsiteX10" fmla="*/ 9475 w 842162"/>
              <a:gd name="connsiteY10" fmla="*/ 568921 h 1354421"/>
              <a:gd name="connsiteX0" fmla="*/ 9475 w 842162"/>
              <a:gd name="connsiteY0" fmla="*/ 568732 h 1354232"/>
              <a:gd name="connsiteX1" fmla="*/ 68141 w 842162"/>
              <a:gd name="connsiteY1" fmla="*/ 437750 h 1354232"/>
              <a:gd name="connsiteX2" fmla="*/ 86360 w 842162"/>
              <a:gd name="connsiteY2" fmla="*/ 157448 h 1354232"/>
              <a:gd name="connsiteX3" fmla="*/ 298123 w 842162"/>
              <a:gd name="connsiteY3" fmla="*/ 1 h 1354232"/>
              <a:gd name="connsiteX4" fmla="*/ 720201 w 842162"/>
              <a:gd name="connsiteY4" fmla="*/ 159294 h 1354232"/>
              <a:gd name="connsiteX5" fmla="*/ 841839 w 842162"/>
              <a:gd name="connsiteY5" fmla="*/ 1001501 h 1354232"/>
              <a:gd name="connsiteX6" fmla="*/ 741987 w 842162"/>
              <a:gd name="connsiteY6" fmla="*/ 1292198 h 1354232"/>
              <a:gd name="connsiteX7" fmla="*/ 380221 w 842162"/>
              <a:gd name="connsiteY7" fmla="*/ 1345231 h 1354232"/>
              <a:gd name="connsiteX8" fmla="*/ 173903 w 842162"/>
              <a:gd name="connsiteY8" fmla="*/ 1162077 h 1354232"/>
              <a:gd name="connsiteX9" fmla="*/ 94438 w 842162"/>
              <a:gd name="connsiteY9" fmla="*/ 552128 h 1354232"/>
              <a:gd name="connsiteX10" fmla="*/ 9475 w 842162"/>
              <a:gd name="connsiteY10" fmla="*/ 568732 h 1354232"/>
              <a:gd name="connsiteX0" fmla="*/ 9475 w 842162"/>
              <a:gd name="connsiteY0" fmla="*/ 553089 h 1338589"/>
              <a:gd name="connsiteX1" fmla="*/ 68141 w 842162"/>
              <a:gd name="connsiteY1" fmla="*/ 422107 h 1338589"/>
              <a:gd name="connsiteX2" fmla="*/ 86360 w 842162"/>
              <a:gd name="connsiteY2" fmla="*/ 141805 h 1338589"/>
              <a:gd name="connsiteX3" fmla="*/ 302731 w 842162"/>
              <a:gd name="connsiteY3" fmla="*/ 786 h 1338589"/>
              <a:gd name="connsiteX4" fmla="*/ 720201 w 842162"/>
              <a:gd name="connsiteY4" fmla="*/ 143651 h 1338589"/>
              <a:gd name="connsiteX5" fmla="*/ 841839 w 842162"/>
              <a:gd name="connsiteY5" fmla="*/ 985858 h 1338589"/>
              <a:gd name="connsiteX6" fmla="*/ 741987 w 842162"/>
              <a:gd name="connsiteY6" fmla="*/ 1276555 h 1338589"/>
              <a:gd name="connsiteX7" fmla="*/ 380221 w 842162"/>
              <a:gd name="connsiteY7" fmla="*/ 1329588 h 1338589"/>
              <a:gd name="connsiteX8" fmla="*/ 173903 w 842162"/>
              <a:gd name="connsiteY8" fmla="*/ 1146434 h 1338589"/>
              <a:gd name="connsiteX9" fmla="*/ 94438 w 842162"/>
              <a:gd name="connsiteY9" fmla="*/ 536485 h 1338589"/>
              <a:gd name="connsiteX10" fmla="*/ 9475 w 842162"/>
              <a:gd name="connsiteY10" fmla="*/ 553089 h 1338589"/>
              <a:gd name="connsiteX0" fmla="*/ 9475 w 842162"/>
              <a:gd name="connsiteY0" fmla="*/ 556656 h 1342156"/>
              <a:gd name="connsiteX1" fmla="*/ 68141 w 842162"/>
              <a:gd name="connsiteY1" fmla="*/ 425674 h 1342156"/>
              <a:gd name="connsiteX2" fmla="*/ 86360 w 842162"/>
              <a:gd name="connsiteY2" fmla="*/ 145372 h 1342156"/>
              <a:gd name="connsiteX3" fmla="*/ 302731 w 842162"/>
              <a:gd name="connsiteY3" fmla="*/ 4353 h 1342156"/>
              <a:gd name="connsiteX4" fmla="*/ 720201 w 842162"/>
              <a:gd name="connsiteY4" fmla="*/ 147218 h 1342156"/>
              <a:gd name="connsiteX5" fmla="*/ 841839 w 842162"/>
              <a:gd name="connsiteY5" fmla="*/ 989425 h 1342156"/>
              <a:gd name="connsiteX6" fmla="*/ 741987 w 842162"/>
              <a:gd name="connsiteY6" fmla="*/ 1280122 h 1342156"/>
              <a:gd name="connsiteX7" fmla="*/ 380221 w 842162"/>
              <a:gd name="connsiteY7" fmla="*/ 1333155 h 1342156"/>
              <a:gd name="connsiteX8" fmla="*/ 173903 w 842162"/>
              <a:gd name="connsiteY8" fmla="*/ 1150001 h 1342156"/>
              <a:gd name="connsiteX9" fmla="*/ 94438 w 842162"/>
              <a:gd name="connsiteY9" fmla="*/ 540052 h 1342156"/>
              <a:gd name="connsiteX10" fmla="*/ 9475 w 842162"/>
              <a:gd name="connsiteY10" fmla="*/ 556656 h 1342156"/>
              <a:gd name="connsiteX0" fmla="*/ 9475 w 842162"/>
              <a:gd name="connsiteY0" fmla="*/ 553349 h 1338849"/>
              <a:gd name="connsiteX1" fmla="*/ 68141 w 842162"/>
              <a:gd name="connsiteY1" fmla="*/ 422367 h 1338849"/>
              <a:gd name="connsiteX2" fmla="*/ 96954 w 842162"/>
              <a:gd name="connsiteY2" fmla="*/ 146058 h 1338849"/>
              <a:gd name="connsiteX3" fmla="*/ 302731 w 842162"/>
              <a:gd name="connsiteY3" fmla="*/ 1046 h 1338849"/>
              <a:gd name="connsiteX4" fmla="*/ 720201 w 842162"/>
              <a:gd name="connsiteY4" fmla="*/ 143911 h 1338849"/>
              <a:gd name="connsiteX5" fmla="*/ 841839 w 842162"/>
              <a:gd name="connsiteY5" fmla="*/ 986118 h 1338849"/>
              <a:gd name="connsiteX6" fmla="*/ 741987 w 842162"/>
              <a:gd name="connsiteY6" fmla="*/ 1276815 h 1338849"/>
              <a:gd name="connsiteX7" fmla="*/ 380221 w 842162"/>
              <a:gd name="connsiteY7" fmla="*/ 1329848 h 1338849"/>
              <a:gd name="connsiteX8" fmla="*/ 173903 w 842162"/>
              <a:gd name="connsiteY8" fmla="*/ 1146694 h 1338849"/>
              <a:gd name="connsiteX9" fmla="*/ 94438 w 842162"/>
              <a:gd name="connsiteY9" fmla="*/ 536745 h 1338849"/>
              <a:gd name="connsiteX10" fmla="*/ 9475 w 842162"/>
              <a:gd name="connsiteY10" fmla="*/ 553349 h 1338849"/>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42900"/>
              <a:gd name="connsiteX1" fmla="*/ 68141 w 842162"/>
              <a:gd name="connsiteY1" fmla="*/ 422367 h 1342900"/>
              <a:gd name="connsiteX2" fmla="*/ 96954 w 842162"/>
              <a:gd name="connsiteY2" fmla="*/ 146058 h 1342900"/>
              <a:gd name="connsiteX3" fmla="*/ 302731 w 842162"/>
              <a:gd name="connsiteY3" fmla="*/ 1046 h 1342900"/>
              <a:gd name="connsiteX4" fmla="*/ 720201 w 842162"/>
              <a:gd name="connsiteY4" fmla="*/ 143911 h 1342900"/>
              <a:gd name="connsiteX5" fmla="*/ 841839 w 842162"/>
              <a:gd name="connsiteY5" fmla="*/ 986118 h 1342900"/>
              <a:gd name="connsiteX6" fmla="*/ 741987 w 842162"/>
              <a:gd name="connsiteY6" fmla="*/ 1276815 h 1342900"/>
              <a:gd name="connsiteX7" fmla="*/ 380221 w 842162"/>
              <a:gd name="connsiteY7" fmla="*/ 1329848 h 1342900"/>
              <a:gd name="connsiteX8" fmla="*/ 164306 w 842162"/>
              <a:gd name="connsiteY8" fmla="*/ 1090990 h 1342900"/>
              <a:gd name="connsiteX9" fmla="*/ 94438 w 842162"/>
              <a:gd name="connsiteY9" fmla="*/ 536745 h 1342900"/>
              <a:gd name="connsiteX10" fmla="*/ 9475 w 842162"/>
              <a:gd name="connsiteY10" fmla="*/ 553349 h 1342900"/>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79552 h 1367380"/>
              <a:gd name="connsiteX1" fmla="*/ 68141 w 842162"/>
              <a:gd name="connsiteY1" fmla="*/ 448570 h 1367380"/>
              <a:gd name="connsiteX2" fmla="*/ 96954 w 842162"/>
              <a:gd name="connsiteY2" fmla="*/ 172261 h 1367380"/>
              <a:gd name="connsiteX3" fmla="*/ 424856 w 842162"/>
              <a:gd name="connsiteY3" fmla="*/ 22 h 1367380"/>
              <a:gd name="connsiteX4" fmla="*/ 720201 w 842162"/>
              <a:gd name="connsiteY4" fmla="*/ 170114 h 1367380"/>
              <a:gd name="connsiteX5" fmla="*/ 841839 w 842162"/>
              <a:gd name="connsiteY5" fmla="*/ 1012321 h 1367380"/>
              <a:gd name="connsiteX6" fmla="*/ 741987 w 842162"/>
              <a:gd name="connsiteY6" fmla="*/ 1303018 h 1367380"/>
              <a:gd name="connsiteX7" fmla="*/ 380221 w 842162"/>
              <a:gd name="connsiteY7" fmla="*/ 1356051 h 1367380"/>
              <a:gd name="connsiteX8" fmla="*/ 177395 w 842162"/>
              <a:gd name="connsiteY8" fmla="*/ 1140824 h 1367380"/>
              <a:gd name="connsiteX9" fmla="*/ 94438 w 842162"/>
              <a:gd name="connsiteY9" fmla="*/ 562948 h 1367380"/>
              <a:gd name="connsiteX10" fmla="*/ 9475 w 842162"/>
              <a:gd name="connsiteY10" fmla="*/ 579552 h 1367380"/>
              <a:gd name="connsiteX0" fmla="*/ 9475 w 842162"/>
              <a:gd name="connsiteY0" fmla="*/ 579628 h 1367456"/>
              <a:gd name="connsiteX1" fmla="*/ 68141 w 842162"/>
              <a:gd name="connsiteY1" fmla="*/ 448646 h 1367456"/>
              <a:gd name="connsiteX2" fmla="*/ 160918 w 842162"/>
              <a:gd name="connsiteY2" fmla="*/ 150520 h 1367456"/>
              <a:gd name="connsiteX3" fmla="*/ 424856 w 842162"/>
              <a:gd name="connsiteY3" fmla="*/ 98 h 1367456"/>
              <a:gd name="connsiteX4" fmla="*/ 720201 w 842162"/>
              <a:gd name="connsiteY4" fmla="*/ 170190 h 1367456"/>
              <a:gd name="connsiteX5" fmla="*/ 841839 w 842162"/>
              <a:gd name="connsiteY5" fmla="*/ 1012397 h 1367456"/>
              <a:gd name="connsiteX6" fmla="*/ 741987 w 842162"/>
              <a:gd name="connsiteY6" fmla="*/ 1303094 h 1367456"/>
              <a:gd name="connsiteX7" fmla="*/ 380221 w 842162"/>
              <a:gd name="connsiteY7" fmla="*/ 1356127 h 1367456"/>
              <a:gd name="connsiteX8" fmla="*/ 177395 w 842162"/>
              <a:gd name="connsiteY8" fmla="*/ 1140900 h 1367456"/>
              <a:gd name="connsiteX9" fmla="*/ 94438 w 842162"/>
              <a:gd name="connsiteY9" fmla="*/ 563024 h 1367456"/>
              <a:gd name="connsiteX10" fmla="*/ 9475 w 842162"/>
              <a:gd name="connsiteY10" fmla="*/ 579628 h 1367456"/>
              <a:gd name="connsiteX0" fmla="*/ 9475 w 840678"/>
              <a:gd name="connsiteY0" fmla="*/ 579628 h 1372792"/>
              <a:gd name="connsiteX1" fmla="*/ 68141 w 840678"/>
              <a:gd name="connsiteY1" fmla="*/ 448646 h 1372792"/>
              <a:gd name="connsiteX2" fmla="*/ 160918 w 840678"/>
              <a:gd name="connsiteY2" fmla="*/ 150520 h 1372792"/>
              <a:gd name="connsiteX3" fmla="*/ 424856 w 840678"/>
              <a:gd name="connsiteY3" fmla="*/ 98 h 1372792"/>
              <a:gd name="connsiteX4" fmla="*/ 720201 w 840678"/>
              <a:gd name="connsiteY4" fmla="*/ 170190 h 1372792"/>
              <a:gd name="connsiteX5" fmla="*/ 840342 w 840678"/>
              <a:gd name="connsiteY5" fmla="*/ 865377 h 1372792"/>
              <a:gd name="connsiteX6" fmla="*/ 741987 w 840678"/>
              <a:gd name="connsiteY6" fmla="*/ 1303094 h 1372792"/>
              <a:gd name="connsiteX7" fmla="*/ 380221 w 840678"/>
              <a:gd name="connsiteY7" fmla="*/ 1356127 h 1372792"/>
              <a:gd name="connsiteX8" fmla="*/ 177395 w 840678"/>
              <a:gd name="connsiteY8" fmla="*/ 1140900 h 1372792"/>
              <a:gd name="connsiteX9" fmla="*/ 94438 w 840678"/>
              <a:gd name="connsiteY9" fmla="*/ 563024 h 1372792"/>
              <a:gd name="connsiteX10" fmla="*/ 9475 w 840678"/>
              <a:gd name="connsiteY10" fmla="*/ 579628 h 1372792"/>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376"/>
              <a:gd name="connsiteY0" fmla="*/ 579628 h 1357062"/>
              <a:gd name="connsiteX1" fmla="*/ 68141 w 840376"/>
              <a:gd name="connsiteY1" fmla="*/ 448646 h 1357062"/>
              <a:gd name="connsiteX2" fmla="*/ 160918 w 840376"/>
              <a:gd name="connsiteY2" fmla="*/ 150520 h 1357062"/>
              <a:gd name="connsiteX3" fmla="*/ 424856 w 840376"/>
              <a:gd name="connsiteY3" fmla="*/ 98 h 1357062"/>
              <a:gd name="connsiteX4" fmla="*/ 720201 w 840376"/>
              <a:gd name="connsiteY4" fmla="*/ 170190 h 1357062"/>
              <a:gd name="connsiteX5" fmla="*/ 840342 w 840376"/>
              <a:gd name="connsiteY5" fmla="*/ 865377 h 1357062"/>
              <a:gd name="connsiteX6" fmla="*/ 710765 w 840376"/>
              <a:gd name="connsiteY6" fmla="*/ 1204262 h 1357062"/>
              <a:gd name="connsiteX7" fmla="*/ 380221 w 840376"/>
              <a:gd name="connsiteY7" fmla="*/ 1356127 h 1357062"/>
              <a:gd name="connsiteX8" fmla="*/ 177395 w 840376"/>
              <a:gd name="connsiteY8" fmla="*/ 1140900 h 1357062"/>
              <a:gd name="connsiteX9" fmla="*/ 94438 w 840376"/>
              <a:gd name="connsiteY9" fmla="*/ 563024 h 1357062"/>
              <a:gd name="connsiteX10" fmla="*/ 9475 w 840376"/>
              <a:gd name="connsiteY10" fmla="*/ 579628 h 1357062"/>
              <a:gd name="connsiteX0" fmla="*/ 9475 w 840376"/>
              <a:gd name="connsiteY0" fmla="*/ 579628 h 1357017"/>
              <a:gd name="connsiteX1" fmla="*/ 68141 w 840376"/>
              <a:gd name="connsiteY1" fmla="*/ 448646 h 1357017"/>
              <a:gd name="connsiteX2" fmla="*/ 160918 w 840376"/>
              <a:gd name="connsiteY2" fmla="*/ 150520 h 1357017"/>
              <a:gd name="connsiteX3" fmla="*/ 424856 w 840376"/>
              <a:gd name="connsiteY3" fmla="*/ 98 h 1357017"/>
              <a:gd name="connsiteX4" fmla="*/ 720201 w 840376"/>
              <a:gd name="connsiteY4" fmla="*/ 170190 h 1357017"/>
              <a:gd name="connsiteX5" fmla="*/ 840342 w 840376"/>
              <a:gd name="connsiteY5" fmla="*/ 865377 h 1357017"/>
              <a:gd name="connsiteX6" fmla="*/ 710765 w 840376"/>
              <a:gd name="connsiteY6" fmla="*/ 1204262 h 1357017"/>
              <a:gd name="connsiteX7" fmla="*/ 380221 w 840376"/>
              <a:gd name="connsiteY7" fmla="*/ 1356127 h 1357017"/>
              <a:gd name="connsiteX8" fmla="*/ 177395 w 840376"/>
              <a:gd name="connsiteY8" fmla="*/ 1140900 h 1357017"/>
              <a:gd name="connsiteX9" fmla="*/ 94438 w 840376"/>
              <a:gd name="connsiteY9" fmla="*/ 563024 h 1357017"/>
              <a:gd name="connsiteX10" fmla="*/ 9475 w 840376"/>
              <a:gd name="connsiteY10" fmla="*/ 579628 h 1357017"/>
              <a:gd name="connsiteX0" fmla="*/ 9475 w 840376"/>
              <a:gd name="connsiteY0" fmla="*/ 579625 h 1357014"/>
              <a:gd name="connsiteX1" fmla="*/ 68141 w 840376"/>
              <a:gd name="connsiteY1" fmla="*/ 448643 h 1357014"/>
              <a:gd name="connsiteX2" fmla="*/ 160918 w 840376"/>
              <a:gd name="connsiteY2" fmla="*/ 150517 h 1357014"/>
              <a:gd name="connsiteX3" fmla="*/ 424856 w 840376"/>
              <a:gd name="connsiteY3" fmla="*/ 95 h 1357014"/>
              <a:gd name="connsiteX4" fmla="*/ 720201 w 840376"/>
              <a:gd name="connsiteY4" fmla="*/ 170187 h 1357014"/>
              <a:gd name="connsiteX5" fmla="*/ 840342 w 840376"/>
              <a:gd name="connsiteY5" fmla="*/ 865374 h 1357014"/>
              <a:gd name="connsiteX6" fmla="*/ 710765 w 840376"/>
              <a:gd name="connsiteY6" fmla="*/ 1204259 h 1357014"/>
              <a:gd name="connsiteX7" fmla="*/ 380221 w 840376"/>
              <a:gd name="connsiteY7" fmla="*/ 1356124 h 1357014"/>
              <a:gd name="connsiteX8" fmla="*/ 177395 w 840376"/>
              <a:gd name="connsiteY8" fmla="*/ 1140897 h 1357014"/>
              <a:gd name="connsiteX9" fmla="*/ 94438 w 840376"/>
              <a:gd name="connsiteY9" fmla="*/ 563021 h 1357014"/>
              <a:gd name="connsiteX10" fmla="*/ 9475 w 840376"/>
              <a:gd name="connsiteY10" fmla="*/ 579625 h 1357014"/>
              <a:gd name="connsiteX0" fmla="*/ 9665 w 840566"/>
              <a:gd name="connsiteY0" fmla="*/ 579625 h 1357014"/>
              <a:gd name="connsiteX1" fmla="*/ 66604 w 840566"/>
              <a:gd name="connsiteY1" fmla="*/ 430137 h 1357014"/>
              <a:gd name="connsiteX2" fmla="*/ 161108 w 840566"/>
              <a:gd name="connsiteY2" fmla="*/ 150517 h 1357014"/>
              <a:gd name="connsiteX3" fmla="*/ 425046 w 840566"/>
              <a:gd name="connsiteY3" fmla="*/ 95 h 1357014"/>
              <a:gd name="connsiteX4" fmla="*/ 720391 w 840566"/>
              <a:gd name="connsiteY4" fmla="*/ 170187 h 1357014"/>
              <a:gd name="connsiteX5" fmla="*/ 840532 w 840566"/>
              <a:gd name="connsiteY5" fmla="*/ 865374 h 1357014"/>
              <a:gd name="connsiteX6" fmla="*/ 710955 w 840566"/>
              <a:gd name="connsiteY6" fmla="*/ 1204259 h 1357014"/>
              <a:gd name="connsiteX7" fmla="*/ 380411 w 840566"/>
              <a:gd name="connsiteY7" fmla="*/ 1356124 h 1357014"/>
              <a:gd name="connsiteX8" fmla="*/ 177585 w 840566"/>
              <a:gd name="connsiteY8" fmla="*/ 1140897 h 1357014"/>
              <a:gd name="connsiteX9" fmla="*/ 94628 w 840566"/>
              <a:gd name="connsiteY9" fmla="*/ 563021 h 1357014"/>
              <a:gd name="connsiteX10" fmla="*/ 9665 w 840566"/>
              <a:gd name="connsiteY10" fmla="*/ 579625 h 1357014"/>
              <a:gd name="connsiteX0" fmla="*/ 9665 w 840611"/>
              <a:gd name="connsiteY0" fmla="*/ 579798 h 1357187"/>
              <a:gd name="connsiteX1" fmla="*/ 66604 w 840611"/>
              <a:gd name="connsiteY1" fmla="*/ 430310 h 1357187"/>
              <a:gd name="connsiteX2" fmla="*/ 161108 w 840611"/>
              <a:gd name="connsiteY2" fmla="*/ 150690 h 1357187"/>
              <a:gd name="connsiteX3" fmla="*/ 425046 w 840611"/>
              <a:gd name="connsiteY3" fmla="*/ 268 h 1357187"/>
              <a:gd name="connsiteX4" fmla="*/ 697895 w 840611"/>
              <a:gd name="connsiteY4" fmla="*/ 142131 h 1357187"/>
              <a:gd name="connsiteX5" fmla="*/ 840532 w 840611"/>
              <a:gd name="connsiteY5" fmla="*/ 865547 h 1357187"/>
              <a:gd name="connsiteX6" fmla="*/ 710955 w 840611"/>
              <a:gd name="connsiteY6" fmla="*/ 1204432 h 1357187"/>
              <a:gd name="connsiteX7" fmla="*/ 380411 w 840611"/>
              <a:gd name="connsiteY7" fmla="*/ 1356297 h 1357187"/>
              <a:gd name="connsiteX8" fmla="*/ 177585 w 840611"/>
              <a:gd name="connsiteY8" fmla="*/ 1141070 h 1357187"/>
              <a:gd name="connsiteX9" fmla="*/ 94628 w 840611"/>
              <a:gd name="connsiteY9" fmla="*/ 563194 h 1357187"/>
              <a:gd name="connsiteX10" fmla="*/ 9665 w 840611"/>
              <a:gd name="connsiteY10" fmla="*/ 579798 h 1357187"/>
              <a:gd name="connsiteX0" fmla="*/ 9665 w 808266"/>
              <a:gd name="connsiteY0" fmla="*/ 579838 h 1357257"/>
              <a:gd name="connsiteX1" fmla="*/ 66604 w 808266"/>
              <a:gd name="connsiteY1" fmla="*/ 430350 h 1357257"/>
              <a:gd name="connsiteX2" fmla="*/ 161108 w 808266"/>
              <a:gd name="connsiteY2" fmla="*/ 150730 h 1357257"/>
              <a:gd name="connsiteX3" fmla="*/ 425046 w 808266"/>
              <a:gd name="connsiteY3" fmla="*/ 308 h 1357257"/>
              <a:gd name="connsiteX4" fmla="*/ 697895 w 808266"/>
              <a:gd name="connsiteY4" fmla="*/ 142171 h 1357257"/>
              <a:gd name="connsiteX5" fmla="*/ 808150 w 808266"/>
              <a:gd name="connsiteY5" fmla="*/ 874405 h 1357257"/>
              <a:gd name="connsiteX6" fmla="*/ 710955 w 808266"/>
              <a:gd name="connsiteY6" fmla="*/ 1204472 h 1357257"/>
              <a:gd name="connsiteX7" fmla="*/ 380411 w 808266"/>
              <a:gd name="connsiteY7" fmla="*/ 1356337 h 1357257"/>
              <a:gd name="connsiteX8" fmla="*/ 177585 w 808266"/>
              <a:gd name="connsiteY8" fmla="*/ 1141110 h 1357257"/>
              <a:gd name="connsiteX9" fmla="*/ 94628 w 808266"/>
              <a:gd name="connsiteY9" fmla="*/ 563234 h 1357257"/>
              <a:gd name="connsiteX10" fmla="*/ 9665 w 808266"/>
              <a:gd name="connsiteY10" fmla="*/ 579838 h 1357257"/>
              <a:gd name="connsiteX0" fmla="*/ 9665 w 808159"/>
              <a:gd name="connsiteY0" fmla="*/ 579838 h 1357293"/>
              <a:gd name="connsiteX1" fmla="*/ 66604 w 808159"/>
              <a:gd name="connsiteY1" fmla="*/ 430350 h 1357293"/>
              <a:gd name="connsiteX2" fmla="*/ 161108 w 808159"/>
              <a:gd name="connsiteY2" fmla="*/ 150730 h 1357293"/>
              <a:gd name="connsiteX3" fmla="*/ 425046 w 808159"/>
              <a:gd name="connsiteY3" fmla="*/ 308 h 1357293"/>
              <a:gd name="connsiteX4" fmla="*/ 697895 w 808159"/>
              <a:gd name="connsiteY4" fmla="*/ 142171 h 1357293"/>
              <a:gd name="connsiteX5" fmla="*/ 808150 w 808159"/>
              <a:gd name="connsiteY5" fmla="*/ 874405 h 1357293"/>
              <a:gd name="connsiteX6" fmla="*/ 693344 w 808159"/>
              <a:gd name="connsiteY6" fmla="*/ 1205450 h 1357293"/>
              <a:gd name="connsiteX7" fmla="*/ 380411 w 808159"/>
              <a:gd name="connsiteY7" fmla="*/ 1356337 h 1357293"/>
              <a:gd name="connsiteX8" fmla="*/ 177585 w 808159"/>
              <a:gd name="connsiteY8" fmla="*/ 1141110 h 1357293"/>
              <a:gd name="connsiteX9" fmla="*/ 94628 w 808159"/>
              <a:gd name="connsiteY9" fmla="*/ 563234 h 1357293"/>
              <a:gd name="connsiteX10" fmla="*/ 9665 w 808159"/>
              <a:gd name="connsiteY10" fmla="*/ 579838 h 1357293"/>
              <a:gd name="connsiteX0" fmla="*/ 9665 w 808159"/>
              <a:gd name="connsiteY0" fmla="*/ 579838 h 1330744"/>
              <a:gd name="connsiteX1" fmla="*/ 66604 w 808159"/>
              <a:gd name="connsiteY1" fmla="*/ 430350 h 1330744"/>
              <a:gd name="connsiteX2" fmla="*/ 161108 w 808159"/>
              <a:gd name="connsiteY2" fmla="*/ 150730 h 1330744"/>
              <a:gd name="connsiteX3" fmla="*/ 425046 w 808159"/>
              <a:gd name="connsiteY3" fmla="*/ 308 h 1330744"/>
              <a:gd name="connsiteX4" fmla="*/ 697895 w 808159"/>
              <a:gd name="connsiteY4" fmla="*/ 142171 h 1330744"/>
              <a:gd name="connsiteX5" fmla="*/ 808150 w 808159"/>
              <a:gd name="connsiteY5" fmla="*/ 874405 h 1330744"/>
              <a:gd name="connsiteX6" fmla="*/ 693344 w 808159"/>
              <a:gd name="connsiteY6" fmla="*/ 1205450 h 1330744"/>
              <a:gd name="connsiteX7" fmla="*/ 366891 w 808159"/>
              <a:gd name="connsiteY7" fmla="*/ 1329481 h 1330744"/>
              <a:gd name="connsiteX8" fmla="*/ 177585 w 808159"/>
              <a:gd name="connsiteY8" fmla="*/ 1141110 h 1330744"/>
              <a:gd name="connsiteX9" fmla="*/ 94628 w 808159"/>
              <a:gd name="connsiteY9" fmla="*/ 563234 h 1330744"/>
              <a:gd name="connsiteX10" fmla="*/ 9665 w 808159"/>
              <a:gd name="connsiteY10" fmla="*/ 579838 h 1330744"/>
              <a:gd name="connsiteX0" fmla="*/ 9665 w 808228"/>
              <a:gd name="connsiteY0" fmla="*/ 579772 h 1330678"/>
              <a:gd name="connsiteX1" fmla="*/ 66604 w 808228"/>
              <a:gd name="connsiteY1" fmla="*/ 430284 h 1330678"/>
              <a:gd name="connsiteX2" fmla="*/ 161108 w 808228"/>
              <a:gd name="connsiteY2" fmla="*/ 150664 h 1330678"/>
              <a:gd name="connsiteX3" fmla="*/ 425046 w 808228"/>
              <a:gd name="connsiteY3" fmla="*/ 242 h 1330678"/>
              <a:gd name="connsiteX4" fmla="*/ 680284 w 808228"/>
              <a:gd name="connsiteY4" fmla="*/ 143084 h 1330678"/>
              <a:gd name="connsiteX5" fmla="*/ 808150 w 808228"/>
              <a:gd name="connsiteY5" fmla="*/ 874339 h 1330678"/>
              <a:gd name="connsiteX6" fmla="*/ 693344 w 808228"/>
              <a:gd name="connsiteY6" fmla="*/ 1205384 h 1330678"/>
              <a:gd name="connsiteX7" fmla="*/ 366891 w 808228"/>
              <a:gd name="connsiteY7" fmla="*/ 1329415 h 1330678"/>
              <a:gd name="connsiteX8" fmla="*/ 177585 w 808228"/>
              <a:gd name="connsiteY8" fmla="*/ 1141044 h 1330678"/>
              <a:gd name="connsiteX9" fmla="*/ 94628 w 808228"/>
              <a:gd name="connsiteY9" fmla="*/ 563168 h 1330678"/>
              <a:gd name="connsiteX10" fmla="*/ 9665 w 808228"/>
              <a:gd name="connsiteY10" fmla="*/ 579772 h 1330678"/>
              <a:gd name="connsiteX0" fmla="*/ 11494 w 796231"/>
              <a:gd name="connsiteY0" fmla="*/ 593372 h 1330678"/>
              <a:gd name="connsiteX1" fmla="*/ 54607 w 796231"/>
              <a:gd name="connsiteY1" fmla="*/ 430284 h 1330678"/>
              <a:gd name="connsiteX2" fmla="*/ 149111 w 796231"/>
              <a:gd name="connsiteY2" fmla="*/ 150664 h 1330678"/>
              <a:gd name="connsiteX3" fmla="*/ 413049 w 796231"/>
              <a:gd name="connsiteY3" fmla="*/ 242 h 1330678"/>
              <a:gd name="connsiteX4" fmla="*/ 668287 w 796231"/>
              <a:gd name="connsiteY4" fmla="*/ 143084 h 1330678"/>
              <a:gd name="connsiteX5" fmla="*/ 796153 w 796231"/>
              <a:gd name="connsiteY5" fmla="*/ 874339 h 1330678"/>
              <a:gd name="connsiteX6" fmla="*/ 681347 w 796231"/>
              <a:gd name="connsiteY6" fmla="*/ 1205384 h 1330678"/>
              <a:gd name="connsiteX7" fmla="*/ 354894 w 796231"/>
              <a:gd name="connsiteY7" fmla="*/ 1329415 h 1330678"/>
              <a:gd name="connsiteX8" fmla="*/ 165588 w 796231"/>
              <a:gd name="connsiteY8" fmla="*/ 1141044 h 1330678"/>
              <a:gd name="connsiteX9" fmla="*/ 82631 w 796231"/>
              <a:gd name="connsiteY9" fmla="*/ 563168 h 1330678"/>
              <a:gd name="connsiteX10" fmla="*/ 11494 w 796231"/>
              <a:gd name="connsiteY10" fmla="*/ 593372 h 1330678"/>
              <a:gd name="connsiteX0" fmla="*/ 3439 w 788176"/>
              <a:gd name="connsiteY0" fmla="*/ 593372 h 1330678"/>
              <a:gd name="connsiteX1" fmla="*/ 46552 w 788176"/>
              <a:gd name="connsiteY1" fmla="*/ 430284 h 1330678"/>
              <a:gd name="connsiteX2" fmla="*/ 141056 w 788176"/>
              <a:gd name="connsiteY2" fmla="*/ 150664 h 1330678"/>
              <a:gd name="connsiteX3" fmla="*/ 404994 w 788176"/>
              <a:gd name="connsiteY3" fmla="*/ 242 h 1330678"/>
              <a:gd name="connsiteX4" fmla="*/ 660232 w 788176"/>
              <a:gd name="connsiteY4" fmla="*/ 143084 h 1330678"/>
              <a:gd name="connsiteX5" fmla="*/ 788098 w 788176"/>
              <a:gd name="connsiteY5" fmla="*/ 874339 h 1330678"/>
              <a:gd name="connsiteX6" fmla="*/ 673292 w 788176"/>
              <a:gd name="connsiteY6" fmla="*/ 1205384 h 1330678"/>
              <a:gd name="connsiteX7" fmla="*/ 346839 w 788176"/>
              <a:gd name="connsiteY7" fmla="*/ 1329415 h 1330678"/>
              <a:gd name="connsiteX8" fmla="*/ 157533 w 788176"/>
              <a:gd name="connsiteY8" fmla="*/ 1141044 h 1330678"/>
              <a:gd name="connsiteX9" fmla="*/ 74576 w 788176"/>
              <a:gd name="connsiteY9" fmla="*/ 563168 h 1330678"/>
              <a:gd name="connsiteX10" fmla="*/ 3439 w 788176"/>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74535 w 788135"/>
              <a:gd name="connsiteY9" fmla="*/ 563168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691 w 785392"/>
              <a:gd name="connsiteY0" fmla="*/ 599057 h 1330678"/>
              <a:gd name="connsiteX1" fmla="*/ 44220 w 785392"/>
              <a:gd name="connsiteY1" fmla="*/ 421479 h 1330678"/>
              <a:gd name="connsiteX2" fmla="*/ 138272 w 785392"/>
              <a:gd name="connsiteY2" fmla="*/ 150664 h 1330678"/>
              <a:gd name="connsiteX3" fmla="*/ 402210 w 785392"/>
              <a:gd name="connsiteY3" fmla="*/ 242 h 1330678"/>
              <a:gd name="connsiteX4" fmla="*/ 657448 w 785392"/>
              <a:gd name="connsiteY4" fmla="*/ 143084 h 1330678"/>
              <a:gd name="connsiteX5" fmla="*/ 785314 w 785392"/>
              <a:gd name="connsiteY5" fmla="*/ 874339 h 1330678"/>
              <a:gd name="connsiteX6" fmla="*/ 670508 w 785392"/>
              <a:gd name="connsiteY6" fmla="*/ 1205384 h 1330678"/>
              <a:gd name="connsiteX7" fmla="*/ 344055 w 785392"/>
              <a:gd name="connsiteY7" fmla="*/ 1329415 h 1330678"/>
              <a:gd name="connsiteX8" fmla="*/ 154749 w 785392"/>
              <a:gd name="connsiteY8" fmla="*/ 1141044 h 1330678"/>
              <a:gd name="connsiteX9" fmla="*/ 65848 w 785392"/>
              <a:gd name="connsiteY9" fmla="*/ 566957 h 1330678"/>
              <a:gd name="connsiteX10" fmla="*/ 3691 w 785392"/>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67586 w 787130"/>
              <a:gd name="connsiteY9" fmla="*/ 566957 h 1330678"/>
              <a:gd name="connsiteX10" fmla="*/ 5429 w 787130"/>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58183 w 787130"/>
              <a:gd name="connsiteY9" fmla="*/ 568228 h 1330678"/>
              <a:gd name="connsiteX10" fmla="*/ 5429 w 787130"/>
              <a:gd name="connsiteY10" fmla="*/ 599057 h 1330678"/>
              <a:gd name="connsiteX0" fmla="*/ 5429 w 787130"/>
              <a:gd name="connsiteY0" fmla="*/ 751347 h 1482968"/>
              <a:gd name="connsiteX1" fmla="*/ 45958 w 787130"/>
              <a:gd name="connsiteY1" fmla="*/ 573769 h 1482968"/>
              <a:gd name="connsiteX2" fmla="*/ 140010 w 787130"/>
              <a:gd name="connsiteY2" fmla="*/ 302954 h 1482968"/>
              <a:gd name="connsiteX3" fmla="*/ 403948 w 787130"/>
              <a:gd name="connsiteY3" fmla="*/ 9 h 1482968"/>
              <a:gd name="connsiteX4" fmla="*/ 659186 w 787130"/>
              <a:gd name="connsiteY4" fmla="*/ 295374 h 1482968"/>
              <a:gd name="connsiteX5" fmla="*/ 787052 w 787130"/>
              <a:gd name="connsiteY5" fmla="*/ 1026629 h 1482968"/>
              <a:gd name="connsiteX6" fmla="*/ 672246 w 787130"/>
              <a:gd name="connsiteY6" fmla="*/ 1357674 h 1482968"/>
              <a:gd name="connsiteX7" fmla="*/ 345793 w 787130"/>
              <a:gd name="connsiteY7" fmla="*/ 1481705 h 1482968"/>
              <a:gd name="connsiteX8" fmla="*/ 156487 w 787130"/>
              <a:gd name="connsiteY8" fmla="*/ 1293334 h 1482968"/>
              <a:gd name="connsiteX9" fmla="*/ 58183 w 787130"/>
              <a:gd name="connsiteY9" fmla="*/ 720518 h 1482968"/>
              <a:gd name="connsiteX10" fmla="*/ 5429 w 787130"/>
              <a:gd name="connsiteY10" fmla="*/ 751347 h 1482968"/>
              <a:gd name="connsiteX0" fmla="*/ 5429 w 787052"/>
              <a:gd name="connsiteY0" fmla="*/ 754100 h 1485721"/>
              <a:gd name="connsiteX1" fmla="*/ 45958 w 787052"/>
              <a:gd name="connsiteY1" fmla="*/ 576522 h 1485721"/>
              <a:gd name="connsiteX2" fmla="*/ 140010 w 787052"/>
              <a:gd name="connsiteY2" fmla="*/ 305707 h 1485721"/>
              <a:gd name="connsiteX3" fmla="*/ 403948 w 787052"/>
              <a:gd name="connsiteY3" fmla="*/ 2762 h 1485721"/>
              <a:gd name="connsiteX4" fmla="*/ 672102 w 787052"/>
              <a:gd name="connsiteY4" fmla="*/ 209565 h 1485721"/>
              <a:gd name="connsiteX5" fmla="*/ 787052 w 787052"/>
              <a:gd name="connsiteY5" fmla="*/ 1029382 h 1485721"/>
              <a:gd name="connsiteX6" fmla="*/ 672246 w 787052"/>
              <a:gd name="connsiteY6" fmla="*/ 1360427 h 1485721"/>
              <a:gd name="connsiteX7" fmla="*/ 345793 w 787052"/>
              <a:gd name="connsiteY7" fmla="*/ 1484458 h 1485721"/>
              <a:gd name="connsiteX8" fmla="*/ 156487 w 787052"/>
              <a:gd name="connsiteY8" fmla="*/ 1296087 h 1485721"/>
              <a:gd name="connsiteX9" fmla="*/ 58183 w 787052"/>
              <a:gd name="connsiteY9" fmla="*/ 723271 h 1485721"/>
              <a:gd name="connsiteX10" fmla="*/ 5429 w 787052"/>
              <a:gd name="connsiteY10" fmla="*/ 754100 h 1485721"/>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58183 w 787052"/>
              <a:gd name="connsiteY9" fmla="*/ 72057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782 w 785613"/>
              <a:gd name="connsiteY0" fmla="*/ 784164 h 1483020"/>
              <a:gd name="connsiteX1" fmla="*/ 44519 w 785613"/>
              <a:gd name="connsiteY1" fmla="*/ 573821 h 1483020"/>
              <a:gd name="connsiteX2" fmla="*/ 138571 w 785613"/>
              <a:gd name="connsiteY2" fmla="*/ 189844 h 1483020"/>
              <a:gd name="connsiteX3" fmla="*/ 402509 w 785613"/>
              <a:gd name="connsiteY3" fmla="*/ 61 h 1483020"/>
              <a:gd name="connsiteX4" fmla="*/ 670663 w 785613"/>
              <a:gd name="connsiteY4" fmla="*/ 206864 h 1483020"/>
              <a:gd name="connsiteX5" fmla="*/ 785613 w 785613"/>
              <a:gd name="connsiteY5" fmla="*/ 1026681 h 1483020"/>
              <a:gd name="connsiteX6" fmla="*/ 670807 w 785613"/>
              <a:gd name="connsiteY6" fmla="*/ 1357726 h 1483020"/>
              <a:gd name="connsiteX7" fmla="*/ 344354 w 785613"/>
              <a:gd name="connsiteY7" fmla="*/ 1481757 h 1483020"/>
              <a:gd name="connsiteX8" fmla="*/ 155048 w 785613"/>
              <a:gd name="connsiteY8" fmla="*/ 1293386 h 1483020"/>
              <a:gd name="connsiteX9" fmla="*/ 69660 w 785613"/>
              <a:gd name="connsiteY9" fmla="*/ 755010 h 1483020"/>
              <a:gd name="connsiteX10" fmla="*/ 5782 w 785613"/>
              <a:gd name="connsiteY10" fmla="*/ 784164 h 1483020"/>
              <a:gd name="connsiteX0" fmla="*/ 5430 w 785261"/>
              <a:gd name="connsiteY0" fmla="*/ 784162 h 1483018"/>
              <a:gd name="connsiteX1" fmla="*/ 45959 w 785261"/>
              <a:gd name="connsiteY1" fmla="*/ 546516 h 1483018"/>
              <a:gd name="connsiteX2" fmla="*/ 138219 w 785261"/>
              <a:gd name="connsiteY2" fmla="*/ 189842 h 1483018"/>
              <a:gd name="connsiteX3" fmla="*/ 402157 w 785261"/>
              <a:gd name="connsiteY3" fmla="*/ 59 h 1483018"/>
              <a:gd name="connsiteX4" fmla="*/ 670311 w 785261"/>
              <a:gd name="connsiteY4" fmla="*/ 206862 h 1483018"/>
              <a:gd name="connsiteX5" fmla="*/ 785261 w 785261"/>
              <a:gd name="connsiteY5" fmla="*/ 1026679 h 1483018"/>
              <a:gd name="connsiteX6" fmla="*/ 670455 w 785261"/>
              <a:gd name="connsiteY6" fmla="*/ 1357724 h 1483018"/>
              <a:gd name="connsiteX7" fmla="*/ 344002 w 785261"/>
              <a:gd name="connsiteY7" fmla="*/ 1481755 h 1483018"/>
              <a:gd name="connsiteX8" fmla="*/ 154696 w 785261"/>
              <a:gd name="connsiteY8" fmla="*/ 1293384 h 1483018"/>
              <a:gd name="connsiteX9" fmla="*/ 69308 w 785261"/>
              <a:gd name="connsiteY9" fmla="*/ 755008 h 1483018"/>
              <a:gd name="connsiteX10" fmla="*/ 5430 w 785261"/>
              <a:gd name="connsiteY10" fmla="*/ 784162 h 1483018"/>
              <a:gd name="connsiteX0" fmla="*/ 7552 w 778423"/>
              <a:gd name="connsiteY0" fmla="*/ 822387 h 1483018"/>
              <a:gd name="connsiteX1" fmla="*/ 39121 w 778423"/>
              <a:gd name="connsiteY1" fmla="*/ 546516 h 1483018"/>
              <a:gd name="connsiteX2" fmla="*/ 131381 w 778423"/>
              <a:gd name="connsiteY2" fmla="*/ 189842 h 1483018"/>
              <a:gd name="connsiteX3" fmla="*/ 395319 w 778423"/>
              <a:gd name="connsiteY3" fmla="*/ 59 h 1483018"/>
              <a:gd name="connsiteX4" fmla="*/ 663473 w 778423"/>
              <a:gd name="connsiteY4" fmla="*/ 206862 h 1483018"/>
              <a:gd name="connsiteX5" fmla="*/ 778423 w 778423"/>
              <a:gd name="connsiteY5" fmla="*/ 1026679 h 1483018"/>
              <a:gd name="connsiteX6" fmla="*/ 663617 w 778423"/>
              <a:gd name="connsiteY6" fmla="*/ 1357724 h 1483018"/>
              <a:gd name="connsiteX7" fmla="*/ 337164 w 778423"/>
              <a:gd name="connsiteY7" fmla="*/ 1481755 h 1483018"/>
              <a:gd name="connsiteX8" fmla="*/ 147858 w 778423"/>
              <a:gd name="connsiteY8" fmla="*/ 1293384 h 1483018"/>
              <a:gd name="connsiteX9" fmla="*/ 62470 w 778423"/>
              <a:gd name="connsiteY9" fmla="*/ 755008 h 1483018"/>
              <a:gd name="connsiteX10" fmla="*/ 7552 w 778423"/>
              <a:gd name="connsiteY10" fmla="*/ 822387 h 1483018"/>
              <a:gd name="connsiteX0" fmla="*/ 5173 w 776044"/>
              <a:gd name="connsiteY0" fmla="*/ 822387 h 1483018"/>
              <a:gd name="connsiteX1" fmla="*/ 36742 w 776044"/>
              <a:gd name="connsiteY1" fmla="*/ 546516 h 1483018"/>
              <a:gd name="connsiteX2" fmla="*/ 129002 w 776044"/>
              <a:gd name="connsiteY2" fmla="*/ 189842 h 1483018"/>
              <a:gd name="connsiteX3" fmla="*/ 392940 w 776044"/>
              <a:gd name="connsiteY3" fmla="*/ 59 h 1483018"/>
              <a:gd name="connsiteX4" fmla="*/ 661094 w 776044"/>
              <a:gd name="connsiteY4" fmla="*/ 206862 h 1483018"/>
              <a:gd name="connsiteX5" fmla="*/ 776044 w 776044"/>
              <a:gd name="connsiteY5" fmla="*/ 1026679 h 1483018"/>
              <a:gd name="connsiteX6" fmla="*/ 661238 w 776044"/>
              <a:gd name="connsiteY6" fmla="*/ 1357724 h 1483018"/>
              <a:gd name="connsiteX7" fmla="*/ 334785 w 776044"/>
              <a:gd name="connsiteY7" fmla="*/ 1481755 h 1483018"/>
              <a:gd name="connsiteX8" fmla="*/ 145479 w 776044"/>
              <a:gd name="connsiteY8" fmla="*/ 1293384 h 1483018"/>
              <a:gd name="connsiteX9" fmla="*/ 60091 w 776044"/>
              <a:gd name="connsiteY9" fmla="*/ 755008 h 1483018"/>
              <a:gd name="connsiteX10" fmla="*/ 5173 w 776044"/>
              <a:gd name="connsiteY10" fmla="*/ 822387 h 1483018"/>
              <a:gd name="connsiteX0" fmla="*/ 3111 w 773982"/>
              <a:gd name="connsiteY0" fmla="*/ 822384 h 1483015"/>
              <a:gd name="connsiteX1" fmla="*/ 43640 w 773982"/>
              <a:gd name="connsiteY1" fmla="*/ 516479 h 1483015"/>
              <a:gd name="connsiteX2" fmla="*/ 126940 w 773982"/>
              <a:gd name="connsiteY2" fmla="*/ 189839 h 1483015"/>
              <a:gd name="connsiteX3" fmla="*/ 390878 w 773982"/>
              <a:gd name="connsiteY3" fmla="*/ 56 h 1483015"/>
              <a:gd name="connsiteX4" fmla="*/ 659032 w 773982"/>
              <a:gd name="connsiteY4" fmla="*/ 206859 h 1483015"/>
              <a:gd name="connsiteX5" fmla="*/ 773982 w 773982"/>
              <a:gd name="connsiteY5" fmla="*/ 1026676 h 1483015"/>
              <a:gd name="connsiteX6" fmla="*/ 659176 w 773982"/>
              <a:gd name="connsiteY6" fmla="*/ 1357721 h 1483015"/>
              <a:gd name="connsiteX7" fmla="*/ 332723 w 773982"/>
              <a:gd name="connsiteY7" fmla="*/ 1481752 h 1483015"/>
              <a:gd name="connsiteX8" fmla="*/ 143417 w 773982"/>
              <a:gd name="connsiteY8" fmla="*/ 1293381 h 1483015"/>
              <a:gd name="connsiteX9" fmla="*/ 58029 w 773982"/>
              <a:gd name="connsiteY9" fmla="*/ 755005 h 1483015"/>
              <a:gd name="connsiteX10" fmla="*/ 3111 w 773982"/>
              <a:gd name="connsiteY10" fmla="*/ 822384 h 1483015"/>
              <a:gd name="connsiteX0" fmla="*/ 3111 w 773982"/>
              <a:gd name="connsiteY0" fmla="*/ 822399 h 1483030"/>
              <a:gd name="connsiteX1" fmla="*/ 43640 w 773982"/>
              <a:gd name="connsiteY1" fmla="*/ 516494 h 1483030"/>
              <a:gd name="connsiteX2" fmla="*/ 126940 w 773982"/>
              <a:gd name="connsiteY2" fmla="*/ 189854 h 1483030"/>
              <a:gd name="connsiteX3" fmla="*/ 390878 w 773982"/>
              <a:gd name="connsiteY3" fmla="*/ 71 h 1483030"/>
              <a:gd name="connsiteX4" fmla="*/ 659032 w 773982"/>
              <a:gd name="connsiteY4" fmla="*/ 206874 h 1483030"/>
              <a:gd name="connsiteX5" fmla="*/ 773982 w 773982"/>
              <a:gd name="connsiteY5" fmla="*/ 1026691 h 1483030"/>
              <a:gd name="connsiteX6" fmla="*/ 659176 w 773982"/>
              <a:gd name="connsiteY6" fmla="*/ 1357736 h 1483030"/>
              <a:gd name="connsiteX7" fmla="*/ 332723 w 773982"/>
              <a:gd name="connsiteY7" fmla="*/ 1481767 h 1483030"/>
              <a:gd name="connsiteX8" fmla="*/ 143417 w 773982"/>
              <a:gd name="connsiteY8" fmla="*/ 1293396 h 1483030"/>
              <a:gd name="connsiteX9" fmla="*/ 58029 w 773982"/>
              <a:gd name="connsiteY9" fmla="*/ 755020 h 1483030"/>
              <a:gd name="connsiteX10" fmla="*/ 3111 w 773982"/>
              <a:gd name="connsiteY10" fmla="*/ 822399 h 1483030"/>
              <a:gd name="connsiteX0" fmla="*/ 1158 w 772029"/>
              <a:gd name="connsiteY0" fmla="*/ 822384 h 1483015"/>
              <a:gd name="connsiteX1" fmla="*/ 66600 w 772029"/>
              <a:gd name="connsiteY1" fmla="*/ 513029 h 1483015"/>
              <a:gd name="connsiteX2" fmla="*/ 124987 w 772029"/>
              <a:gd name="connsiteY2" fmla="*/ 189839 h 1483015"/>
              <a:gd name="connsiteX3" fmla="*/ 388925 w 772029"/>
              <a:gd name="connsiteY3" fmla="*/ 56 h 1483015"/>
              <a:gd name="connsiteX4" fmla="*/ 657079 w 772029"/>
              <a:gd name="connsiteY4" fmla="*/ 206859 h 1483015"/>
              <a:gd name="connsiteX5" fmla="*/ 772029 w 772029"/>
              <a:gd name="connsiteY5" fmla="*/ 1026676 h 1483015"/>
              <a:gd name="connsiteX6" fmla="*/ 657223 w 772029"/>
              <a:gd name="connsiteY6" fmla="*/ 1357721 h 1483015"/>
              <a:gd name="connsiteX7" fmla="*/ 330770 w 772029"/>
              <a:gd name="connsiteY7" fmla="*/ 1481752 h 1483015"/>
              <a:gd name="connsiteX8" fmla="*/ 141464 w 772029"/>
              <a:gd name="connsiteY8" fmla="*/ 1293381 h 1483015"/>
              <a:gd name="connsiteX9" fmla="*/ 56076 w 772029"/>
              <a:gd name="connsiteY9" fmla="*/ 755005 h 1483015"/>
              <a:gd name="connsiteX10" fmla="*/ 1158 w 772029"/>
              <a:gd name="connsiteY10" fmla="*/ 822384 h 1483015"/>
              <a:gd name="connsiteX0" fmla="*/ 923 w 771794"/>
              <a:gd name="connsiteY0" fmla="*/ 822384 h 1483015"/>
              <a:gd name="connsiteX1" fmla="*/ 75424 w 771794"/>
              <a:gd name="connsiteY1" fmla="*/ 513030 h 1483015"/>
              <a:gd name="connsiteX2" fmla="*/ 124752 w 771794"/>
              <a:gd name="connsiteY2" fmla="*/ 189839 h 1483015"/>
              <a:gd name="connsiteX3" fmla="*/ 388690 w 771794"/>
              <a:gd name="connsiteY3" fmla="*/ 56 h 1483015"/>
              <a:gd name="connsiteX4" fmla="*/ 656844 w 771794"/>
              <a:gd name="connsiteY4" fmla="*/ 206859 h 1483015"/>
              <a:gd name="connsiteX5" fmla="*/ 771794 w 771794"/>
              <a:gd name="connsiteY5" fmla="*/ 1026676 h 1483015"/>
              <a:gd name="connsiteX6" fmla="*/ 656988 w 771794"/>
              <a:gd name="connsiteY6" fmla="*/ 1357721 h 1483015"/>
              <a:gd name="connsiteX7" fmla="*/ 330535 w 771794"/>
              <a:gd name="connsiteY7" fmla="*/ 1481752 h 1483015"/>
              <a:gd name="connsiteX8" fmla="*/ 141229 w 771794"/>
              <a:gd name="connsiteY8" fmla="*/ 1293381 h 1483015"/>
              <a:gd name="connsiteX9" fmla="*/ 55841 w 771794"/>
              <a:gd name="connsiteY9" fmla="*/ 755005 h 1483015"/>
              <a:gd name="connsiteX10" fmla="*/ 923 w 771794"/>
              <a:gd name="connsiteY10" fmla="*/ 822384 h 1483015"/>
              <a:gd name="connsiteX0" fmla="*/ 923 w 771794"/>
              <a:gd name="connsiteY0" fmla="*/ 822427 h 1483058"/>
              <a:gd name="connsiteX1" fmla="*/ 75424 w 771794"/>
              <a:gd name="connsiteY1" fmla="*/ 513073 h 1483058"/>
              <a:gd name="connsiteX2" fmla="*/ 124752 w 771794"/>
              <a:gd name="connsiteY2" fmla="*/ 220941 h 1483058"/>
              <a:gd name="connsiteX3" fmla="*/ 388690 w 771794"/>
              <a:gd name="connsiteY3" fmla="*/ 99 h 1483058"/>
              <a:gd name="connsiteX4" fmla="*/ 656844 w 771794"/>
              <a:gd name="connsiteY4" fmla="*/ 206902 h 1483058"/>
              <a:gd name="connsiteX5" fmla="*/ 771794 w 771794"/>
              <a:gd name="connsiteY5" fmla="*/ 1026719 h 1483058"/>
              <a:gd name="connsiteX6" fmla="*/ 656988 w 771794"/>
              <a:gd name="connsiteY6" fmla="*/ 1357764 h 1483058"/>
              <a:gd name="connsiteX7" fmla="*/ 330535 w 771794"/>
              <a:gd name="connsiteY7" fmla="*/ 1481795 h 1483058"/>
              <a:gd name="connsiteX8" fmla="*/ 141229 w 771794"/>
              <a:gd name="connsiteY8" fmla="*/ 1293424 h 1483058"/>
              <a:gd name="connsiteX9" fmla="*/ 55841 w 771794"/>
              <a:gd name="connsiteY9" fmla="*/ 755048 h 1483058"/>
              <a:gd name="connsiteX10" fmla="*/ 923 w 771794"/>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6018 w 772912"/>
              <a:gd name="connsiteY9" fmla="*/ 744695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8283 w 772912"/>
              <a:gd name="connsiteY9" fmla="*/ 758499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041 w 772912"/>
              <a:gd name="connsiteY0" fmla="*/ 822427 h 1483058"/>
              <a:gd name="connsiteX1" fmla="*/ 76542 w 772912"/>
              <a:gd name="connsiteY1" fmla="*/ 561386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4 h 1483058"/>
              <a:gd name="connsiteX9" fmla="*/ 73509 w 773608"/>
              <a:gd name="connsiteY9" fmla="*/ 751597 h 1483058"/>
              <a:gd name="connsiteX10" fmla="*/ 2737 w 773608"/>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5 h 1483058"/>
              <a:gd name="connsiteX9" fmla="*/ 73509 w 773608"/>
              <a:gd name="connsiteY9" fmla="*/ 751597 h 1483058"/>
              <a:gd name="connsiteX10" fmla="*/ 2737 w 773608"/>
              <a:gd name="connsiteY10" fmla="*/ 822427 h 1483058"/>
              <a:gd name="connsiteX0" fmla="*/ 2737 w 773608"/>
              <a:gd name="connsiteY0" fmla="*/ 784686 h 1445317"/>
              <a:gd name="connsiteX1" fmla="*/ 70444 w 773608"/>
              <a:gd name="connsiteY1" fmla="*/ 537449 h 1445317"/>
              <a:gd name="connsiteX2" fmla="*/ 126566 w 773608"/>
              <a:gd name="connsiteY2" fmla="*/ 183200 h 1445317"/>
              <a:gd name="connsiteX3" fmla="*/ 388239 w 773608"/>
              <a:gd name="connsiteY3" fmla="*/ 318 h 1445317"/>
              <a:gd name="connsiteX4" fmla="*/ 658658 w 773608"/>
              <a:gd name="connsiteY4" fmla="*/ 169161 h 1445317"/>
              <a:gd name="connsiteX5" fmla="*/ 773608 w 773608"/>
              <a:gd name="connsiteY5" fmla="*/ 988978 h 1445317"/>
              <a:gd name="connsiteX6" fmla="*/ 658802 w 773608"/>
              <a:gd name="connsiteY6" fmla="*/ 1320023 h 1445317"/>
              <a:gd name="connsiteX7" fmla="*/ 332349 w 773608"/>
              <a:gd name="connsiteY7" fmla="*/ 1444054 h 1445317"/>
              <a:gd name="connsiteX8" fmla="*/ 143043 w 773608"/>
              <a:gd name="connsiteY8" fmla="*/ 1255684 h 1445317"/>
              <a:gd name="connsiteX9" fmla="*/ 73509 w 773608"/>
              <a:gd name="connsiteY9" fmla="*/ 713856 h 1445317"/>
              <a:gd name="connsiteX10" fmla="*/ 2737 w 773608"/>
              <a:gd name="connsiteY10" fmla="*/ 784686 h 1445317"/>
              <a:gd name="connsiteX0" fmla="*/ 2737 w 773608"/>
              <a:gd name="connsiteY0" fmla="*/ 786943 h 1447574"/>
              <a:gd name="connsiteX1" fmla="*/ 70444 w 773608"/>
              <a:gd name="connsiteY1" fmla="*/ 539706 h 1447574"/>
              <a:gd name="connsiteX2" fmla="*/ 137890 w 773608"/>
              <a:gd name="connsiteY2" fmla="*/ 233770 h 1447574"/>
              <a:gd name="connsiteX3" fmla="*/ 388239 w 773608"/>
              <a:gd name="connsiteY3" fmla="*/ 2575 h 1447574"/>
              <a:gd name="connsiteX4" fmla="*/ 658658 w 773608"/>
              <a:gd name="connsiteY4" fmla="*/ 171418 h 1447574"/>
              <a:gd name="connsiteX5" fmla="*/ 773608 w 773608"/>
              <a:gd name="connsiteY5" fmla="*/ 991235 h 1447574"/>
              <a:gd name="connsiteX6" fmla="*/ 658802 w 773608"/>
              <a:gd name="connsiteY6" fmla="*/ 1322280 h 1447574"/>
              <a:gd name="connsiteX7" fmla="*/ 332349 w 773608"/>
              <a:gd name="connsiteY7" fmla="*/ 1446311 h 1447574"/>
              <a:gd name="connsiteX8" fmla="*/ 143043 w 773608"/>
              <a:gd name="connsiteY8" fmla="*/ 1257941 h 1447574"/>
              <a:gd name="connsiteX9" fmla="*/ 73509 w 773608"/>
              <a:gd name="connsiteY9" fmla="*/ 716113 h 1447574"/>
              <a:gd name="connsiteX10" fmla="*/ 2737 w 773608"/>
              <a:gd name="connsiteY10" fmla="*/ 786943 h 1447574"/>
              <a:gd name="connsiteX0" fmla="*/ 4243 w 775114"/>
              <a:gd name="connsiteY0" fmla="*/ 786943 h 1447574"/>
              <a:gd name="connsiteX1" fmla="*/ 62891 w 775114"/>
              <a:gd name="connsiteY1" fmla="*/ 522452 h 1447574"/>
              <a:gd name="connsiteX2" fmla="*/ 139396 w 775114"/>
              <a:gd name="connsiteY2" fmla="*/ 233770 h 1447574"/>
              <a:gd name="connsiteX3" fmla="*/ 389745 w 775114"/>
              <a:gd name="connsiteY3" fmla="*/ 2575 h 1447574"/>
              <a:gd name="connsiteX4" fmla="*/ 660164 w 775114"/>
              <a:gd name="connsiteY4" fmla="*/ 171418 h 1447574"/>
              <a:gd name="connsiteX5" fmla="*/ 775114 w 775114"/>
              <a:gd name="connsiteY5" fmla="*/ 991235 h 1447574"/>
              <a:gd name="connsiteX6" fmla="*/ 660308 w 775114"/>
              <a:gd name="connsiteY6" fmla="*/ 1322280 h 1447574"/>
              <a:gd name="connsiteX7" fmla="*/ 333855 w 775114"/>
              <a:gd name="connsiteY7" fmla="*/ 1446311 h 1447574"/>
              <a:gd name="connsiteX8" fmla="*/ 144549 w 775114"/>
              <a:gd name="connsiteY8" fmla="*/ 1257941 h 1447574"/>
              <a:gd name="connsiteX9" fmla="*/ 75015 w 775114"/>
              <a:gd name="connsiteY9" fmla="*/ 716113 h 1447574"/>
              <a:gd name="connsiteX10" fmla="*/ 4243 w 775114"/>
              <a:gd name="connsiteY10" fmla="*/ 786943 h 1447574"/>
              <a:gd name="connsiteX0" fmla="*/ 9050 w 779921"/>
              <a:gd name="connsiteY0" fmla="*/ 786943 h 1447574"/>
              <a:gd name="connsiteX1" fmla="*/ 51844 w 779921"/>
              <a:gd name="connsiteY1" fmla="*/ 522452 h 1447574"/>
              <a:gd name="connsiteX2" fmla="*/ 144203 w 779921"/>
              <a:gd name="connsiteY2" fmla="*/ 233770 h 1447574"/>
              <a:gd name="connsiteX3" fmla="*/ 394552 w 779921"/>
              <a:gd name="connsiteY3" fmla="*/ 2575 h 1447574"/>
              <a:gd name="connsiteX4" fmla="*/ 664971 w 779921"/>
              <a:gd name="connsiteY4" fmla="*/ 171418 h 1447574"/>
              <a:gd name="connsiteX5" fmla="*/ 779921 w 779921"/>
              <a:gd name="connsiteY5" fmla="*/ 991235 h 1447574"/>
              <a:gd name="connsiteX6" fmla="*/ 665115 w 779921"/>
              <a:gd name="connsiteY6" fmla="*/ 1322280 h 1447574"/>
              <a:gd name="connsiteX7" fmla="*/ 338662 w 779921"/>
              <a:gd name="connsiteY7" fmla="*/ 1446311 h 1447574"/>
              <a:gd name="connsiteX8" fmla="*/ 149356 w 779921"/>
              <a:gd name="connsiteY8" fmla="*/ 1257941 h 1447574"/>
              <a:gd name="connsiteX9" fmla="*/ 79822 w 779921"/>
              <a:gd name="connsiteY9" fmla="*/ 716113 h 1447574"/>
              <a:gd name="connsiteX10" fmla="*/ 9050 w 779921"/>
              <a:gd name="connsiteY10" fmla="*/ 786943 h 1447574"/>
              <a:gd name="connsiteX0" fmla="*/ 2472 w 773343"/>
              <a:gd name="connsiteY0" fmla="*/ 786943 h 1447574"/>
              <a:gd name="connsiteX1" fmla="*/ 72444 w 773343"/>
              <a:gd name="connsiteY1" fmla="*/ 525904 h 1447574"/>
              <a:gd name="connsiteX2" fmla="*/ 137625 w 773343"/>
              <a:gd name="connsiteY2" fmla="*/ 233770 h 1447574"/>
              <a:gd name="connsiteX3" fmla="*/ 387974 w 773343"/>
              <a:gd name="connsiteY3" fmla="*/ 2575 h 1447574"/>
              <a:gd name="connsiteX4" fmla="*/ 658393 w 773343"/>
              <a:gd name="connsiteY4" fmla="*/ 171418 h 1447574"/>
              <a:gd name="connsiteX5" fmla="*/ 773343 w 773343"/>
              <a:gd name="connsiteY5" fmla="*/ 991235 h 1447574"/>
              <a:gd name="connsiteX6" fmla="*/ 658537 w 773343"/>
              <a:gd name="connsiteY6" fmla="*/ 1322280 h 1447574"/>
              <a:gd name="connsiteX7" fmla="*/ 332084 w 773343"/>
              <a:gd name="connsiteY7" fmla="*/ 1446311 h 1447574"/>
              <a:gd name="connsiteX8" fmla="*/ 142778 w 773343"/>
              <a:gd name="connsiteY8" fmla="*/ 1257941 h 1447574"/>
              <a:gd name="connsiteX9" fmla="*/ 73244 w 773343"/>
              <a:gd name="connsiteY9" fmla="*/ 716113 h 1447574"/>
              <a:gd name="connsiteX10" fmla="*/ 2472 w 773343"/>
              <a:gd name="connsiteY10" fmla="*/ 786943 h 1447574"/>
              <a:gd name="connsiteX0" fmla="*/ 1502 w 772373"/>
              <a:gd name="connsiteY0" fmla="*/ 786943 h 1447574"/>
              <a:gd name="connsiteX1" fmla="*/ 71474 w 772373"/>
              <a:gd name="connsiteY1" fmla="*/ 525904 h 1447574"/>
              <a:gd name="connsiteX2" fmla="*/ 136655 w 772373"/>
              <a:gd name="connsiteY2" fmla="*/ 233770 h 1447574"/>
              <a:gd name="connsiteX3" fmla="*/ 387004 w 772373"/>
              <a:gd name="connsiteY3" fmla="*/ 2575 h 1447574"/>
              <a:gd name="connsiteX4" fmla="*/ 657423 w 772373"/>
              <a:gd name="connsiteY4" fmla="*/ 171418 h 1447574"/>
              <a:gd name="connsiteX5" fmla="*/ 772373 w 772373"/>
              <a:gd name="connsiteY5" fmla="*/ 991235 h 1447574"/>
              <a:gd name="connsiteX6" fmla="*/ 657567 w 772373"/>
              <a:gd name="connsiteY6" fmla="*/ 1322280 h 1447574"/>
              <a:gd name="connsiteX7" fmla="*/ 331114 w 772373"/>
              <a:gd name="connsiteY7" fmla="*/ 1446311 h 1447574"/>
              <a:gd name="connsiteX8" fmla="*/ 141808 w 772373"/>
              <a:gd name="connsiteY8" fmla="*/ 1257941 h 1447574"/>
              <a:gd name="connsiteX9" fmla="*/ 72274 w 772373"/>
              <a:gd name="connsiteY9" fmla="*/ 716113 h 1447574"/>
              <a:gd name="connsiteX10" fmla="*/ 1502 w 772373"/>
              <a:gd name="connsiteY10" fmla="*/ 786943 h 1447574"/>
              <a:gd name="connsiteX0" fmla="*/ 1931 w 772802"/>
              <a:gd name="connsiteY0" fmla="*/ 786943 h 1447574"/>
              <a:gd name="connsiteX1" fmla="*/ 65109 w 772802"/>
              <a:gd name="connsiteY1" fmla="*/ 532806 h 1447574"/>
              <a:gd name="connsiteX2" fmla="*/ 137084 w 772802"/>
              <a:gd name="connsiteY2" fmla="*/ 233770 h 1447574"/>
              <a:gd name="connsiteX3" fmla="*/ 387433 w 772802"/>
              <a:gd name="connsiteY3" fmla="*/ 2575 h 1447574"/>
              <a:gd name="connsiteX4" fmla="*/ 657852 w 772802"/>
              <a:gd name="connsiteY4" fmla="*/ 171418 h 1447574"/>
              <a:gd name="connsiteX5" fmla="*/ 772802 w 772802"/>
              <a:gd name="connsiteY5" fmla="*/ 991235 h 1447574"/>
              <a:gd name="connsiteX6" fmla="*/ 657996 w 772802"/>
              <a:gd name="connsiteY6" fmla="*/ 1322280 h 1447574"/>
              <a:gd name="connsiteX7" fmla="*/ 331543 w 772802"/>
              <a:gd name="connsiteY7" fmla="*/ 1446311 h 1447574"/>
              <a:gd name="connsiteX8" fmla="*/ 142237 w 772802"/>
              <a:gd name="connsiteY8" fmla="*/ 1257941 h 1447574"/>
              <a:gd name="connsiteX9" fmla="*/ 72703 w 772802"/>
              <a:gd name="connsiteY9" fmla="*/ 716113 h 1447574"/>
              <a:gd name="connsiteX10" fmla="*/ 1931 w 772802"/>
              <a:gd name="connsiteY10" fmla="*/ 786943 h 14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802" h="1447574">
                <a:moveTo>
                  <a:pt x="1931" y="786943"/>
                </a:moveTo>
                <a:cubicBezTo>
                  <a:pt x="-5304" y="793031"/>
                  <a:pt x="6108" y="637170"/>
                  <a:pt x="65109" y="532806"/>
                </a:cubicBezTo>
                <a:cubicBezTo>
                  <a:pt x="95020" y="452841"/>
                  <a:pt x="83363" y="322142"/>
                  <a:pt x="137084" y="233770"/>
                </a:cubicBezTo>
                <a:cubicBezTo>
                  <a:pt x="190805" y="145398"/>
                  <a:pt x="300638" y="12967"/>
                  <a:pt x="387433" y="2575"/>
                </a:cubicBezTo>
                <a:cubicBezTo>
                  <a:pt x="474228" y="-7817"/>
                  <a:pt x="593624" y="6641"/>
                  <a:pt x="657852" y="171418"/>
                </a:cubicBezTo>
                <a:cubicBezTo>
                  <a:pt x="722080" y="336195"/>
                  <a:pt x="772778" y="799425"/>
                  <a:pt x="772802" y="991235"/>
                </a:cubicBezTo>
                <a:cubicBezTo>
                  <a:pt x="772826" y="1183045"/>
                  <a:pt x="731539" y="1246434"/>
                  <a:pt x="657996" y="1322280"/>
                </a:cubicBezTo>
                <a:cubicBezTo>
                  <a:pt x="584453" y="1398126"/>
                  <a:pt x="417503" y="1457034"/>
                  <a:pt x="331543" y="1446311"/>
                </a:cubicBezTo>
                <a:cubicBezTo>
                  <a:pt x="245583" y="1435588"/>
                  <a:pt x="162488" y="1364071"/>
                  <a:pt x="142237" y="1257941"/>
                </a:cubicBezTo>
                <a:cubicBezTo>
                  <a:pt x="70105" y="1028184"/>
                  <a:pt x="105499" y="806115"/>
                  <a:pt x="72703" y="716113"/>
                </a:cubicBezTo>
                <a:cubicBezTo>
                  <a:pt x="35569" y="690454"/>
                  <a:pt x="12746" y="754000"/>
                  <a:pt x="1931" y="786943"/>
                </a:cubicBezTo>
                <a:close/>
              </a:path>
            </a:pathLst>
          </a:custGeom>
          <a:solidFill>
            <a:schemeClr val="bg1"/>
          </a:solidFill>
          <a:ln w="19050" cap="flat">
            <a:noFill/>
            <a:prstDash val="solid"/>
            <a:miter/>
          </a:ln>
        </p:spPr>
        <p:txBody>
          <a:bodyPr rtlCol="0" anchor="ctr"/>
          <a:lstStyle/>
          <a:p>
            <a:endParaRPr lang="en-US">
              <a:ln>
                <a:solidFill>
                  <a:srgbClr val="000000"/>
                </a:solidFill>
              </a:ln>
              <a:solidFill>
                <a:srgbClr val="000000"/>
              </a:solidFill>
            </a:endParaRPr>
          </a:p>
        </p:txBody>
      </p:sp>
      <p:sp>
        <p:nvSpPr>
          <p:cNvPr id="2" name="Title 1">
            <a:extLst>
              <a:ext uri="{FF2B5EF4-FFF2-40B4-BE49-F238E27FC236}">
                <a16:creationId xmlns:a16="http://schemas.microsoft.com/office/drawing/2014/main" id="{3CAD2818-F43F-4AA9-A9B9-05579198C326}"/>
              </a:ext>
            </a:extLst>
          </p:cNvPr>
          <p:cNvSpPr>
            <a:spLocks noGrp="1"/>
          </p:cNvSpPr>
          <p:nvPr>
            <p:ph type="title"/>
          </p:nvPr>
        </p:nvSpPr>
        <p:spPr>
          <a:xfrm>
            <a:off x="1460488" y="1784211"/>
            <a:ext cx="4035135" cy="2590413"/>
          </a:xfrm>
        </p:spPr>
        <p:txBody>
          <a:bodyPr vert="horz" lIns="91440" tIns="45720" rIns="91440" bIns="45720" rtlCol="0" anchor="ctr">
            <a:normAutofit/>
          </a:bodyPr>
          <a:lstStyle/>
          <a:p>
            <a:r>
              <a:rPr lang="en-US" sz="4800"/>
              <a:t>HOW DO I DO IT?</a:t>
            </a:r>
          </a:p>
        </p:txBody>
      </p:sp>
      <p:sp>
        <p:nvSpPr>
          <p:cNvPr id="3" name="Text Placeholder 2">
            <a:extLst>
              <a:ext uri="{FF2B5EF4-FFF2-40B4-BE49-F238E27FC236}">
                <a16:creationId xmlns:a16="http://schemas.microsoft.com/office/drawing/2014/main" id="{530E6758-5499-4F96-9A35-A0ADB46B0B69}"/>
              </a:ext>
            </a:extLst>
          </p:cNvPr>
          <p:cNvSpPr>
            <a:spLocks noGrp="1"/>
          </p:cNvSpPr>
          <p:nvPr>
            <p:ph type="body" idx="1"/>
          </p:nvPr>
        </p:nvSpPr>
        <p:spPr>
          <a:xfrm>
            <a:off x="661983" y="5401185"/>
            <a:ext cx="4991881" cy="800010"/>
          </a:xfrm>
        </p:spPr>
        <p:txBody>
          <a:bodyPr vert="horz" lIns="91440" tIns="45720" rIns="91440" bIns="45720" rtlCol="0" anchor="ctr">
            <a:normAutofit/>
          </a:bodyPr>
          <a:lstStyle/>
          <a:p>
            <a:r>
              <a:rPr lang="en-US" sz="3200">
                <a:solidFill>
                  <a:schemeClr val="tx1"/>
                </a:solidFill>
              </a:rPr>
              <a:t>A Step-by-step guide</a:t>
            </a:r>
          </a:p>
        </p:txBody>
      </p:sp>
      <p:sp>
        <p:nvSpPr>
          <p:cNvPr id="20" name="Freeform: Shape 19">
            <a:extLst>
              <a:ext uri="{FF2B5EF4-FFF2-40B4-BE49-F238E27FC236}">
                <a16:creationId xmlns:a16="http://schemas.microsoft.com/office/drawing/2014/main" id="{444C5789-1895-49EE-863C-2BAB9693E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263107" y="401221"/>
            <a:ext cx="4333507" cy="5327363"/>
          </a:xfrm>
          <a:custGeom>
            <a:avLst/>
            <a:gdLst>
              <a:gd name="connsiteX0" fmla="*/ 6058 w 823258"/>
              <a:gd name="connsiteY0" fmla="*/ 673615 h 1272110"/>
              <a:gd name="connsiteX1" fmla="*/ 112452 w 823258"/>
              <a:gd name="connsiteY1" fmla="*/ 471685 h 1272110"/>
              <a:gd name="connsiteX2" fmla="*/ 94736 w 823258"/>
              <a:gd name="connsiteY2" fmla="*/ 159741 h 1272110"/>
              <a:gd name="connsiteX3" fmla="*/ 229419 w 823258"/>
              <a:gd name="connsiteY3" fmla="*/ 14485 h 1272110"/>
              <a:gd name="connsiteX4" fmla="*/ 580225 w 823258"/>
              <a:gd name="connsiteY4" fmla="*/ 3817 h 1272110"/>
              <a:gd name="connsiteX5" fmla="*/ 736149 w 823258"/>
              <a:gd name="connsiteY5" fmla="*/ 195174 h 1272110"/>
              <a:gd name="connsiteX6" fmla="*/ 823017 w 823258"/>
              <a:gd name="connsiteY6" fmla="*/ 912026 h 1272110"/>
              <a:gd name="connsiteX7" fmla="*/ 743293 w 823258"/>
              <a:gd name="connsiteY7" fmla="*/ 1196443 h 1272110"/>
              <a:gd name="connsiteX8" fmla="*/ 310858 w 823258"/>
              <a:gd name="connsiteY8" fmla="*/ 1251402 h 1272110"/>
              <a:gd name="connsiteX9" fmla="*/ 133693 w 823258"/>
              <a:gd name="connsiteY9" fmla="*/ 1020992 h 1272110"/>
              <a:gd name="connsiteX10" fmla="*/ 126549 w 823258"/>
              <a:gd name="connsiteY10" fmla="*/ 606369 h 1272110"/>
              <a:gd name="connsiteX11" fmla="*/ 6058 w 823258"/>
              <a:gd name="connsiteY11" fmla="*/ 673615 h 1272110"/>
              <a:gd name="connsiteX0" fmla="*/ 6097 w 846673"/>
              <a:gd name="connsiteY0" fmla="*/ 673624 h 1266490"/>
              <a:gd name="connsiteX1" fmla="*/ 112491 w 846673"/>
              <a:gd name="connsiteY1" fmla="*/ 471694 h 1266490"/>
              <a:gd name="connsiteX2" fmla="*/ 94775 w 846673"/>
              <a:gd name="connsiteY2" fmla="*/ 159750 h 1266490"/>
              <a:gd name="connsiteX3" fmla="*/ 229458 w 846673"/>
              <a:gd name="connsiteY3" fmla="*/ 14494 h 1266490"/>
              <a:gd name="connsiteX4" fmla="*/ 580264 w 846673"/>
              <a:gd name="connsiteY4" fmla="*/ 3826 h 1266490"/>
              <a:gd name="connsiteX5" fmla="*/ 736188 w 846673"/>
              <a:gd name="connsiteY5" fmla="*/ 195183 h 1266490"/>
              <a:gd name="connsiteX6" fmla="*/ 823056 w 846673"/>
              <a:gd name="connsiteY6" fmla="*/ 912035 h 1266490"/>
              <a:gd name="connsiteX7" fmla="*/ 795891 w 846673"/>
              <a:gd name="connsiteY7" fmla="*/ 1213658 h 1266490"/>
              <a:gd name="connsiteX8" fmla="*/ 310897 w 846673"/>
              <a:gd name="connsiteY8" fmla="*/ 1251411 h 1266490"/>
              <a:gd name="connsiteX9" fmla="*/ 133732 w 846673"/>
              <a:gd name="connsiteY9" fmla="*/ 1021001 h 1266490"/>
              <a:gd name="connsiteX10" fmla="*/ 126588 w 846673"/>
              <a:gd name="connsiteY10" fmla="*/ 606378 h 1266490"/>
              <a:gd name="connsiteX11" fmla="*/ 6097 w 846673"/>
              <a:gd name="connsiteY11" fmla="*/ 673624 h 1266490"/>
              <a:gd name="connsiteX0" fmla="*/ 6097 w 849914"/>
              <a:gd name="connsiteY0" fmla="*/ 673624 h 1273207"/>
              <a:gd name="connsiteX1" fmla="*/ 112491 w 849914"/>
              <a:gd name="connsiteY1" fmla="*/ 471694 h 1273207"/>
              <a:gd name="connsiteX2" fmla="*/ 94775 w 849914"/>
              <a:gd name="connsiteY2" fmla="*/ 159750 h 1273207"/>
              <a:gd name="connsiteX3" fmla="*/ 229458 w 849914"/>
              <a:gd name="connsiteY3" fmla="*/ 14494 h 1273207"/>
              <a:gd name="connsiteX4" fmla="*/ 580264 w 849914"/>
              <a:gd name="connsiteY4" fmla="*/ 3826 h 1273207"/>
              <a:gd name="connsiteX5" fmla="*/ 736188 w 849914"/>
              <a:gd name="connsiteY5" fmla="*/ 195183 h 1273207"/>
              <a:gd name="connsiteX6" fmla="*/ 823056 w 849914"/>
              <a:gd name="connsiteY6" fmla="*/ 912035 h 1273207"/>
              <a:gd name="connsiteX7" fmla="*/ 795891 w 849914"/>
              <a:gd name="connsiteY7" fmla="*/ 1213658 h 1273207"/>
              <a:gd name="connsiteX8" fmla="*/ 248636 w 849914"/>
              <a:gd name="connsiteY8" fmla="*/ 1257509 h 1273207"/>
              <a:gd name="connsiteX9" fmla="*/ 133732 w 849914"/>
              <a:gd name="connsiteY9" fmla="*/ 1021001 h 1273207"/>
              <a:gd name="connsiteX10" fmla="*/ 126588 w 849914"/>
              <a:gd name="connsiteY10" fmla="*/ 606378 h 1273207"/>
              <a:gd name="connsiteX11" fmla="*/ 6097 w 849914"/>
              <a:gd name="connsiteY11" fmla="*/ 673624 h 1273207"/>
              <a:gd name="connsiteX0" fmla="*/ 6097 w 857388"/>
              <a:gd name="connsiteY0" fmla="*/ 673624 h 1273231"/>
              <a:gd name="connsiteX1" fmla="*/ 112491 w 857388"/>
              <a:gd name="connsiteY1" fmla="*/ 471694 h 1273231"/>
              <a:gd name="connsiteX2" fmla="*/ 94775 w 857388"/>
              <a:gd name="connsiteY2" fmla="*/ 159750 h 1273231"/>
              <a:gd name="connsiteX3" fmla="*/ 229458 w 857388"/>
              <a:gd name="connsiteY3" fmla="*/ 14494 h 1273231"/>
              <a:gd name="connsiteX4" fmla="*/ 580264 w 857388"/>
              <a:gd name="connsiteY4" fmla="*/ 3826 h 1273231"/>
              <a:gd name="connsiteX5" fmla="*/ 736188 w 857388"/>
              <a:gd name="connsiteY5" fmla="*/ 195183 h 1273231"/>
              <a:gd name="connsiteX6" fmla="*/ 837750 w 857388"/>
              <a:gd name="connsiteY6" fmla="*/ 911367 h 1273231"/>
              <a:gd name="connsiteX7" fmla="*/ 795891 w 857388"/>
              <a:gd name="connsiteY7" fmla="*/ 1213658 h 1273231"/>
              <a:gd name="connsiteX8" fmla="*/ 248636 w 857388"/>
              <a:gd name="connsiteY8" fmla="*/ 1257509 h 1273231"/>
              <a:gd name="connsiteX9" fmla="*/ 133732 w 857388"/>
              <a:gd name="connsiteY9" fmla="*/ 1021001 h 1273231"/>
              <a:gd name="connsiteX10" fmla="*/ 126588 w 857388"/>
              <a:gd name="connsiteY10" fmla="*/ 606378 h 1273231"/>
              <a:gd name="connsiteX11" fmla="*/ 6097 w 857388"/>
              <a:gd name="connsiteY11" fmla="*/ 673624 h 1273231"/>
              <a:gd name="connsiteX0" fmla="*/ 6097 w 859776"/>
              <a:gd name="connsiteY0" fmla="*/ 673624 h 1273231"/>
              <a:gd name="connsiteX1" fmla="*/ 112491 w 859776"/>
              <a:gd name="connsiteY1" fmla="*/ 471694 h 1273231"/>
              <a:gd name="connsiteX2" fmla="*/ 94775 w 859776"/>
              <a:gd name="connsiteY2" fmla="*/ 159750 h 1273231"/>
              <a:gd name="connsiteX3" fmla="*/ 229458 w 859776"/>
              <a:gd name="connsiteY3" fmla="*/ 14494 h 1273231"/>
              <a:gd name="connsiteX4" fmla="*/ 580264 w 859776"/>
              <a:gd name="connsiteY4" fmla="*/ 3826 h 1273231"/>
              <a:gd name="connsiteX5" fmla="*/ 736188 w 859776"/>
              <a:gd name="connsiteY5" fmla="*/ 195183 h 1273231"/>
              <a:gd name="connsiteX6" fmla="*/ 837750 w 859776"/>
              <a:gd name="connsiteY6" fmla="*/ 911367 h 1273231"/>
              <a:gd name="connsiteX7" fmla="*/ 795891 w 859776"/>
              <a:gd name="connsiteY7" fmla="*/ 1213658 h 1273231"/>
              <a:gd name="connsiteX8" fmla="*/ 248636 w 859776"/>
              <a:gd name="connsiteY8" fmla="*/ 1257509 h 1273231"/>
              <a:gd name="connsiteX9" fmla="*/ 133732 w 859776"/>
              <a:gd name="connsiteY9" fmla="*/ 1021001 h 1273231"/>
              <a:gd name="connsiteX10" fmla="*/ 126588 w 859776"/>
              <a:gd name="connsiteY10" fmla="*/ 606378 h 1273231"/>
              <a:gd name="connsiteX11" fmla="*/ 6097 w 859776"/>
              <a:gd name="connsiteY11" fmla="*/ 673624 h 1273231"/>
              <a:gd name="connsiteX0" fmla="*/ 6097 w 863219"/>
              <a:gd name="connsiteY0" fmla="*/ 673624 h 1273231"/>
              <a:gd name="connsiteX1" fmla="*/ 112491 w 863219"/>
              <a:gd name="connsiteY1" fmla="*/ 471694 h 1273231"/>
              <a:gd name="connsiteX2" fmla="*/ 94775 w 863219"/>
              <a:gd name="connsiteY2" fmla="*/ 159750 h 1273231"/>
              <a:gd name="connsiteX3" fmla="*/ 229458 w 863219"/>
              <a:gd name="connsiteY3" fmla="*/ 14494 h 1273231"/>
              <a:gd name="connsiteX4" fmla="*/ 580264 w 863219"/>
              <a:gd name="connsiteY4" fmla="*/ 3826 h 1273231"/>
              <a:gd name="connsiteX5" fmla="*/ 736188 w 863219"/>
              <a:gd name="connsiteY5" fmla="*/ 195183 h 1273231"/>
              <a:gd name="connsiteX6" fmla="*/ 837750 w 863219"/>
              <a:gd name="connsiteY6" fmla="*/ 911367 h 1273231"/>
              <a:gd name="connsiteX7" fmla="*/ 795891 w 863219"/>
              <a:gd name="connsiteY7" fmla="*/ 1213658 h 1273231"/>
              <a:gd name="connsiteX8" fmla="*/ 248636 w 863219"/>
              <a:gd name="connsiteY8" fmla="*/ 1257509 h 1273231"/>
              <a:gd name="connsiteX9" fmla="*/ 133732 w 863219"/>
              <a:gd name="connsiteY9" fmla="*/ 1021001 h 1273231"/>
              <a:gd name="connsiteX10" fmla="*/ 126588 w 863219"/>
              <a:gd name="connsiteY10" fmla="*/ 606378 h 1273231"/>
              <a:gd name="connsiteX11" fmla="*/ 6097 w 863219"/>
              <a:gd name="connsiteY11" fmla="*/ 673624 h 1273231"/>
              <a:gd name="connsiteX0" fmla="*/ 6097 w 865261"/>
              <a:gd name="connsiteY0" fmla="*/ 673624 h 1271255"/>
              <a:gd name="connsiteX1" fmla="*/ 112491 w 865261"/>
              <a:gd name="connsiteY1" fmla="*/ 471694 h 1271255"/>
              <a:gd name="connsiteX2" fmla="*/ 94775 w 865261"/>
              <a:gd name="connsiteY2" fmla="*/ 159750 h 1271255"/>
              <a:gd name="connsiteX3" fmla="*/ 229458 w 865261"/>
              <a:gd name="connsiteY3" fmla="*/ 14494 h 1271255"/>
              <a:gd name="connsiteX4" fmla="*/ 580264 w 865261"/>
              <a:gd name="connsiteY4" fmla="*/ 3826 h 1271255"/>
              <a:gd name="connsiteX5" fmla="*/ 736188 w 865261"/>
              <a:gd name="connsiteY5" fmla="*/ 195183 h 1271255"/>
              <a:gd name="connsiteX6" fmla="*/ 841141 w 865261"/>
              <a:gd name="connsiteY6" fmla="*/ 970003 h 1271255"/>
              <a:gd name="connsiteX7" fmla="*/ 795891 w 865261"/>
              <a:gd name="connsiteY7" fmla="*/ 1213658 h 1271255"/>
              <a:gd name="connsiteX8" fmla="*/ 248636 w 865261"/>
              <a:gd name="connsiteY8" fmla="*/ 1257509 h 1271255"/>
              <a:gd name="connsiteX9" fmla="*/ 133732 w 865261"/>
              <a:gd name="connsiteY9" fmla="*/ 1021001 h 1271255"/>
              <a:gd name="connsiteX10" fmla="*/ 126588 w 865261"/>
              <a:gd name="connsiteY10" fmla="*/ 606378 h 1271255"/>
              <a:gd name="connsiteX11" fmla="*/ 6097 w 865261"/>
              <a:gd name="connsiteY11" fmla="*/ 673624 h 1271255"/>
              <a:gd name="connsiteX0" fmla="*/ 6097 w 860021"/>
              <a:gd name="connsiteY0" fmla="*/ 673624 h 1279428"/>
              <a:gd name="connsiteX1" fmla="*/ 112491 w 860021"/>
              <a:gd name="connsiteY1" fmla="*/ 471694 h 1279428"/>
              <a:gd name="connsiteX2" fmla="*/ 94775 w 860021"/>
              <a:gd name="connsiteY2" fmla="*/ 159750 h 1279428"/>
              <a:gd name="connsiteX3" fmla="*/ 229458 w 860021"/>
              <a:gd name="connsiteY3" fmla="*/ 14494 h 1279428"/>
              <a:gd name="connsiteX4" fmla="*/ 580264 w 860021"/>
              <a:gd name="connsiteY4" fmla="*/ 3826 h 1279428"/>
              <a:gd name="connsiteX5" fmla="*/ 736188 w 860021"/>
              <a:gd name="connsiteY5" fmla="*/ 195183 h 1279428"/>
              <a:gd name="connsiteX6" fmla="*/ 841141 w 860021"/>
              <a:gd name="connsiteY6" fmla="*/ 970003 h 1279428"/>
              <a:gd name="connsiteX7" fmla="*/ 797210 w 860021"/>
              <a:gd name="connsiteY7" fmla="*/ 1236461 h 1279428"/>
              <a:gd name="connsiteX8" fmla="*/ 248636 w 860021"/>
              <a:gd name="connsiteY8" fmla="*/ 1257509 h 1279428"/>
              <a:gd name="connsiteX9" fmla="*/ 133732 w 860021"/>
              <a:gd name="connsiteY9" fmla="*/ 1021001 h 1279428"/>
              <a:gd name="connsiteX10" fmla="*/ 126588 w 860021"/>
              <a:gd name="connsiteY10" fmla="*/ 606378 h 1279428"/>
              <a:gd name="connsiteX11" fmla="*/ 6097 w 860021"/>
              <a:gd name="connsiteY11" fmla="*/ 673624 h 1279428"/>
              <a:gd name="connsiteX0" fmla="*/ 6097 w 860380"/>
              <a:gd name="connsiteY0" fmla="*/ 679490 h 1285294"/>
              <a:gd name="connsiteX1" fmla="*/ 112491 w 860380"/>
              <a:gd name="connsiteY1" fmla="*/ 477560 h 1285294"/>
              <a:gd name="connsiteX2" fmla="*/ 94775 w 860380"/>
              <a:gd name="connsiteY2" fmla="*/ 165616 h 1285294"/>
              <a:gd name="connsiteX3" fmla="*/ 229458 w 860380"/>
              <a:gd name="connsiteY3" fmla="*/ 20360 h 1285294"/>
              <a:gd name="connsiteX4" fmla="*/ 580264 w 860380"/>
              <a:gd name="connsiteY4" fmla="*/ 9692 h 1285294"/>
              <a:gd name="connsiteX5" fmla="*/ 730442 w 860380"/>
              <a:gd name="connsiteY5" fmla="*/ 165383 h 1285294"/>
              <a:gd name="connsiteX6" fmla="*/ 841141 w 860380"/>
              <a:gd name="connsiteY6" fmla="*/ 975869 h 1285294"/>
              <a:gd name="connsiteX7" fmla="*/ 797210 w 860380"/>
              <a:gd name="connsiteY7" fmla="*/ 1242327 h 1285294"/>
              <a:gd name="connsiteX8" fmla="*/ 248636 w 860380"/>
              <a:gd name="connsiteY8" fmla="*/ 1263375 h 1285294"/>
              <a:gd name="connsiteX9" fmla="*/ 133732 w 860380"/>
              <a:gd name="connsiteY9" fmla="*/ 1026867 h 1285294"/>
              <a:gd name="connsiteX10" fmla="*/ 126588 w 860380"/>
              <a:gd name="connsiteY10" fmla="*/ 612244 h 1285294"/>
              <a:gd name="connsiteX11" fmla="*/ 6097 w 860380"/>
              <a:gd name="connsiteY11" fmla="*/ 679490 h 1285294"/>
              <a:gd name="connsiteX0" fmla="*/ 6097 w 881639"/>
              <a:gd name="connsiteY0" fmla="*/ 679490 h 1286194"/>
              <a:gd name="connsiteX1" fmla="*/ 112491 w 881639"/>
              <a:gd name="connsiteY1" fmla="*/ 477560 h 1286194"/>
              <a:gd name="connsiteX2" fmla="*/ 94775 w 881639"/>
              <a:gd name="connsiteY2" fmla="*/ 165616 h 1286194"/>
              <a:gd name="connsiteX3" fmla="*/ 229458 w 881639"/>
              <a:gd name="connsiteY3" fmla="*/ 20360 h 1286194"/>
              <a:gd name="connsiteX4" fmla="*/ 580264 w 881639"/>
              <a:gd name="connsiteY4" fmla="*/ 9692 h 1286194"/>
              <a:gd name="connsiteX5" fmla="*/ 730442 w 881639"/>
              <a:gd name="connsiteY5" fmla="*/ 165383 h 1286194"/>
              <a:gd name="connsiteX6" fmla="*/ 873260 w 881639"/>
              <a:gd name="connsiteY6" fmla="*/ 958078 h 1286194"/>
              <a:gd name="connsiteX7" fmla="*/ 797210 w 881639"/>
              <a:gd name="connsiteY7" fmla="*/ 1242327 h 1286194"/>
              <a:gd name="connsiteX8" fmla="*/ 248636 w 881639"/>
              <a:gd name="connsiteY8" fmla="*/ 1263375 h 1286194"/>
              <a:gd name="connsiteX9" fmla="*/ 133732 w 881639"/>
              <a:gd name="connsiteY9" fmla="*/ 1026867 h 1286194"/>
              <a:gd name="connsiteX10" fmla="*/ 126588 w 881639"/>
              <a:gd name="connsiteY10" fmla="*/ 612244 h 1286194"/>
              <a:gd name="connsiteX11" fmla="*/ 6097 w 881639"/>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26707 w 881758"/>
              <a:gd name="connsiteY10" fmla="*/ 612244 h 1286194"/>
              <a:gd name="connsiteX11" fmla="*/ 6216 w 881758"/>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38858 w 881758"/>
              <a:gd name="connsiteY10" fmla="*/ 503910 h 1286194"/>
              <a:gd name="connsiteX11" fmla="*/ 6216 w 881758"/>
              <a:gd name="connsiteY11" fmla="*/ 679490 h 1286194"/>
              <a:gd name="connsiteX0" fmla="*/ 6961 w 868563"/>
              <a:gd name="connsiteY0" fmla="*/ 538413 h 1286194"/>
              <a:gd name="connsiteX1" fmla="*/ 96872 w 868563"/>
              <a:gd name="connsiteY1" fmla="*/ 369894 h 1286194"/>
              <a:gd name="connsiteX2" fmla="*/ 81699 w 868563"/>
              <a:gd name="connsiteY2" fmla="*/ 165616 h 1286194"/>
              <a:gd name="connsiteX3" fmla="*/ 216382 w 868563"/>
              <a:gd name="connsiteY3" fmla="*/ 20360 h 1286194"/>
              <a:gd name="connsiteX4" fmla="*/ 567188 w 868563"/>
              <a:gd name="connsiteY4" fmla="*/ 9692 h 1286194"/>
              <a:gd name="connsiteX5" fmla="*/ 717366 w 868563"/>
              <a:gd name="connsiteY5" fmla="*/ 165383 h 1286194"/>
              <a:gd name="connsiteX6" fmla="*/ 860184 w 868563"/>
              <a:gd name="connsiteY6" fmla="*/ 958078 h 1286194"/>
              <a:gd name="connsiteX7" fmla="*/ 784134 w 868563"/>
              <a:gd name="connsiteY7" fmla="*/ 1242327 h 1286194"/>
              <a:gd name="connsiteX8" fmla="*/ 235560 w 868563"/>
              <a:gd name="connsiteY8" fmla="*/ 1263375 h 1286194"/>
              <a:gd name="connsiteX9" fmla="*/ 120656 w 868563"/>
              <a:gd name="connsiteY9" fmla="*/ 1026867 h 1286194"/>
              <a:gd name="connsiteX10" fmla="*/ 125663 w 868563"/>
              <a:gd name="connsiteY10" fmla="*/ 503910 h 1286194"/>
              <a:gd name="connsiteX11" fmla="*/ 6961 w 868563"/>
              <a:gd name="connsiteY11" fmla="*/ 538413 h 1286194"/>
              <a:gd name="connsiteX0" fmla="*/ 6961 w 867791"/>
              <a:gd name="connsiteY0" fmla="*/ 538413 h 1312892"/>
              <a:gd name="connsiteX1" fmla="*/ 96872 w 867791"/>
              <a:gd name="connsiteY1" fmla="*/ 369894 h 1312892"/>
              <a:gd name="connsiteX2" fmla="*/ 81699 w 867791"/>
              <a:gd name="connsiteY2" fmla="*/ 165616 h 1312892"/>
              <a:gd name="connsiteX3" fmla="*/ 216382 w 867791"/>
              <a:gd name="connsiteY3" fmla="*/ 20360 h 1312892"/>
              <a:gd name="connsiteX4" fmla="*/ 567188 w 867791"/>
              <a:gd name="connsiteY4" fmla="*/ 9692 h 1312892"/>
              <a:gd name="connsiteX5" fmla="*/ 717366 w 867791"/>
              <a:gd name="connsiteY5" fmla="*/ 165383 h 1312892"/>
              <a:gd name="connsiteX6" fmla="*/ 860184 w 867791"/>
              <a:gd name="connsiteY6" fmla="*/ 958078 h 1312892"/>
              <a:gd name="connsiteX7" fmla="*/ 784134 w 867791"/>
              <a:gd name="connsiteY7" fmla="*/ 1242327 h 1312892"/>
              <a:gd name="connsiteX8" fmla="*/ 256000 w 867791"/>
              <a:gd name="connsiteY8" fmla="*/ 1298372 h 1312892"/>
              <a:gd name="connsiteX9" fmla="*/ 120656 w 867791"/>
              <a:gd name="connsiteY9" fmla="*/ 1026867 h 1312892"/>
              <a:gd name="connsiteX10" fmla="*/ 125663 w 867791"/>
              <a:gd name="connsiteY10" fmla="*/ 503910 h 1312892"/>
              <a:gd name="connsiteX11" fmla="*/ 6961 w 867791"/>
              <a:gd name="connsiteY11" fmla="*/ 538413 h 1312892"/>
              <a:gd name="connsiteX0" fmla="*/ 6961 w 867791"/>
              <a:gd name="connsiteY0" fmla="*/ 538413 h 1313923"/>
              <a:gd name="connsiteX1" fmla="*/ 96872 w 867791"/>
              <a:gd name="connsiteY1" fmla="*/ 369894 h 1313923"/>
              <a:gd name="connsiteX2" fmla="*/ 81699 w 867791"/>
              <a:gd name="connsiteY2" fmla="*/ 165616 h 1313923"/>
              <a:gd name="connsiteX3" fmla="*/ 216382 w 867791"/>
              <a:gd name="connsiteY3" fmla="*/ 20360 h 1313923"/>
              <a:gd name="connsiteX4" fmla="*/ 567188 w 867791"/>
              <a:gd name="connsiteY4" fmla="*/ 9692 h 1313923"/>
              <a:gd name="connsiteX5" fmla="*/ 717366 w 867791"/>
              <a:gd name="connsiteY5" fmla="*/ 165383 h 1313923"/>
              <a:gd name="connsiteX6" fmla="*/ 860184 w 867791"/>
              <a:gd name="connsiteY6" fmla="*/ 958078 h 1313923"/>
              <a:gd name="connsiteX7" fmla="*/ 784134 w 867791"/>
              <a:gd name="connsiteY7" fmla="*/ 1242327 h 1313923"/>
              <a:gd name="connsiteX8" fmla="*/ 256000 w 867791"/>
              <a:gd name="connsiteY8" fmla="*/ 1298372 h 1313923"/>
              <a:gd name="connsiteX9" fmla="*/ 145617 w 867791"/>
              <a:gd name="connsiteY9" fmla="*/ 1012668 h 1313923"/>
              <a:gd name="connsiteX10" fmla="*/ 125663 w 867791"/>
              <a:gd name="connsiteY10" fmla="*/ 503910 h 1313923"/>
              <a:gd name="connsiteX11" fmla="*/ 6961 w 867791"/>
              <a:gd name="connsiteY11" fmla="*/ 538413 h 1313923"/>
              <a:gd name="connsiteX0" fmla="*/ 6961 w 867791"/>
              <a:gd name="connsiteY0" fmla="*/ 538413 h 1310173"/>
              <a:gd name="connsiteX1" fmla="*/ 96872 w 867791"/>
              <a:gd name="connsiteY1" fmla="*/ 369894 h 1310173"/>
              <a:gd name="connsiteX2" fmla="*/ 81699 w 867791"/>
              <a:gd name="connsiteY2" fmla="*/ 165616 h 1310173"/>
              <a:gd name="connsiteX3" fmla="*/ 216382 w 867791"/>
              <a:gd name="connsiteY3" fmla="*/ 20360 h 1310173"/>
              <a:gd name="connsiteX4" fmla="*/ 567188 w 867791"/>
              <a:gd name="connsiteY4" fmla="*/ 9692 h 1310173"/>
              <a:gd name="connsiteX5" fmla="*/ 717366 w 867791"/>
              <a:gd name="connsiteY5" fmla="*/ 165383 h 1310173"/>
              <a:gd name="connsiteX6" fmla="*/ 860184 w 867791"/>
              <a:gd name="connsiteY6" fmla="*/ 958078 h 1310173"/>
              <a:gd name="connsiteX7" fmla="*/ 784134 w 867791"/>
              <a:gd name="connsiteY7" fmla="*/ 1242327 h 1310173"/>
              <a:gd name="connsiteX8" fmla="*/ 256000 w 867791"/>
              <a:gd name="connsiteY8" fmla="*/ 1298372 h 1310173"/>
              <a:gd name="connsiteX9" fmla="*/ 155978 w 867791"/>
              <a:gd name="connsiteY9" fmla="*/ 1064454 h 1310173"/>
              <a:gd name="connsiteX10" fmla="*/ 125663 w 867791"/>
              <a:gd name="connsiteY10" fmla="*/ 503910 h 1310173"/>
              <a:gd name="connsiteX11" fmla="*/ 6961 w 867791"/>
              <a:gd name="connsiteY11" fmla="*/ 538413 h 1310173"/>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6197"/>
              <a:gd name="connsiteX1" fmla="*/ 96872 w 867791"/>
              <a:gd name="connsiteY1" fmla="*/ 369894 h 1306197"/>
              <a:gd name="connsiteX2" fmla="*/ 81699 w 867791"/>
              <a:gd name="connsiteY2" fmla="*/ 165616 h 1306197"/>
              <a:gd name="connsiteX3" fmla="*/ 216382 w 867791"/>
              <a:gd name="connsiteY3" fmla="*/ 20360 h 1306197"/>
              <a:gd name="connsiteX4" fmla="*/ 567188 w 867791"/>
              <a:gd name="connsiteY4" fmla="*/ 9692 h 1306197"/>
              <a:gd name="connsiteX5" fmla="*/ 717366 w 867791"/>
              <a:gd name="connsiteY5" fmla="*/ 165383 h 1306197"/>
              <a:gd name="connsiteX6" fmla="*/ 860184 w 867791"/>
              <a:gd name="connsiteY6" fmla="*/ 958078 h 1306197"/>
              <a:gd name="connsiteX7" fmla="*/ 784134 w 867791"/>
              <a:gd name="connsiteY7" fmla="*/ 1242327 h 1306197"/>
              <a:gd name="connsiteX8" fmla="*/ 256000 w 867791"/>
              <a:gd name="connsiteY8" fmla="*/ 1298372 h 1306197"/>
              <a:gd name="connsiteX9" fmla="*/ 155507 w 867791"/>
              <a:gd name="connsiteY9" fmla="*/ 1120000 h 1306197"/>
              <a:gd name="connsiteX10" fmla="*/ 125663 w 867791"/>
              <a:gd name="connsiteY10" fmla="*/ 503910 h 1306197"/>
              <a:gd name="connsiteX11" fmla="*/ 6961 w 867791"/>
              <a:gd name="connsiteY11" fmla="*/ 538413 h 1306197"/>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39700 h 1307484"/>
              <a:gd name="connsiteX1" fmla="*/ 96872 w 867791"/>
              <a:gd name="connsiteY1" fmla="*/ 371181 h 1307484"/>
              <a:gd name="connsiteX2" fmla="*/ 77366 w 867791"/>
              <a:gd name="connsiteY2" fmla="*/ 91980 h 1307484"/>
              <a:gd name="connsiteX3" fmla="*/ 216382 w 867791"/>
              <a:gd name="connsiteY3" fmla="*/ 21647 h 1307484"/>
              <a:gd name="connsiteX4" fmla="*/ 567188 w 867791"/>
              <a:gd name="connsiteY4" fmla="*/ 10979 h 1307484"/>
              <a:gd name="connsiteX5" fmla="*/ 717366 w 867791"/>
              <a:gd name="connsiteY5" fmla="*/ 166670 h 1307484"/>
              <a:gd name="connsiteX6" fmla="*/ 860184 w 867791"/>
              <a:gd name="connsiteY6" fmla="*/ 959365 h 1307484"/>
              <a:gd name="connsiteX7" fmla="*/ 784134 w 867791"/>
              <a:gd name="connsiteY7" fmla="*/ 1243614 h 1307484"/>
              <a:gd name="connsiteX8" fmla="*/ 256000 w 867791"/>
              <a:gd name="connsiteY8" fmla="*/ 1299659 h 1307484"/>
              <a:gd name="connsiteX9" fmla="*/ 155507 w 867791"/>
              <a:gd name="connsiteY9" fmla="*/ 1121287 h 1307484"/>
              <a:gd name="connsiteX10" fmla="*/ 125663 w 867791"/>
              <a:gd name="connsiteY10" fmla="*/ 505197 h 1307484"/>
              <a:gd name="connsiteX11" fmla="*/ 6961 w 867791"/>
              <a:gd name="connsiteY11" fmla="*/ 539700 h 1307484"/>
              <a:gd name="connsiteX0" fmla="*/ 6961 w 867791"/>
              <a:gd name="connsiteY0" fmla="*/ 550995 h 1318779"/>
              <a:gd name="connsiteX1" fmla="*/ 96872 w 867791"/>
              <a:gd name="connsiteY1" fmla="*/ 382476 h 1318779"/>
              <a:gd name="connsiteX2" fmla="*/ 77366 w 867791"/>
              <a:gd name="connsiteY2" fmla="*/ 103275 h 1318779"/>
              <a:gd name="connsiteX3" fmla="*/ 229757 w 867791"/>
              <a:gd name="connsiteY3" fmla="*/ 9471 h 1318779"/>
              <a:gd name="connsiteX4" fmla="*/ 567188 w 867791"/>
              <a:gd name="connsiteY4" fmla="*/ 22274 h 1318779"/>
              <a:gd name="connsiteX5" fmla="*/ 717366 w 867791"/>
              <a:gd name="connsiteY5" fmla="*/ 177965 h 1318779"/>
              <a:gd name="connsiteX6" fmla="*/ 860184 w 867791"/>
              <a:gd name="connsiteY6" fmla="*/ 970660 h 1318779"/>
              <a:gd name="connsiteX7" fmla="*/ 784134 w 867791"/>
              <a:gd name="connsiteY7" fmla="*/ 1254909 h 1318779"/>
              <a:gd name="connsiteX8" fmla="*/ 256000 w 867791"/>
              <a:gd name="connsiteY8" fmla="*/ 1310954 h 1318779"/>
              <a:gd name="connsiteX9" fmla="*/ 155507 w 867791"/>
              <a:gd name="connsiteY9" fmla="*/ 1132582 h 1318779"/>
              <a:gd name="connsiteX10" fmla="*/ 125663 w 867791"/>
              <a:gd name="connsiteY10" fmla="*/ 516492 h 1318779"/>
              <a:gd name="connsiteX11" fmla="*/ 6961 w 867791"/>
              <a:gd name="connsiteY11" fmla="*/ 550995 h 1318779"/>
              <a:gd name="connsiteX0" fmla="*/ 6961 w 867791"/>
              <a:gd name="connsiteY0" fmla="*/ 560584 h 1328368"/>
              <a:gd name="connsiteX1" fmla="*/ 96872 w 867791"/>
              <a:gd name="connsiteY1" fmla="*/ 392065 h 1328368"/>
              <a:gd name="connsiteX2" fmla="*/ 77366 w 867791"/>
              <a:gd name="connsiteY2" fmla="*/ 112864 h 1328368"/>
              <a:gd name="connsiteX3" fmla="*/ 229757 w 867791"/>
              <a:gd name="connsiteY3" fmla="*/ 19060 h 1328368"/>
              <a:gd name="connsiteX4" fmla="*/ 566246 w 867791"/>
              <a:gd name="connsiteY4" fmla="*/ 15575 h 1328368"/>
              <a:gd name="connsiteX5" fmla="*/ 717366 w 867791"/>
              <a:gd name="connsiteY5" fmla="*/ 187554 h 1328368"/>
              <a:gd name="connsiteX6" fmla="*/ 860184 w 867791"/>
              <a:gd name="connsiteY6" fmla="*/ 980249 h 1328368"/>
              <a:gd name="connsiteX7" fmla="*/ 784134 w 867791"/>
              <a:gd name="connsiteY7" fmla="*/ 1264498 h 1328368"/>
              <a:gd name="connsiteX8" fmla="*/ 256000 w 867791"/>
              <a:gd name="connsiteY8" fmla="*/ 1320543 h 1328368"/>
              <a:gd name="connsiteX9" fmla="*/ 155507 w 867791"/>
              <a:gd name="connsiteY9" fmla="*/ 1142171 h 1328368"/>
              <a:gd name="connsiteX10" fmla="*/ 125663 w 867791"/>
              <a:gd name="connsiteY10" fmla="*/ 526081 h 1328368"/>
              <a:gd name="connsiteX11" fmla="*/ 6961 w 867791"/>
              <a:gd name="connsiteY11" fmla="*/ 560584 h 1328368"/>
              <a:gd name="connsiteX0" fmla="*/ 6961 w 865870"/>
              <a:gd name="connsiteY0" fmla="*/ 560584 h 1328871"/>
              <a:gd name="connsiteX1" fmla="*/ 96872 w 865870"/>
              <a:gd name="connsiteY1" fmla="*/ 392065 h 1328871"/>
              <a:gd name="connsiteX2" fmla="*/ 77366 w 865870"/>
              <a:gd name="connsiteY2" fmla="*/ 112864 h 1328871"/>
              <a:gd name="connsiteX3" fmla="*/ 229757 w 865870"/>
              <a:gd name="connsiteY3" fmla="*/ 19060 h 1328871"/>
              <a:gd name="connsiteX4" fmla="*/ 566246 w 865870"/>
              <a:gd name="connsiteY4" fmla="*/ 15575 h 1328871"/>
              <a:gd name="connsiteX5" fmla="*/ 717366 w 865870"/>
              <a:gd name="connsiteY5" fmla="*/ 187554 h 1328871"/>
              <a:gd name="connsiteX6" fmla="*/ 860184 w 865870"/>
              <a:gd name="connsiteY6" fmla="*/ 980249 h 1328871"/>
              <a:gd name="connsiteX7" fmla="*/ 784134 w 865870"/>
              <a:gd name="connsiteY7" fmla="*/ 1264498 h 1328871"/>
              <a:gd name="connsiteX8" fmla="*/ 314963 w 865870"/>
              <a:gd name="connsiteY8" fmla="*/ 1321127 h 1328871"/>
              <a:gd name="connsiteX9" fmla="*/ 155507 w 865870"/>
              <a:gd name="connsiteY9" fmla="*/ 1142171 h 1328871"/>
              <a:gd name="connsiteX10" fmla="*/ 125663 w 865870"/>
              <a:gd name="connsiteY10" fmla="*/ 526081 h 1328871"/>
              <a:gd name="connsiteX11" fmla="*/ 6961 w 865870"/>
              <a:gd name="connsiteY11" fmla="*/ 560584 h 1328871"/>
              <a:gd name="connsiteX0" fmla="*/ 6961 w 865870"/>
              <a:gd name="connsiteY0" fmla="*/ 560584 h 1328712"/>
              <a:gd name="connsiteX1" fmla="*/ 96872 w 865870"/>
              <a:gd name="connsiteY1" fmla="*/ 392065 h 1328712"/>
              <a:gd name="connsiteX2" fmla="*/ 77366 w 865870"/>
              <a:gd name="connsiteY2" fmla="*/ 112864 h 1328712"/>
              <a:gd name="connsiteX3" fmla="*/ 229757 w 865870"/>
              <a:gd name="connsiteY3" fmla="*/ 19060 h 1328712"/>
              <a:gd name="connsiteX4" fmla="*/ 566246 w 865870"/>
              <a:gd name="connsiteY4" fmla="*/ 15575 h 1328712"/>
              <a:gd name="connsiteX5" fmla="*/ 717366 w 865870"/>
              <a:gd name="connsiteY5" fmla="*/ 187554 h 1328712"/>
              <a:gd name="connsiteX6" fmla="*/ 860184 w 865870"/>
              <a:gd name="connsiteY6" fmla="*/ 980249 h 1328712"/>
              <a:gd name="connsiteX7" fmla="*/ 784134 w 865870"/>
              <a:gd name="connsiteY7" fmla="*/ 1264498 h 1328712"/>
              <a:gd name="connsiteX8" fmla="*/ 314963 w 865870"/>
              <a:gd name="connsiteY8" fmla="*/ 1321127 h 1328712"/>
              <a:gd name="connsiteX9" fmla="*/ 177736 w 865870"/>
              <a:gd name="connsiteY9" fmla="*/ 1144426 h 1328712"/>
              <a:gd name="connsiteX10" fmla="*/ 125663 w 865870"/>
              <a:gd name="connsiteY10" fmla="*/ 526081 h 1328712"/>
              <a:gd name="connsiteX11" fmla="*/ 6961 w 865870"/>
              <a:gd name="connsiteY11" fmla="*/ 560584 h 1328712"/>
              <a:gd name="connsiteX0" fmla="*/ 6961 w 864913"/>
              <a:gd name="connsiteY0" fmla="*/ 560584 h 1327274"/>
              <a:gd name="connsiteX1" fmla="*/ 96872 w 864913"/>
              <a:gd name="connsiteY1" fmla="*/ 392065 h 1327274"/>
              <a:gd name="connsiteX2" fmla="*/ 77366 w 864913"/>
              <a:gd name="connsiteY2" fmla="*/ 112864 h 1327274"/>
              <a:gd name="connsiteX3" fmla="*/ 229757 w 864913"/>
              <a:gd name="connsiteY3" fmla="*/ 19060 h 1327274"/>
              <a:gd name="connsiteX4" fmla="*/ 566246 w 864913"/>
              <a:gd name="connsiteY4" fmla="*/ 15575 h 1327274"/>
              <a:gd name="connsiteX5" fmla="*/ 717366 w 864913"/>
              <a:gd name="connsiteY5" fmla="*/ 187554 h 1327274"/>
              <a:gd name="connsiteX6" fmla="*/ 860184 w 864913"/>
              <a:gd name="connsiteY6" fmla="*/ 980249 h 1327274"/>
              <a:gd name="connsiteX7" fmla="*/ 784134 w 864913"/>
              <a:gd name="connsiteY7" fmla="*/ 1264498 h 1327274"/>
              <a:gd name="connsiteX8" fmla="*/ 351698 w 864913"/>
              <a:gd name="connsiteY8" fmla="*/ 1319456 h 1327274"/>
              <a:gd name="connsiteX9" fmla="*/ 177736 w 864913"/>
              <a:gd name="connsiteY9" fmla="*/ 1144426 h 1327274"/>
              <a:gd name="connsiteX10" fmla="*/ 125663 w 864913"/>
              <a:gd name="connsiteY10" fmla="*/ 526081 h 1327274"/>
              <a:gd name="connsiteX11" fmla="*/ 6961 w 864913"/>
              <a:gd name="connsiteY11" fmla="*/ 560584 h 1327274"/>
              <a:gd name="connsiteX0" fmla="*/ 6961 w 878410"/>
              <a:gd name="connsiteY0" fmla="*/ 560584 h 1325203"/>
              <a:gd name="connsiteX1" fmla="*/ 96872 w 878410"/>
              <a:gd name="connsiteY1" fmla="*/ 392065 h 1325203"/>
              <a:gd name="connsiteX2" fmla="*/ 77366 w 878410"/>
              <a:gd name="connsiteY2" fmla="*/ 112864 h 1325203"/>
              <a:gd name="connsiteX3" fmla="*/ 229757 w 878410"/>
              <a:gd name="connsiteY3" fmla="*/ 19060 h 1325203"/>
              <a:gd name="connsiteX4" fmla="*/ 566246 w 878410"/>
              <a:gd name="connsiteY4" fmla="*/ 15575 h 1325203"/>
              <a:gd name="connsiteX5" fmla="*/ 717366 w 878410"/>
              <a:gd name="connsiteY5" fmla="*/ 187554 h 1325203"/>
              <a:gd name="connsiteX6" fmla="*/ 860184 w 878410"/>
              <a:gd name="connsiteY6" fmla="*/ 980249 h 1325203"/>
              <a:gd name="connsiteX7" fmla="*/ 819942 w 878410"/>
              <a:gd name="connsiteY7" fmla="*/ 1254587 h 1325203"/>
              <a:gd name="connsiteX8" fmla="*/ 351698 w 878410"/>
              <a:gd name="connsiteY8" fmla="*/ 1319456 h 1325203"/>
              <a:gd name="connsiteX9" fmla="*/ 177736 w 878410"/>
              <a:gd name="connsiteY9" fmla="*/ 1144426 h 1325203"/>
              <a:gd name="connsiteX10" fmla="*/ 125663 w 878410"/>
              <a:gd name="connsiteY10" fmla="*/ 526081 h 1325203"/>
              <a:gd name="connsiteX11" fmla="*/ 6961 w 878410"/>
              <a:gd name="connsiteY11" fmla="*/ 560584 h 1325203"/>
              <a:gd name="connsiteX0" fmla="*/ 6961 w 879480"/>
              <a:gd name="connsiteY0" fmla="*/ 560584 h 1324478"/>
              <a:gd name="connsiteX1" fmla="*/ 96872 w 879480"/>
              <a:gd name="connsiteY1" fmla="*/ 392065 h 1324478"/>
              <a:gd name="connsiteX2" fmla="*/ 77366 w 879480"/>
              <a:gd name="connsiteY2" fmla="*/ 112864 h 1324478"/>
              <a:gd name="connsiteX3" fmla="*/ 229757 w 879480"/>
              <a:gd name="connsiteY3" fmla="*/ 19060 h 1324478"/>
              <a:gd name="connsiteX4" fmla="*/ 566246 w 879480"/>
              <a:gd name="connsiteY4" fmla="*/ 15575 h 1324478"/>
              <a:gd name="connsiteX5" fmla="*/ 717366 w 879480"/>
              <a:gd name="connsiteY5" fmla="*/ 187554 h 1324478"/>
              <a:gd name="connsiteX6" fmla="*/ 861931 w 879480"/>
              <a:gd name="connsiteY6" fmla="*/ 1026005 h 1324478"/>
              <a:gd name="connsiteX7" fmla="*/ 819942 w 879480"/>
              <a:gd name="connsiteY7" fmla="*/ 1254587 h 1324478"/>
              <a:gd name="connsiteX8" fmla="*/ 351698 w 879480"/>
              <a:gd name="connsiteY8" fmla="*/ 1319456 h 1324478"/>
              <a:gd name="connsiteX9" fmla="*/ 177736 w 879480"/>
              <a:gd name="connsiteY9" fmla="*/ 1144426 h 1324478"/>
              <a:gd name="connsiteX10" fmla="*/ 125663 w 879480"/>
              <a:gd name="connsiteY10" fmla="*/ 526081 h 1324478"/>
              <a:gd name="connsiteX11" fmla="*/ 6961 w 879480"/>
              <a:gd name="connsiteY11" fmla="*/ 560584 h 1324478"/>
              <a:gd name="connsiteX0" fmla="*/ 6961 w 864502"/>
              <a:gd name="connsiteY0" fmla="*/ 560584 h 1326578"/>
              <a:gd name="connsiteX1" fmla="*/ 96872 w 864502"/>
              <a:gd name="connsiteY1" fmla="*/ 392065 h 1326578"/>
              <a:gd name="connsiteX2" fmla="*/ 77366 w 864502"/>
              <a:gd name="connsiteY2" fmla="*/ 112864 h 1326578"/>
              <a:gd name="connsiteX3" fmla="*/ 229757 w 864502"/>
              <a:gd name="connsiteY3" fmla="*/ 19060 h 1326578"/>
              <a:gd name="connsiteX4" fmla="*/ 566246 w 864502"/>
              <a:gd name="connsiteY4" fmla="*/ 15575 h 1326578"/>
              <a:gd name="connsiteX5" fmla="*/ 717366 w 864502"/>
              <a:gd name="connsiteY5" fmla="*/ 187554 h 1326578"/>
              <a:gd name="connsiteX6" fmla="*/ 861931 w 864502"/>
              <a:gd name="connsiteY6" fmla="*/ 1026005 h 1326578"/>
              <a:gd name="connsiteX7" fmla="*/ 773212 w 864502"/>
              <a:gd name="connsiteY7" fmla="*/ 1266151 h 1326578"/>
              <a:gd name="connsiteX8" fmla="*/ 351698 w 864502"/>
              <a:gd name="connsiteY8" fmla="*/ 1319456 h 1326578"/>
              <a:gd name="connsiteX9" fmla="*/ 177736 w 864502"/>
              <a:gd name="connsiteY9" fmla="*/ 1144426 h 1326578"/>
              <a:gd name="connsiteX10" fmla="*/ 125663 w 864502"/>
              <a:gd name="connsiteY10" fmla="*/ 526081 h 1326578"/>
              <a:gd name="connsiteX11" fmla="*/ 6961 w 864502"/>
              <a:gd name="connsiteY11" fmla="*/ 560584 h 1326578"/>
              <a:gd name="connsiteX0" fmla="*/ 6961 w 864110"/>
              <a:gd name="connsiteY0" fmla="*/ 560584 h 1331877"/>
              <a:gd name="connsiteX1" fmla="*/ 96872 w 864110"/>
              <a:gd name="connsiteY1" fmla="*/ 392065 h 1331877"/>
              <a:gd name="connsiteX2" fmla="*/ 77366 w 864110"/>
              <a:gd name="connsiteY2" fmla="*/ 112864 h 1331877"/>
              <a:gd name="connsiteX3" fmla="*/ 229757 w 864110"/>
              <a:gd name="connsiteY3" fmla="*/ 19060 h 1331877"/>
              <a:gd name="connsiteX4" fmla="*/ 566246 w 864110"/>
              <a:gd name="connsiteY4" fmla="*/ 15575 h 1331877"/>
              <a:gd name="connsiteX5" fmla="*/ 717366 w 864110"/>
              <a:gd name="connsiteY5" fmla="*/ 187554 h 1331877"/>
              <a:gd name="connsiteX6" fmla="*/ 861931 w 864110"/>
              <a:gd name="connsiteY6" fmla="*/ 1026005 h 1331877"/>
              <a:gd name="connsiteX7" fmla="*/ 773212 w 864110"/>
              <a:gd name="connsiteY7" fmla="*/ 1266151 h 1331877"/>
              <a:gd name="connsiteX8" fmla="*/ 386884 w 864110"/>
              <a:gd name="connsiteY8" fmla="*/ 1325422 h 1331877"/>
              <a:gd name="connsiteX9" fmla="*/ 177736 w 864110"/>
              <a:gd name="connsiteY9" fmla="*/ 1144426 h 1331877"/>
              <a:gd name="connsiteX10" fmla="*/ 125663 w 864110"/>
              <a:gd name="connsiteY10" fmla="*/ 526081 h 1331877"/>
              <a:gd name="connsiteX11" fmla="*/ 6961 w 864110"/>
              <a:gd name="connsiteY11" fmla="*/ 560584 h 1331877"/>
              <a:gd name="connsiteX0" fmla="*/ 6961 w 864110"/>
              <a:gd name="connsiteY0" fmla="*/ 560584 h 1332354"/>
              <a:gd name="connsiteX1" fmla="*/ 96872 w 864110"/>
              <a:gd name="connsiteY1" fmla="*/ 392065 h 1332354"/>
              <a:gd name="connsiteX2" fmla="*/ 77366 w 864110"/>
              <a:gd name="connsiteY2" fmla="*/ 112864 h 1332354"/>
              <a:gd name="connsiteX3" fmla="*/ 229757 w 864110"/>
              <a:gd name="connsiteY3" fmla="*/ 19060 h 1332354"/>
              <a:gd name="connsiteX4" fmla="*/ 566246 w 864110"/>
              <a:gd name="connsiteY4" fmla="*/ 15575 h 1332354"/>
              <a:gd name="connsiteX5" fmla="*/ 717366 w 864110"/>
              <a:gd name="connsiteY5" fmla="*/ 187554 h 1332354"/>
              <a:gd name="connsiteX6" fmla="*/ 861931 w 864110"/>
              <a:gd name="connsiteY6" fmla="*/ 1026005 h 1332354"/>
              <a:gd name="connsiteX7" fmla="*/ 773212 w 864110"/>
              <a:gd name="connsiteY7" fmla="*/ 1266151 h 1332354"/>
              <a:gd name="connsiteX8" fmla="*/ 386884 w 864110"/>
              <a:gd name="connsiteY8" fmla="*/ 1325422 h 1332354"/>
              <a:gd name="connsiteX9" fmla="*/ 197485 w 864110"/>
              <a:gd name="connsiteY9" fmla="*/ 1137282 h 1332354"/>
              <a:gd name="connsiteX10" fmla="*/ 125663 w 864110"/>
              <a:gd name="connsiteY10" fmla="*/ 526081 h 1332354"/>
              <a:gd name="connsiteX11" fmla="*/ 6961 w 864110"/>
              <a:gd name="connsiteY11" fmla="*/ 560584 h 1332354"/>
              <a:gd name="connsiteX0" fmla="*/ 6961 w 864110"/>
              <a:gd name="connsiteY0" fmla="*/ 560674 h 1332444"/>
              <a:gd name="connsiteX1" fmla="*/ 96872 w 864110"/>
              <a:gd name="connsiteY1" fmla="*/ 392155 h 1332444"/>
              <a:gd name="connsiteX2" fmla="*/ 79552 w 864110"/>
              <a:gd name="connsiteY2" fmla="*/ 114810 h 1332444"/>
              <a:gd name="connsiteX3" fmla="*/ 229757 w 864110"/>
              <a:gd name="connsiteY3" fmla="*/ 19150 h 1332444"/>
              <a:gd name="connsiteX4" fmla="*/ 566246 w 864110"/>
              <a:gd name="connsiteY4" fmla="*/ 15665 h 1332444"/>
              <a:gd name="connsiteX5" fmla="*/ 717366 w 864110"/>
              <a:gd name="connsiteY5" fmla="*/ 187644 h 1332444"/>
              <a:gd name="connsiteX6" fmla="*/ 861931 w 864110"/>
              <a:gd name="connsiteY6" fmla="*/ 1026095 h 1332444"/>
              <a:gd name="connsiteX7" fmla="*/ 773212 w 864110"/>
              <a:gd name="connsiteY7" fmla="*/ 1266241 h 1332444"/>
              <a:gd name="connsiteX8" fmla="*/ 386884 w 864110"/>
              <a:gd name="connsiteY8" fmla="*/ 1325512 h 1332444"/>
              <a:gd name="connsiteX9" fmla="*/ 197485 w 864110"/>
              <a:gd name="connsiteY9" fmla="*/ 1137372 h 1332444"/>
              <a:gd name="connsiteX10" fmla="*/ 125663 w 864110"/>
              <a:gd name="connsiteY10" fmla="*/ 526171 h 1332444"/>
              <a:gd name="connsiteX11" fmla="*/ 6961 w 864110"/>
              <a:gd name="connsiteY11" fmla="*/ 560674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528"/>
              <a:gd name="connsiteX1" fmla="*/ 76387 w 843625"/>
              <a:gd name="connsiteY1" fmla="*/ 392155 h 1332528"/>
              <a:gd name="connsiteX2" fmla="*/ 59067 w 843625"/>
              <a:gd name="connsiteY2" fmla="*/ 114810 h 1332528"/>
              <a:gd name="connsiteX3" fmla="*/ 209272 w 843625"/>
              <a:gd name="connsiteY3" fmla="*/ 19150 h 1332528"/>
              <a:gd name="connsiteX4" fmla="*/ 545761 w 843625"/>
              <a:gd name="connsiteY4" fmla="*/ 15665 h 1332528"/>
              <a:gd name="connsiteX5" fmla="*/ 696881 w 843625"/>
              <a:gd name="connsiteY5" fmla="*/ 187644 h 1332528"/>
              <a:gd name="connsiteX6" fmla="*/ 841446 w 843625"/>
              <a:gd name="connsiteY6" fmla="*/ 1026095 h 1332528"/>
              <a:gd name="connsiteX7" fmla="*/ 752727 w 843625"/>
              <a:gd name="connsiteY7" fmla="*/ 1266241 h 1332528"/>
              <a:gd name="connsiteX8" fmla="*/ 366399 w 843625"/>
              <a:gd name="connsiteY8" fmla="*/ 1325512 h 1332528"/>
              <a:gd name="connsiteX9" fmla="*/ 184643 w 843625"/>
              <a:gd name="connsiteY9" fmla="*/ 1136120 h 1332528"/>
              <a:gd name="connsiteX10" fmla="*/ 105178 w 843625"/>
              <a:gd name="connsiteY10" fmla="*/ 526171 h 1332528"/>
              <a:gd name="connsiteX11" fmla="*/ 8576 w 843625"/>
              <a:gd name="connsiteY11" fmla="*/ 550409 h 1332528"/>
              <a:gd name="connsiteX0" fmla="*/ 8576 w 843404"/>
              <a:gd name="connsiteY0" fmla="*/ 550409 h 1327013"/>
              <a:gd name="connsiteX1" fmla="*/ 76387 w 843404"/>
              <a:gd name="connsiteY1" fmla="*/ 392155 h 1327013"/>
              <a:gd name="connsiteX2" fmla="*/ 59067 w 843404"/>
              <a:gd name="connsiteY2" fmla="*/ 114810 h 1327013"/>
              <a:gd name="connsiteX3" fmla="*/ 209272 w 843404"/>
              <a:gd name="connsiteY3" fmla="*/ 19150 h 1327013"/>
              <a:gd name="connsiteX4" fmla="*/ 545761 w 843404"/>
              <a:gd name="connsiteY4" fmla="*/ 15665 h 1327013"/>
              <a:gd name="connsiteX5" fmla="*/ 696881 w 843404"/>
              <a:gd name="connsiteY5" fmla="*/ 187644 h 1327013"/>
              <a:gd name="connsiteX6" fmla="*/ 841446 w 843404"/>
              <a:gd name="connsiteY6" fmla="*/ 1026095 h 1327013"/>
              <a:gd name="connsiteX7" fmla="*/ 752727 w 843404"/>
              <a:gd name="connsiteY7" fmla="*/ 1266241 h 1327013"/>
              <a:gd name="connsiteX8" fmla="*/ 390961 w 843404"/>
              <a:gd name="connsiteY8" fmla="*/ 1319274 h 1327013"/>
              <a:gd name="connsiteX9" fmla="*/ 184643 w 843404"/>
              <a:gd name="connsiteY9" fmla="*/ 1136120 h 1327013"/>
              <a:gd name="connsiteX10" fmla="*/ 105178 w 843404"/>
              <a:gd name="connsiteY10" fmla="*/ 526171 h 1327013"/>
              <a:gd name="connsiteX11" fmla="*/ 8576 w 843404"/>
              <a:gd name="connsiteY11" fmla="*/ 550409 h 1327013"/>
              <a:gd name="connsiteX0" fmla="*/ 8576 w 843404"/>
              <a:gd name="connsiteY0" fmla="*/ 567995 h 1344599"/>
              <a:gd name="connsiteX1" fmla="*/ 76387 w 843404"/>
              <a:gd name="connsiteY1" fmla="*/ 409741 h 1344599"/>
              <a:gd name="connsiteX2" fmla="*/ 59067 w 843404"/>
              <a:gd name="connsiteY2" fmla="*/ 132396 h 1344599"/>
              <a:gd name="connsiteX3" fmla="*/ 262200 w 843404"/>
              <a:gd name="connsiteY3" fmla="*/ 8133 h 1344599"/>
              <a:gd name="connsiteX4" fmla="*/ 545761 w 843404"/>
              <a:gd name="connsiteY4" fmla="*/ 33251 h 1344599"/>
              <a:gd name="connsiteX5" fmla="*/ 696881 w 843404"/>
              <a:gd name="connsiteY5" fmla="*/ 205230 h 1344599"/>
              <a:gd name="connsiteX6" fmla="*/ 841446 w 843404"/>
              <a:gd name="connsiteY6" fmla="*/ 1043681 h 1344599"/>
              <a:gd name="connsiteX7" fmla="*/ 752727 w 843404"/>
              <a:gd name="connsiteY7" fmla="*/ 1283827 h 1344599"/>
              <a:gd name="connsiteX8" fmla="*/ 390961 w 843404"/>
              <a:gd name="connsiteY8" fmla="*/ 1336860 h 1344599"/>
              <a:gd name="connsiteX9" fmla="*/ 184643 w 843404"/>
              <a:gd name="connsiteY9" fmla="*/ 1153706 h 1344599"/>
              <a:gd name="connsiteX10" fmla="*/ 105178 w 843404"/>
              <a:gd name="connsiteY10" fmla="*/ 543757 h 1344599"/>
              <a:gd name="connsiteX11" fmla="*/ 8576 w 843404"/>
              <a:gd name="connsiteY11" fmla="*/ 567995 h 1344599"/>
              <a:gd name="connsiteX0" fmla="*/ 8576 w 843404"/>
              <a:gd name="connsiteY0" fmla="*/ 567509 h 1344113"/>
              <a:gd name="connsiteX1" fmla="*/ 76387 w 843404"/>
              <a:gd name="connsiteY1" fmla="*/ 409255 h 1344113"/>
              <a:gd name="connsiteX2" fmla="*/ 99190 w 843404"/>
              <a:gd name="connsiteY2" fmla="*/ 125338 h 1344113"/>
              <a:gd name="connsiteX3" fmla="*/ 262200 w 843404"/>
              <a:gd name="connsiteY3" fmla="*/ 7647 h 1344113"/>
              <a:gd name="connsiteX4" fmla="*/ 545761 w 843404"/>
              <a:gd name="connsiteY4" fmla="*/ 32765 h 1344113"/>
              <a:gd name="connsiteX5" fmla="*/ 696881 w 843404"/>
              <a:gd name="connsiteY5" fmla="*/ 204744 h 1344113"/>
              <a:gd name="connsiteX6" fmla="*/ 841446 w 843404"/>
              <a:gd name="connsiteY6" fmla="*/ 1043195 h 1344113"/>
              <a:gd name="connsiteX7" fmla="*/ 752727 w 843404"/>
              <a:gd name="connsiteY7" fmla="*/ 1283341 h 1344113"/>
              <a:gd name="connsiteX8" fmla="*/ 390961 w 843404"/>
              <a:gd name="connsiteY8" fmla="*/ 1336374 h 1344113"/>
              <a:gd name="connsiteX9" fmla="*/ 184643 w 843404"/>
              <a:gd name="connsiteY9" fmla="*/ 1153220 h 1344113"/>
              <a:gd name="connsiteX10" fmla="*/ 105178 w 843404"/>
              <a:gd name="connsiteY10" fmla="*/ 543271 h 1344113"/>
              <a:gd name="connsiteX11" fmla="*/ 8576 w 843404"/>
              <a:gd name="connsiteY11" fmla="*/ 567509 h 1344113"/>
              <a:gd name="connsiteX0" fmla="*/ 8576 w 843404"/>
              <a:gd name="connsiteY0" fmla="*/ 566478 h 1343082"/>
              <a:gd name="connsiteX1" fmla="*/ 76387 w 843404"/>
              <a:gd name="connsiteY1" fmla="*/ 408224 h 1343082"/>
              <a:gd name="connsiteX2" fmla="*/ 99190 w 843404"/>
              <a:gd name="connsiteY2" fmla="*/ 124307 h 1343082"/>
              <a:gd name="connsiteX3" fmla="*/ 262200 w 843404"/>
              <a:gd name="connsiteY3" fmla="*/ 6616 h 1343082"/>
              <a:gd name="connsiteX4" fmla="*/ 579343 w 843404"/>
              <a:gd name="connsiteY4" fmla="*/ 35092 h 1343082"/>
              <a:gd name="connsiteX5" fmla="*/ 696881 w 843404"/>
              <a:gd name="connsiteY5" fmla="*/ 203713 h 1343082"/>
              <a:gd name="connsiteX6" fmla="*/ 841446 w 843404"/>
              <a:gd name="connsiteY6" fmla="*/ 1042164 h 1343082"/>
              <a:gd name="connsiteX7" fmla="*/ 752727 w 843404"/>
              <a:gd name="connsiteY7" fmla="*/ 1282310 h 1343082"/>
              <a:gd name="connsiteX8" fmla="*/ 390961 w 843404"/>
              <a:gd name="connsiteY8" fmla="*/ 1335343 h 1343082"/>
              <a:gd name="connsiteX9" fmla="*/ 184643 w 843404"/>
              <a:gd name="connsiteY9" fmla="*/ 1152189 h 1343082"/>
              <a:gd name="connsiteX10" fmla="*/ 105178 w 843404"/>
              <a:gd name="connsiteY10" fmla="*/ 542240 h 1343082"/>
              <a:gd name="connsiteX11" fmla="*/ 8576 w 843404"/>
              <a:gd name="connsiteY11" fmla="*/ 566478 h 1343082"/>
              <a:gd name="connsiteX0" fmla="*/ 8576 w 843404"/>
              <a:gd name="connsiteY0" fmla="*/ 580816 h 1357420"/>
              <a:gd name="connsiteX1" fmla="*/ 76387 w 843404"/>
              <a:gd name="connsiteY1" fmla="*/ 422562 h 1357420"/>
              <a:gd name="connsiteX2" fmla="*/ 99190 w 843404"/>
              <a:gd name="connsiteY2" fmla="*/ 138645 h 1357420"/>
              <a:gd name="connsiteX3" fmla="*/ 308863 w 843404"/>
              <a:gd name="connsiteY3" fmla="*/ 4451 h 1357420"/>
              <a:gd name="connsiteX4" fmla="*/ 579343 w 843404"/>
              <a:gd name="connsiteY4" fmla="*/ 49430 h 1357420"/>
              <a:gd name="connsiteX5" fmla="*/ 696881 w 843404"/>
              <a:gd name="connsiteY5" fmla="*/ 218051 h 1357420"/>
              <a:gd name="connsiteX6" fmla="*/ 841446 w 843404"/>
              <a:gd name="connsiteY6" fmla="*/ 1056502 h 1357420"/>
              <a:gd name="connsiteX7" fmla="*/ 752727 w 843404"/>
              <a:gd name="connsiteY7" fmla="*/ 1296648 h 1357420"/>
              <a:gd name="connsiteX8" fmla="*/ 390961 w 843404"/>
              <a:gd name="connsiteY8" fmla="*/ 1349681 h 1357420"/>
              <a:gd name="connsiteX9" fmla="*/ 184643 w 843404"/>
              <a:gd name="connsiteY9" fmla="*/ 1166527 h 1357420"/>
              <a:gd name="connsiteX10" fmla="*/ 105178 w 843404"/>
              <a:gd name="connsiteY10" fmla="*/ 556578 h 1357420"/>
              <a:gd name="connsiteX11" fmla="*/ 8576 w 843404"/>
              <a:gd name="connsiteY11" fmla="*/ 580816 h 1357420"/>
              <a:gd name="connsiteX0" fmla="*/ 8576 w 842535"/>
              <a:gd name="connsiteY0" fmla="*/ 580879 h 1357483"/>
              <a:gd name="connsiteX1" fmla="*/ 76387 w 842535"/>
              <a:gd name="connsiteY1" fmla="*/ 422625 h 1357483"/>
              <a:gd name="connsiteX2" fmla="*/ 99190 w 842535"/>
              <a:gd name="connsiteY2" fmla="*/ 138708 h 1357483"/>
              <a:gd name="connsiteX3" fmla="*/ 308863 w 842535"/>
              <a:gd name="connsiteY3" fmla="*/ 4514 h 1357483"/>
              <a:gd name="connsiteX4" fmla="*/ 579343 w 842535"/>
              <a:gd name="connsiteY4" fmla="*/ 49493 h 1357483"/>
              <a:gd name="connsiteX5" fmla="*/ 714903 w 842535"/>
              <a:gd name="connsiteY5" fmla="*/ 221806 h 1357483"/>
              <a:gd name="connsiteX6" fmla="*/ 841446 w 842535"/>
              <a:gd name="connsiteY6" fmla="*/ 1056565 h 1357483"/>
              <a:gd name="connsiteX7" fmla="*/ 752727 w 842535"/>
              <a:gd name="connsiteY7" fmla="*/ 1296711 h 1357483"/>
              <a:gd name="connsiteX8" fmla="*/ 390961 w 842535"/>
              <a:gd name="connsiteY8" fmla="*/ 1349744 h 1357483"/>
              <a:gd name="connsiteX9" fmla="*/ 184643 w 842535"/>
              <a:gd name="connsiteY9" fmla="*/ 1166590 h 1357483"/>
              <a:gd name="connsiteX10" fmla="*/ 105178 w 842535"/>
              <a:gd name="connsiteY10" fmla="*/ 556641 h 1357483"/>
              <a:gd name="connsiteX11" fmla="*/ 8576 w 842535"/>
              <a:gd name="connsiteY11" fmla="*/ 580879 h 1357483"/>
              <a:gd name="connsiteX0" fmla="*/ 8576 w 842535"/>
              <a:gd name="connsiteY0" fmla="*/ 577971 h 1354575"/>
              <a:gd name="connsiteX1" fmla="*/ 76387 w 842535"/>
              <a:gd name="connsiteY1" fmla="*/ 419717 h 1354575"/>
              <a:gd name="connsiteX2" fmla="*/ 99190 w 842535"/>
              <a:gd name="connsiteY2" fmla="*/ 135800 h 1354575"/>
              <a:gd name="connsiteX3" fmla="*/ 308863 w 842535"/>
              <a:gd name="connsiteY3" fmla="*/ 1606 h 1354575"/>
              <a:gd name="connsiteX4" fmla="*/ 714903 w 842535"/>
              <a:gd name="connsiteY4" fmla="*/ 218898 h 1354575"/>
              <a:gd name="connsiteX5" fmla="*/ 841446 w 842535"/>
              <a:gd name="connsiteY5" fmla="*/ 1053657 h 1354575"/>
              <a:gd name="connsiteX6" fmla="*/ 752727 w 842535"/>
              <a:gd name="connsiteY6" fmla="*/ 1293803 h 1354575"/>
              <a:gd name="connsiteX7" fmla="*/ 390961 w 842535"/>
              <a:gd name="connsiteY7" fmla="*/ 1346836 h 1354575"/>
              <a:gd name="connsiteX8" fmla="*/ 184643 w 842535"/>
              <a:gd name="connsiteY8" fmla="*/ 1163682 h 1354575"/>
              <a:gd name="connsiteX9" fmla="*/ 105178 w 842535"/>
              <a:gd name="connsiteY9" fmla="*/ 553733 h 1354575"/>
              <a:gd name="connsiteX10" fmla="*/ 8576 w 842535"/>
              <a:gd name="connsiteY10" fmla="*/ 577971 h 1354575"/>
              <a:gd name="connsiteX0" fmla="*/ 8576 w 841897"/>
              <a:gd name="connsiteY0" fmla="*/ 576547 h 1353151"/>
              <a:gd name="connsiteX1" fmla="*/ 76387 w 841897"/>
              <a:gd name="connsiteY1" fmla="*/ 418293 h 1353151"/>
              <a:gd name="connsiteX2" fmla="*/ 99190 w 841897"/>
              <a:gd name="connsiteY2" fmla="*/ 134376 h 1353151"/>
              <a:gd name="connsiteX3" fmla="*/ 308863 w 841897"/>
              <a:gd name="connsiteY3" fmla="*/ 182 h 1353151"/>
              <a:gd name="connsiteX4" fmla="*/ 730941 w 841897"/>
              <a:gd name="connsiteY4" fmla="*/ 159475 h 1353151"/>
              <a:gd name="connsiteX5" fmla="*/ 841446 w 841897"/>
              <a:gd name="connsiteY5" fmla="*/ 1052233 h 1353151"/>
              <a:gd name="connsiteX6" fmla="*/ 752727 w 841897"/>
              <a:gd name="connsiteY6" fmla="*/ 1292379 h 1353151"/>
              <a:gd name="connsiteX7" fmla="*/ 390961 w 841897"/>
              <a:gd name="connsiteY7" fmla="*/ 1345412 h 1353151"/>
              <a:gd name="connsiteX8" fmla="*/ 184643 w 841897"/>
              <a:gd name="connsiteY8" fmla="*/ 1162258 h 1353151"/>
              <a:gd name="connsiteX9" fmla="*/ 105178 w 841897"/>
              <a:gd name="connsiteY9" fmla="*/ 552309 h 1353151"/>
              <a:gd name="connsiteX10" fmla="*/ 8576 w 841897"/>
              <a:gd name="connsiteY10" fmla="*/ 576547 h 1353151"/>
              <a:gd name="connsiteX0" fmla="*/ 8576 w 852902"/>
              <a:gd name="connsiteY0" fmla="*/ 576547 h 1354413"/>
              <a:gd name="connsiteX1" fmla="*/ 76387 w 852902"/>
              <a:gd name="connsiteY1" fmla="*/ 418293 h 1354413"/>
              <a:gd name="connsiteX2" fmla="*/ 99190 w 852902"/>
              <a:gd name="connsiteY2" fmla="*/ 134376 h 1354413"/>
              <a:gd name="connsiteX3" fmla="*/ 308863 w 852902"/>
              <a:gd name="connsiteY3" fmla="*/ 182 h 1354413"/>
              <a:gd name="connsiteX4" fmla="*/ 730941 w 852902"/>
              <a:gd name="connsiteY4" fmla="*/ 159475 h 1354413"/>
              <a:gd name="connsiteX5" fmla="*/ 852579 w 852902"/>
              <a:gd name="connsiteY5" fmla="*/ 1001682 h 1354413"/>
              <a:gd name="connsiteX6" fmla="*/ 752727 w 852902"/>
              <a:gd name="connsiteY6" fmla="*/ 1292379 h 1354413"/>
              <a:gd name="connsiteX7" fmla="*/ 390961 w 852902"/>
              <a:gd name="connsiteY7" fmla="*/ 1345412 h 1354413"/>
              <a:gd name="connsiteX8" fmla="*/ 184643 w 852902"/>
              <a:gd name="connsiteY8" fmla="*/ 1162258 h 1354413"/>
              <a:gd name="connsiteX9" fmla="*/ 105178 w 852902"/>
              <a:gd name="connsiteY9" fmla="*/ 552309 h 1354413"/>
              <a:gd name="connsiteX10" fmla="*/ 8576 w 852902"/>
              <a:gd name="connsiteY10" fmla="*/ 576547 h 1354413"/>
              <a:gd name="connsiteX0" fmla="*/ 9753 w 842440"/>
              <a:gd name="connsiteY0" fmla="*/ 568913 h 1354413"/>
              <a:gd name="connsiteX1" fmla="*/ 65925 w 842440"/>
              <a:gd name="connsiteY1" fmla="*/ 418293 h 1354413"/>
              <a:gd name="connsiteX2" fmla="*/ 88728 w 842440"/>
              <a:gd name="connsiteY2" fmla="*/ 134376 h 1354413"/>
              <a:gd name="connsiteX3" fmla="*/ 298401 w 842440"/>
              <a:gd name="connsiteY3" fmla="*/ 182 h 1354413"/>
              <a:gd name="connsiteX4" fmla="*/ 720479 w 842440"/>
              <a:gd name="connsiteY4" fmla="*/ 159475 h 1354413"/>
              <a:gd name="connsiteX5" fmla="*/ 842117 w 842440"/>
              <a:gd name="connsiteY5" fmla="*/ 1001682 h 1354413"/>
              <a:gd name="connsiteX6" fmla="*/ 742265 w 842440"/>
              <a:gd name="connsiteY6" fmla="*/ 1292379 h 1354413"/>
              <a:gd name="connsiteX7" fmla="*/ 380499 w 842440"/>
              <a:gd name="connsiteY7" fmla="*/ 1345412 h 1354413"/>
              <a:gd name="connsiteX8" fmla="*/ 174181 w 842440"/>
              <a:gd name="connsiteY8" fmla="*/ 1162258 h 1354413"/>
              <a:gd name="connsiteX9" fmla="*/ 94716 w 842440"/>
              <a:gd name="connsiteY9" fmla="*/ 552309 h 1354413"/>
              <a:gd name="connsiteX10" fmla="*/ 9753 w 842440"/>
              <a:gd name="connsiteY10" fmla="*/ 568913 h 1354413"/>
              <a:gd name="connsiteX0" fmla="*/ 9475 w 842162"/>
              <a:gd name="connsiteY0" fmla="*/ 568921 h 1354421"/>
              <a:gd name="connsiteX1" fmla="*/ 68141 w 842162"/>
              <a:gd name="connsiteY1" fmla="*/ 437939 h 1354421"/>
              <a:gd name="connsiteX2" fmla="*/ 88450 w 842162"/>
              <a:gd name="connsiteY2" fmla="*/ 134384 h 1354421"/>
              <a:gd name="connsiteX3" fmla="*/ 298123 w 842162"/>
              <a:gd name="connsiteY3" fmla="*/ 190 h 1354421"/>
              <a:gd name="connsiteX4" fmla="*/ 720201 w 842162"/>
              <a:gd name="connsiteY4" fmla="*/ 159483 h 1354421"/>
              <a:gd name="connsiteX5" fmla="*/ 841839 w 842162"/>
              <a:gd name="connsiteY5" fmla="*/ 1001690 h 1354421"/>
              <a:gd name="connsiteX6" fmla="*/ 741987 w 842162"/>
              <a:gd name="connsiteY6" fmla="*/ 1292387 h 1354421"/>
              <a:gd name="connsiteX7" fmla="*/ 380221 w 842162"/>
              <a:gd name="connsiteY7" fmla="*/ 1345420 h 1354421"/>
              <a:gd name="connsiteX8" fmla="*/ 173903 w 842162"/>
              <a:gd name="connsiteY8" fmla="*/ 1162266 h 1354421"/>
              <a:gd name="connsiteX9" fmla="*/ 94438 w 842162"/>
              <a:gd name="connsiteY9" fmla="*/ 552317 h 1354421"/>
              <a:gd name="connsiteX10" fmla="*/ 9475 w 842162"/>
              <a:gd name="connsiteY10" fmla="*/ 568921 h 1354421"/>
              <a:gd name="connsiteX0" fmla="*/ 9475 w 842162"/>
              <a:gd name="connsiteY0" fmla="*/ 568732 h 1354232"/>
              <a:gd name="connsiteX1" fmla="*/ 68141 w 842162"/>
              <a:gd name="connsiteY1" fmla="*/ 437750 h 1354232"/>
              <a:gd name="connsiteX2" fmla="*/ 86360 w 842162"/>
              <a:gd name="connsiteY2" fmla="*/ 157448 h 1354232"/>
              <a:gd name="connsiteX3" fmla="*/ 298123 w 842162"/>
              <a:gd name="connsiteY3" fmla="*/ 1 h 1354232"/>
              <a:gd name="connsiteX4" fmla="*/ 720201 w 842162"/>
              <a:gd name="connsiteY4" fmla="*/ 159294 h 1354232"/>
              <a:gd name="connsiteX5" fmla="*/ 841839 w 842162"/>
              <a:gd name="connsiteY5" fmla="*/ 1001501 h 1354232"/>
              <a:gd name="connsiteX6" fmla="*/ 741987 w 842162"/>
              <a:gd name="connsiteY6" fmla="*/ 1292198 h 1354232"/>
              <a:gd name="connsiteX7" fmla="*/ 380221 w 842162"/>
              <a:gd name="connsiteY7" fmla="*/ 1345231 h 1354232"/>
              <a:gd name="connsiteX8" fmla="*/ 173903 w 842162"/>
              <a:gd name="connsiteY8" fmla="*/ 1162077 h 1354232"/>
              <a:gd name="connsiteX9" fmla="*/ 94438 w 842162"/>
              <a:gd name="connsiteY9" fmla="*/ 552128 h 1354232"/>
              <a:gd name="connsiteX10" fmla="*/ 9475 w 842162"/>
              <a:gd name="connsiteY10" fmla="*/ 568732 h 1354232"/>
              <a:gd name="connsiteX0" fmla="*/ 9475 w 842162"/>
              <a:gd name="connsiteY0" fmla="*/ 553089 h 1338589"/>
              <a:gd name="connsiteX1" fmla="*/ 68141 w 842162"/>
              <a:gd name="connsiteY1" fmla="*/ 422107 h 1338589"/>
              <a:gd name="connsiteX2" fmla="*/ 86360 w 842162"/>
              <a:gd name="connsiteY2" fmla="*/ 141805 h 1338589"/>
              <a:gd name="connsiteX3" fmla="*/ 302731 w 842162"/>
              <a:gd name="connsiteY3" fmla="*/ 786 h 1338589"/>
              <a:gd name="connsiteX4" fmla="*/ 720201 w 842162"/>
              <a:gd name="connsiteY4" fmla="*/ 143651 h 1338589"/>
              <a:gd name="connsiteX5" fmla="*/ 841839 w 842162"/>
              <a:gd name="connsiteY5" fmla="*/ 985858 h 1338589"/>
              <a:gd name="connsiteX6" fmla="*/ 741987 w 842162"/>
              <a:gd name="connsiteY6" fmla="*/ 1276555 h 1338589"/>
              <a:gd name="connsiteX7" fmla="*/ 380221 w 842162"/>
              <a:gd name="connsiteY7" fmla="*/ 1329588 h 1338589"/>
              <a:gd name="connsiteX8" fmla="*/ 173903 w 842162"/>
              <a:gd name="connsiteY8" fmla="*/ 1146434 h 1338589"/>
              <a:gd name="connsiteX9" fmla="*/ 94438 w 842162"/>
              <a:gd name="connsiteY9" fmla="*/ 536485 h 1338589"/>
              <a:gd name="connsiteX10" fmla="*/ 9475 w 842162"/>
              <a:gd name="connsiteY10" fmla="*/ 553089 h 1338589"/>
              <a:gd name="connsiteX0" fmla="*/ 9475 w 842162"/>
              <a:gd name="connsiteY0" fmla="*/ 556656 h 1342156"/>
              <a:gd name="connsiteX1" fmla="*/ 68141 w 842162"/>
              <a:gd name="connsiteY1" fmla="*/ 425674 h 1342156"/>
              <a:gd name="connsiteX2" fmla="*/ 86360 w 842162"/>
              <a:gd name="connsiteY2" fmla="*/ 145372 h 1342156"/>
              <a:gd name="connsiteX3" fmla="*/ 302731 w 842162"/>
              <a:gd name="connsiteY3" fmla="*/ 4353 h 1342156"/>
              <a:gd name="connsiteX4" fmla="*/ 720201 w 842162"/>
              <a:gd name="connsiteY4" fmla="*/ 147218 h 1342156"/>
              <a:gd name="connsiteX5" fmla="*/ 841839 w 842162"/>
              <a:gd name="connsiteY5" fmla="*/ 989425 h 1342156"/>
              <a:gd name="connsiteX6" fmla="*/ 741987 w 842162"/>
              <a:gd name="connsiteY6" fmla="*/ 1280122 h 1342156"/>
              <a:gd name="connsiteX7" fmla="*/ 380221 w 842162"/>
              <a:gd name="connsiteY7" fmla="*/ 1333155 h 1342156"/>
              <a:gd name="connsiteX8" fmla="*/ 173903 w 842162"/>
              <a:gd name="connsiteY8" fmla="*/ 1150001 h 1342156"/>
              <a:gd name="connsiteX9" fmla="*/ 94438 w 842162"/>
              <a:gd name="connsiteY9" fmla="*/ 540052 h 1342156"/>
              <a:gd name="connsiteX10" fmla="*/ 9475 w 842162"/>
              <a:gd name="connsiteY10" fmla="*/ 556656 h 1342156"/>
              <a:gd name="connsiteX0" fmla="*/ 9475 w 842162"/>
              <a:gd name="connsiteY0" fmla="*/ 553349 h 1338849"/>
              <a:gd name="connsiteX1" fmla="*/ 68141 w 842162"/>
              <a:gd name="connsiteY1" fmla="*/ 422367 h 1338849"/>
              <a:gd name="connsiteX2" fmla="*/ 96954 w 842162"/>
              <a:gd name="connsiteY2" fmla="*/ 146058 h 1338849"/>
              <a:gd name="connsiteX3" fmla="*/ 302731 w 842162"/>
              <a:gd name="connsiteY3" fmla="*/ 1046 h 1338849"/>
              <a:gd name="connsiteX4" fmla="*/ 720201 w 842162"/>
              <a:gd name="connsiteY4" fmla="*/ 143911 h 1338849"/>
              <a:gd name="connsiteX5" fmla="*/ 841839 w 842162"/>
              <a:gd name="connsiteY5" fmla="*/ 986118 h 1338849"/>
              <a:gd name="connsiteX6" fmla="*/ 741987 w 842162"/>
              <a:gd name="connsiteY6" fmla="*/ 1276815 h 1338849"/>
              <a:gd name="connsiteX7" fmla="*/ 380221 w 842162"/>
              <a:gd name="connsiteY7" fmla="*/ 1329848 h 1338849"/>
              <a:gd name="connsiteX8" fmla="*/ 173903 w 842162"/>
              <a:gd name="connsiteY8" fmla="*/ 1146694 h 1338849"/>
              <a:gd name="connsiteX9" fmla="*/ 94438 w 842162"/>
              <a:gd name="connsiteY9" fmla="*/ 536745 h 1338849"/>
              <a:gd name="connsiteX10" fmla="*/ 9475 w 842162"/>
              <a:gd name="connsiteY10" fmla="*/ 553349 h 1338849"/>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42900"/>
              <a:gd name="connsiteX1" fmla="*/ 68141 w 842162"/>
              <a:gd name="connsiteY1" fmla="*/ 422367 h 1342900"/>
              <a:gd name="connsiteX2" fmla="*/ 96954 w 842162"/>
              <a:gd name="connsiteY2" fmla="*/ 146058 h 1342900"/>
              <a:gd name="connsiteX3" fmla="*/ 302731 w 842162"/>
              <a:gd name="connsiteY3" fmla="*/ 1046 h 1342900"/>
              <a:gd name="connsiteX4" fmla="*/ 720201 w 842162"/>
              <a:gd name="connsiteY4" fmla="*/ 143911 h 1342900"/>
              <a:gd name="connsiteX5" fmla="*/ 841839 w 842162"/>
              <a:gd name="connsiteY5" fmla="*/ 986118 h 1342900"/>
              <a:gd name="connsiteX6" fmla="*/ 741987 w 842162"/>
              <a:gd name="connsiteY6" fmla="*/ 1276815 h 1342900"/>
              <a:gd name="connsiteX7" fmla="*/ 380221 w 842162"/>
              <a:gd name="connsiteY7" fmla="*/ 1329848 h 1342900"/>
              <a:gd name="connsiteX8" fmla="*/ 164306 w 842162"/>
              <a:gd name="connsiteY8" fmla="*/ 1090990 h 1342900"/>
              <a:gd name="connsiteX9" fmla="*/ 94438 w 842162"/>
              <a:gd name="connsiteY9" fmla="*/ 536745 h 1342900"/>
              <a:gd name="connsiteX10" fmla="*/ 9475 w 842162"/>
              <a:gd name="connsiteY10" fmla="*/ 553349 h 1342900"/>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79552 h 1367380"/>
              <a:gd name="connsiteX1" fmla="*/ 68141 w 842162"/>
              <a:gd name="connsiteY1" fmla="*/ 448570 h 1367380"/>
              <a:gd name="connsiteX2" fmla="*/ 96954 w 842162"/>
              <a:gd name="connsiteY2" fmla="*/ 172261 h 1367380"/>
              <a:gd name="connsiteX3" fmla="*/ 424856 w 842162"/>
              <a:gd name="connsiteY3" fmla="*/ 22 h 1367380"/>
              <a:gd name="connsiteX4" fmla="*/ 720201 w 842162"/>
              <a:gd name="connsiteY4" fmla="*/ 170114 h 1367380"/>
              <a:gd name="connsiteX5" fmla="*/ 841839 w 842162"/>
              <a:gd name="connsiteY5" fmla="*/ 1012321 h 1367380"/>
              <a:gd name="connsiteX6" fmla="*/ 741987 w 842162"/>
              <a:gd name="connsiteY6" fmla="*/ 1303018 h 1367380"/>
              <a:gd name="connsiteX7" fmla="*/ 380221 w 842162"/>
              <a:gd name="connsiteY7" fmla="*/ 1356051 h 1367380"/>
              <a:gd name="connsiteX8" fmla="*/ 177395 w 842162"/>
              <a:gd name="connsiteY8" fmla="*/ 1140824 h 1367380"/>
              <a:gd name="connsiteX9" fmla="*/ 94438 w 842162"/>
              <a:gd name="connsiteY9" fmla="*/ 562948 h 1367380"/>
              <a:gd name="connsiteX10" fmla="*/ 9475 w 842162"/>
              <a:gd name="connsiteY10" fmla="*/ 579552 h 1367380"/>
              <a:gd name="connsiteX0" fmla="*/ 9475 w 842162"/>
              <a:gd name="connsiteY0" fmla="*/ 579628 h 1367456"/>
              <a:gd name="connsiteX1" fmla="*/ 68141 w 842162"/>
              <a:gd name="connsiteY1" fmla="*/ 448646 h 1367456"/>
              <a:gd name="connsiteX2" fmla="*/ 160918 w 842162"/>
              <a:gd name="connsiteY2" fmla="*/ 150520 h 1367456"/>
              <a:gd name="connsiteX3" fmla="*/ 424856 w 842162"/>
              <a:gd name="connsiteY3" fmla="*/ 98 h 1367456"/>
              <a:gd name="connsiteX4" fmla="*/ 720201 w 842162"/>
              <a:gd name="connsiteY4" fmla="*/ 170190 h 1367456"/>
              <a:gd name="connsiteX5" fmla="*/ 841839 w 842162"/>
              <a:gd name="connsiteY5" fmla="*/ 1012397 h 1367456"/>
              <a:gd name="connsiteX6" fmla="*/ 741987 w 842162"/>
              <a:gd name="connsiteY6" fmla="*/ 1303094 h 1367456"/>
              <a:gd name="connsiteX7" fmla="*/ 380221 w 842162"/>
              <a:gd name="connsiteY7" fmla="*/ 1356127 h 1367456"/>
              <a:gd name="connsiteX8" fmla="*/ 177395 w 842162"/>
              <a:gd name="connsiteY8" fmla="*/ 1140900 h 1367456"/>
              <a:gd name="connsiteX9" fmla="*/ 94438 w 842162"/>
              <a:gd name="connsiteY9" fmla="*/ 563024 h 1367456"/>
              <a:gd name="connsiteX10" fmla="*/ 9475 w 842162"/>
              <a:gd name="connsiteY10" fmla="*/ 579628 h 1367456"/>
              <a:gd name="connsiteX0" fmla="*/ 9475 w 840678"/>
              <a:gd name="connsiteY0" fmla="*/ 579628 h 1372792"/>
              <a:gd name="connsiteX1" fmla="*/ 68141 w 840678"/>
              <a:gd name="connsiteY1" fmla="*/ 448646 h 1372792"/>
              <a:gd name="connsiteX2" fmla="*/ 160918 w 840678"/>
              <a:gd name="connsiteY2" fmla="*/ 150520 h 1372792"/>
              <a:gd name="connsiteX3" fmla="*/ 424856 w 840678"/>
              <a:gd name="connsiteY3" fmla="*/ 98 h 1372792"/>
              <a:gd name="connsiteX4" fmla="*/ 720201 w 840678"/>
              <a:gd name="connsiteY4" fmla="*/ 170190 h 1372792"/>
              <a:gd name="connsiteX5" fmla="*/ 840342 w 840678"/>
              <a:gd name="connsiteY5" fmla="*/ 865377 h 1372792"/>
              <a:gd name="connsiteX6" fmla="*/ 741987 w 840678"/>
              <a:gd name="connsiteY6" fmla="*/ 1303094 h 1372792"/>
              <a:gd name="connsiteX7" fmla="*/ 380221 w 840678"/>
              <a:gd name="connsiteY7" fmla="*/ 1356127 h 1372792"/>
              <a:gd name="connsiteX8" fmla="*/ 177395 w 840678"/>
              <a:gd name="connsiteY8" fmla="*/ 1140900 h 1372792"/>
              <a:gd name="connsiteX9" fmla="*/ 94438 w 840678"/>
              <a:gd name="connsiteY9" fmla="*/ 563024 h 1372792"/>
              <a:gd name="connsiteX10" fmla="*/ 9475 w 840678"/>
              <a:gd name="connsiteY10" fmla="*/ 579628 h 1372792"/>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376"/>
              <a:gd name="connsiteY0" fmla="*/ 579628 h 1357062"/>
              <a:gd name="connsiteX1" fmla="*/ 68141 w 840376"/>
              <a:gd name="connsiteY1" fmla="*/ 448646 h 1357062"/>
              <a:gd name="connsiteX2" fmla="*/ 160918 w 840376"/>
              <a:gd name="connsiteY2" fmla="*/ 150520 h 1357062"/>
              <a:gd name="connsiteX3" fmla="*/ 424856 w 840376"/>
              <a:gd name="connsiteY3" fmla="*/ 98 h 1357062"/>
              <a:gd name="connsiteX4" fmla="*/ 720201 w 840376"/>
              <a:gd name="connsiteY4" fmla="*/ 170190 h 1357062"/>
              <a:gd name="connsiteX5" fmla="*/ 840342 w 840376"/>
              <a:gd name="connsiteY5" fmla="*/ 865377 h 1357062"/>
              <a:gd name="connsiteX6" fmla="*/ 710765 w 840376"/>
              <a:gd name="connsiteY6" fmla="*/ 1204262 h 1357062"/>
              <a:gd name="connsiteX7" fmla="*/ 380221 w 840376"/>
              <a:gd name="connsiteY7" fmla="*/ 1356127 h 1357062"/>
              <a:gd name="connsiteX8" fmla="*/ 177395 w 840376"/>
              <a:gd name="connsiteY8" fmla="*/ 1140900 h 1357062"/>
              <a:gd name="connsiteX9" fmla="*/ 94438 w 840376"/>
              <a:gd name="connsiteY9" fmla="*/ 563024 h 1357062"/>
              <a:gd name="connsiteX10" fmla="*/ 9475 w 840376"/>
              <a:gd name="connsiteY10" fmla="*/ 579628 h 1357062"/>
              <a:gd name="connsiteX0" fmla="*/ 9475 w 840376"/>
              <a:gd name="connsiteY0" fmla="*/ 579628 h 1357017"/>
              <a:gd name="connsiteX1" fmla="*/ 68141 w 840376"/>
              <a:gd name="connsiteY1" fmla="*/ 448646 h 1357017"/>
              <a:gd name="connsiteX2" fmla="*/ 160918 w 840376"/>
              <a:gd name="connsiteY2" fmla="*/ 150520 h 1357017"/>
              <a:gd name="connsiteX3" fmla="*/ 424856 w 840376"/>
              <a:gd name="connsiteY3" fmla="*/ 98 h 1357017"/>
              <a:gd name="connsiteX4" fmla="*/ 720201 w 840376"/>
              <a:gd name="connsiteY4" fmla="*/ 170190 h 1357017"/>
              <a:gd name="connsiteX5" fmla="*/ 840342 w 840376"/>
              <a:gd name="connsiteY5" fmla="*/ 865377 h 1357017"/>
              <a:gd name="connsiteX6" fmla="*/ 710765 w 840376"/>
              <a:gd name="connsiteY6" fmla="*/ 1204262 h 1357017"/>
              <a:gd name="connsiteX7" fmla="*/ 380221 w 840376"/>
              <a:gd name="connsiteY7" fmla="*/ 1356127 h 1357017"/>
              <a:gd name="connsiteX8" fmla="*/ 177395 w 840376"/>
              <a:gd name="connsiteY8" fmla="*/ 1140900 h 1357017"/>
              <a:gd name="connsiteX9" fmla="*/ 94438 w 840376"/>
              <a:gd name="connsiteY9" fmla="*/ 563024 h 1357017"/>
              <a:gd name="connsiteX10" fmla="*/ 9475 w 840376"/>
              <a:gd name="connsiteY10" fmla="*/ 579628 h 1357017"/>
              <a:gd name="connsiteX0" fmla="*/ 9475 w 840376"/>
              <a:gd name="connsiteY0" fmla="*/ 579625 h 1357014"/>
              <a:gd name="connsiteX1" fmla="*/ 68141 w 840376"/>
              <a:gd name="connsiteY1" fmla="*/ 448643 h 1357014"/>
              <a:gd name="connsiteX2" fmla="*/ 160918 w 840376"/>
              <a:gd name="connsiteY2" fmla="*/ 150517 h 1357014"/>
              <a:gd name="connsiteX3" fmla="*/ 424856 w 840376"/>
              <a:gd name="connsiteY3" fmla="*/ 95 h 1357014"/>
              <a:gd name="connsiteX4" fmla="*/ 720201 w 840376"/>
              <a:gd name="connsiteY4" fmla="*/ 170187 h 1357014"/>
              <a:gd name="connsiteX5" fmla="*/ 840342 w 840376"/>
              <a:gd name="connsiteY5" fmla="*/ 865374 h 1357014"/>
              <a:gd name="connsiteX6" fmla="*/ 710765 w 840376"/>
              <a:gd name="connsiteY6" fmla="*/ 1204259 h 1357014"/>
              <a:gd name="connsiteX7" fmla="*/ 380221 w 840376"/>
              <a:gd name="connsiteY7" fmla="*/ 1356124 h 1357014"/>
              <a:gd name="connsiteX8" fmla="*/ 177395 w 840376"/>
              <a:gd name="connsiteY8" fmla="*/ 1140897 h 1357014"/>
              <a:gd name="connsiteX9" fmla="*/ 94438 w 840376"/>
              <a:gd name="connsiteY9" fmla="*/ 563021 h 1357014"/>
              <a:gd name="connsiteX10" fmla="*/ 9475 w 840376"/>
              <a:gd name="connsiteY10" fmla="*/ 579625 h 1357014"/>
              <a:gd name="connsiteX0" fmla="*/ 9665 w 840566"/>
              <a:gd name="connsiteY0" fmla="*/ 579625 h 1357014"/>
              <a:gd name="connsiteX1" fmla="*/ 66604 w 840566"/>
              <a:gd name="connsiteY1" fmla="*/ 430137 h 1357014"/>
              <a:gd name="connsiteX2" fmla="*/ 161108 w 840566"/>
              <a:gd name="connsiteY2" fmla="*/ 150517 h 1357014"/>
              <a:gd name="connsiteX3" fmla="*/ 425046 w 840566"/>
              <a:gd name="connsiteY3" fmla="*/ 95 h 1357014"/>
              <a:gd name="connsiteX4" fmla="*/ 720391 w 840566"/>
              <a:gd name="connsiteY4" fmla="*/ 170187 h 1357014"/>
              <a:gd name="connsiteX5" fmla="*/ 840532 w 840566"/>
              <a:gd name="connsiteY5" fmla="*/ 865374 h 1357014"/>
              <a:gd name="connsiteX6" fmla="*/ 710955 w 840566"/>
              <a:gd name="connsiteY6" fmla="*/ 1204259 h 1357014"/>
              <a:gd name="connsiteX7" fmla="*/ 380411 w 840566"/>
              <a:gd name="connsiteY7" fmla="*/ 1356124 h 1357014"/>
              <a:gd name="connsiteX8" fmla="*/ 177585 w 840566"/>
              <a:gd name="connsiteY8" fmla="*/ 1140897 h 1357014"/>
              <a:gd name="connsiteX9" fmla="*/ 94628 w 840566"/>
              <a:gd name="connsiteY9" fmla="*/ 563021 h 1357014"/>
              <a:gd name="connsiteX10" fmla="*/ 9665 w 840566"/>
              <a:gd name="connsiteY10" fmla="*/ 579625 h 1357014"/>
              <a:gd name="connsiteX0" fmla="*/ 9665 w 840611"/>
              <a:gd name="connsiteY0" fmla="*/ 579798 h 1357187"/>
              <a:gd name="connsiteX1" fmla="*/ 66604 w 840611"/>
              <a:gd name="connsiteY1" fmla="*/ 430310 h 1357187"/>
              <a:gd name="connsiteX2" fmla="*/ 161108 w 840611"/>
              <a:gd name="connsiteY2" fmla="*/ 150690 h 1357187"/>
              <a:gd name="connsiteX3" fmla="*/ 425046 w 840611"/>
              <a:gd name="connsiteY3" fmla="*/ 268 h 1357187"/>
              <a:gd name="connsiteX4" fmla="*/ 697895 w 840611"/>
              <a:gd name="connsiteY4" fmla="*/ 142131 h 1357187"/>
              <a:gd name="connsiteX5" fmla="*/ 840532 w 840611"/>
              <a:gd name="connsiteY5" fmla="*/ 865547 h 1357187"/>
              <a:gd name="connsiteX6" fmla="*/ 710955 w 840611"/>
              <a:gd name="connsiteY6" fmla="*/ 1204432 h 1357187"/>
              <a:gd name="connsiteX7" fmla="*/ 380411 w 840611"/>
              <a:gd name="connsiteY7" fmla="*/ 1356297 h 1357187"/>
              <a:gd name="connsiteX8" fmla="*/ 177585 w 840611"/>
              <a:gd name="connsiteY8" fmla="*/ 1141070 h 1357187"/>
              <a:gd name="connsiteX9" fmla="*/ 94628 w 840611"/>
              <a:gd name="connsiteY9" fmla="*/ 563194 h 1357187"/>
              <a:gd name="connsiteX10" fmla="*/ 9665 w 840611"/>
              <a:gd name="connsiteY10" fmla="*/ 579798 h 1357187"/>
              <a:gd name="connsiteX0" fmla="*/ 9665 w 808266"/>
              <a:gd name="connsiteY0" fmla="*/ 579838 h 1357257"/>
              <a:gd name="connsiteX1" fmla="*/ 66604 w 808266"/>
              <a:gd name="connsiteY1" fmla="*/ 430350 h 1357257"/>
              <a:gd name="connsiteX2" fmla="*/ 161108 w 808266"/>
              <a:gd name="connsiteY2" fmla="*/ 150730 h 1357257"/>
              <a:gd name="connsiteX3" fmla="*/ 425046 w 808266"/>
              <a:gd name="connsiteY3" fmla="*/ 308 h 1357257"/>
              <a:gd name="connsiteX4" fmla="*/ 697895 w 808266"/>
              <a:gd name="connsiteY4" fmla="*/ 142171 h 1357257"/>
              <a:gd name="connsiteX5" fmla="*/ 808150 w 808266"/>
              <a:gd name="connsiteY5" fmla="*/ 874405 h 1357257"/>
              <a:gd name="connsiteX6" fmla="*/ 710955 w 808266"/>
              <a:gd name="connsiteY6" fmla="*/ 1204472 h 1357257"/>
              <a:gd name="connsiteX7" fmla="*/ 380411 w 808266"/>
              <a:gd name="connsiteY7" fmla="*/ 1356337 h 1357257"/>
              <a:gd name="connsiteX8" fmla="*/ 177585 w 808266"/>
              <a:gd name="connsiteY8" fmla="*/ 1141110 h 1357257"/>
              <a:gd name="connsiteX9" fmla="*/ 94628 w 808266"/>
              <a:gd name="connsiteY9" fmla="*/ 563234 h 1357257"/>
              <a:gd name="connsiteX10" fmla="*/ 9665 w 808266"/>
              <a:gd name="connsiteY10" fmla="*/ 579838 h 1357257"/>
              <a:gd name="connsiteX0" fmla="*/ 9665 w 808159"/>
              <a:gd name="connsiteY0" fmla="*/ 579838 h 1357293"/>
              <a:gd name="connsiteX1" fmla="*/ 66604 w 808159"/>
              <a:gd name="connsiteY1" fmla="*/ 430350 h 1357293"/>
              <a:gd name="connsiteX2" fmla="*/ 161108 w 808159"/>
              <a:gd name="connsiteY2" fmla="*/ 150730 h 1357293"/>
              <a:gd name="connsiteX3" fmla="*/ 425046 w 808159"/>
              <a:gd name="connsiteY3" fmla="*/ 308 h 1357293"/>
              <a:gd name="connsiteX4" fmla="*/ 697895 w 808159"/>
              <a:gd name="connsiteY4" fmla="*/ 142171 h 1357293"/>
              <a:gd name="connsiteX5" fmla="*/ 808150 w 808159"/>
              <a:gd name="connsiteY5" fmla="*/ 874405 h 1357293"/>
              <a:gd name="connsiteX6" fmla="*/ 693344 w 808159"/>
              <a:gd name="connsiteY6" fmla="*/ 1205450 h 1357293"/>
              <a:gd name="connsiteX7" fmla="*/ 380411 w 808159"/>
              <a:gd name="connsiteY7" fmla="*/ 1356337 h 1357293"/>
              <a:gd name="connsiteX8" fmla="*/ 177585 w 808159"/>
              <a:gd name="connsiteY8" fmla="*/ 1141110 h 1357293"/>
              <a:gd name="connsiteX9" fmla="*/ 94628 w 808159"/>
              <a:gd name="connsiteY9" fmla="*/ 563234 h 1357293"/>
              <a:gd name="connsiteX10" fmla="*/ 9665 w 808159"/>
              <a:gd name="connsiteY10" fmla="*/ 579838 h 1357293"/>
              <a:gd name="connsiteX0" fmla="*/ 9665 w 808159"/>
              <a:gd name="connsiteY0" fmla="*/ 579838 h 1330744"/>
              <a:gd name="connsiteX1" fmla="*/ 66604 w 808159"/>
              <a:gd name="connsiteY1" fmla="*/ 430350 h 1330744"/>
              <a:gd name="connsiteX2" fmla="*/ 161108 w 808159"/>
              <a:gd name="connsiteY2" fmla="*/ 150730 h 1330744"/>
              <a:gd name="connsiteX3" fmla="*/ 425046 w 808159"/>
              <a:gd name="connsiteY3" fmla="*/ 308 h 1330744"/>
              <a:gd name="connsiteX4" fmla="*/ 697895 w 808159"/>
              <a:gd name="connsiteY4" fmla="*/ 142171 h 1330744"/>
              <a:gd name="connsiteX5" fmla="*/ 808150 w 808159"/>
              <a:gd name="connsiteY5" fmla="*/ 874405 h 1330744"/>
              <a:gd name="connsiteX6" fmla="*/ 693344 w 808159"/>
              <a:gd name="connsiteY6" fmla="*/ 1205450 h 1330744"/>
              <a:gd name="connsiteX7" fmla="*/ 366891 w 808159"/>
              <a:gd name="connsiteY7" fmla="*/ 1329481 h 1330744"/>
              <a:gd name="connsiteX8" fmla="*/ 177585 w 808159"/>
              <a:gd name="connsiteY8" fmla="*/ 1141110 h 1330744"/>
              <a:gd name="connsiteX9" fmla="*/ 94628 w 808159"/>
              <a:gd name="connsiteY9" fmla="*/ 563234 h 1330744"/>
              <a:gd name="connsiteX10" fmla="*/ 9665 w 808159"/>
              <a:gd name="connsiteY10" fmla="*/ 579838 h 1330744"/>
              <a:gd name="connsiteX0" fmla="*/ 9665 w 808228"/>
              <a:gd name="connsiteY0" fmla="*/ 579772 h 1330678"/>
              <a:gd name="connsiteX1" fmla="*/ 66604 w 808228"/>
              <a:gd name="connsiteY1" fmla="*/ 430284 h 1330678"/>
              <a:gd name="connsiteX2" fmla="*/ 161108 w 808228"/>
              <a:gd name="connsiteY2" fmla="*/ 150664 h 1330678"/>
              <a:gd name="connsiteX3" fmla="*/ 425046 w 808228"/>
              <a:gd name="connsiteY3" fmla="*/ 242 h 1330678"/>
              <a:gd name="connsiteX4" fmla="*/ 680284 w 808228"/>
              <a:gd name="connsiteY4" fmla="*/ 143084 h 1330678"/>
              <a:gd name="connsiteX5" fmla="*/ 808150 w 808228"/>
              <a:gd name="connsiteY5" fmla="*/ 874339 h 1330678"/>
              <a:gd name="connsiteX6" fmla="*/ 693344 w 808228"/>
              <a:gd name="connsiteY6" fmla="*/ 1205384 h 1330678"/>
              <a:gd name="connsiteX7" fmla="*/ 366891 w 808228"/>
              <a:gd name="connsiteY7" fmla="*/ 1329415 h 1330678"/>
              <a:gd name="connsiteX8" fmla="*/ 177585 w 808228"/>
              <a:gd name="connsiteY8" fmla="*/ 1141044 h 1330678"/>
              <a:gd name="connsiteX9" fmla="*/ 94628 w 808228"/>
              <a:gd name="connsiteY9" fmla="*/ 563168 h 1330678"/>
              <a:gd name="connsiteX10" fmla="*/ 9665 w 808228"/>
              <a:gd name="connsiteY10" fmla="*/ 579772 h 1330678"/>
              <a:gd name="connsiteX0" fmla="*/ 11494 w 796231"/>
              <a:gd name="connsiteY0" fmla="*/ 593372 h 1330678"/>
              <a:gd name="connsiteX1" fmla="*/ 54607 w 796231"/>
              <a:gd name="connsiteY1" fmla="*/ 430284 h 1330678"/>
              <a:gd name="connsiteX2" fmla="*/ 149111 w 796231"/>
              <a:gd name="connsiteY2" fmla="*/ 150664 h 1330678"/>
              <a:gd name="connsiteX3" fmla="*/ 413049 w 796231"/>
              <a:gd name="connsiteY3" fmla="*/ 242 h 1330678"/>
              <a:gd name="connsiteX4" fmla="*/ 668287 w 796231"/>
              <a:gd name="connsiteY4" fmla="*/ 143084 h 1330678"/>
              <a:gd name="connsiteX5" fmla="*/ 796153 w 796231"/>
              <a:gd name="connsiteY5" fmla="*/ 874339 h 1330678"/>
              <a:gd name="connsiteX6" fmla="*/ 681347 w 796231"/>
              <a:gd name="connsiteY6" fmla="*/ 1205384 h 1330678"/>
              <a:gd name="connsiteX7" fmla="*/ 354894 w 796231"/>
              <a:gd name="connsiteY7" fmla="*/ 1329415 h 1330678"/>
              <a:gd name="connsiteX8" fmla="*/ 165588 w 796231"/>
              <a:gd name="connsiteY8" fmla="*/ 1141044 h 1330678"/>
              <a:gd name="connsiteX9" fmla="*/ 82631 w 796231"/>
              <a:gd name="connsiteY9" fmla="*/ 563168 h 1330678"/>
              <a:gd name="connsiteX10" fmla="*/ 11494 w 796231"/>
              <a:gd name="connsiteY10" fmla="*/ 593372 h 1330678"/>
              <a:gd name="connsiteX0" fmla="*/ 3439 w 788176"/>
              <a:gd name="connsiteY0" fmla="*/ 593372 h 1330678"/>
              <a:gd name="connsiteX1" fmla="*/ 46552 w 788176"/>
              <a:gd name="connsiteY1" fmla="*/ 430284 h 1330678"/>
              <a:gd name="connsiteX2" fmla="*/ 141056 w 788176"/>
              <a:gd name="connsiteY2" fmla="*/ 150664 h 1330678"/>
              <a:gd name="connsiteX3" fmla="*/ 404994 w 788176"/>
              <a:gd name="connsiteY3" fmla="*/ 242 h 1330678"/>
              <a:gd name="connsiteX4" fmla="*/ 660232 w 788176"/>
              <a:gd name="connsiteY4" fmla="*/ 143084 h 1330678"/>
              <a:gd name="connsiteX5" fmla="*/ 788098 w 788176"/>
              <a:gd name="connsiteY5" fmla="*/ 874339 h 1330678"/>
              <a:gd name="connsiteX6" fmla="*/ 673292 w 788176"/>
              <a:gd name="connsiteY6" fmla="*/ 1205384 h 1330678"/>
              <a:gd name="connsiteX7" fmla="*/ 346839 w 788176"/>
              <a:gd name="connsiteY7" fmla="*/ 1329415 h 1330678"/>
              <a:gd name="connsiteX8" fmla="*/ 157533 w 788176"/>
              <a:gd name="connsiteY8" fmla="*/ 1141044 h 1330678"/>
              <a:gd name="connsiteX9" fmla="*/ 74576 w 788176"/>
              <a:gd name="connsiteY9" fmla="*/ 563168 h 1330678"/>
              <a:gd name="connsiteX10" fmla="*/ 3439 w 788176"/>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74535 w 788135"/>
              <a:gd name="connsiteY9" fmla="*/ 563168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691 w 785392"/>
              <a:gd name="connsiteY0" fmla="*/ 599057 h 1330678"/>
              <a:gd name="connsiteX1" fmla="*/ 44220 w 785392"/>
              <a:gd name="connsiteY1" fmla="*/ 421479 h 1330678"/>
              <a:gd name="connsiteX2" fmla="*/ 138272 w 785392"/>
              <a:gd name="connsiteY2" fmla="*/ 150664 h 1330678"/>
              <a:gd name="connsiteX3" fmla="*/ 402210 w 785392"/>
              <a:gd name="connsiteY3" fmla="*/ 242 h 1330678"/>
              <a:gd name="connsiteX4" fmla="*/ 657448 w 785392"/>
              <a:gd name="connsiteY4" fmla="*/ 143084 h 1330678"/>
              <a:gd name="connsiteX5" fmla="*/ 785314 w 785392"/>
              <a:gd name="connsiteY5" fmla="*/ 874339 h 1330678"/>
              <a:gd name="connsiteX6" fmla="*/ 670508 w 785392"/>
              <a:gd name="connsiteY6" fmla="*/ 1205384 h 1330678"/>
              <a:gd name="connsiteX7" fmla="*/ 344055 w 785392"/>
              <a:gd name="connsiteY7" fmla="*/ 1329415 h 1330678"/>
              <a:gd name="connsiteX8" fmla="*/ 154749 w 785392"/>
              <a:gd name="connsiteY8" fmla="*/ 1141044 h 1330678"/>
              <a:gd name="connsiteX9" fmla="*/ 65848 w 785392"/>
              <a:gd name="connsiteY9" fmla="*/ 566957 h 1330678"/>
              <a:gd name="connsiteX10" fmla="*/ 3691 w 785392"/>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67586 w 787130"/>
              <a:gd name="connsiteY9" fmla="*/ 566957 h 1330678"/>
              <a:gd name="connsiteX10" fmla="*/ 5429 w 787130"/>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58183 w 787130"/>
              <a:gd name="connsiteY9" fmla="*/ 568228 h 1330678"/>
              <a:gd name="connsiteX10" fmla="*/ 5429 w 787130"/>
              <a:gd name="connsiteY10" fmla="*/ 599057 h 1330678"/>
              <a:gd name="connsiteX0" fmla="*/ 5429 w 787130"/>
              <a:gd name="connsiteY0" fmla="*/ 751347 h 1482968"/>
              <a:gd name="connsiteX1" fmla="*/ 45958 w 787130"/>
              <a:gd name="connsiteY1" fmla="*/ 573769 h 1482968"/>
              <a:gd name="connsiteX2" fmla="*/ 140010 w 787130"/>
              <a:gd name="connsiteY2" fmla="*/ 302954 h 1482968"/>
              <a:gd name="connsiteX3" fmla="*/ 403948 w 787130"/>
              <a:gd name="connsiteY3" fmla="*/ 9 h 1482968"/>
              <a:gd name="connsiteX4" fmla="*/ 659186 w 787130"/>
              <a:gd name="connsiteY4" fmla="*/ 295374 h 1482968"/>
              <a:gd name="connsiteX5" fmla="*/ 787052 w 787130"/>
              <a:gd name="connsiteY5" fmla="*/ 1026629 h 1482968"/>
              <a:gd name="connsiteX6" fmla="*/ 672246 w 787130"/>
              <a:gd name="connsiteY6" fmla="*/ 1357674 h 1482968"/>
              <a:gd name="connsiteX7" fmla="*/ 345793 w 787130"/>
              <a:gd name="connsiteY7" fmla="*/ 1481705 h 1482968"/>
              <a:gd name="connsiteX8" fmla="*/ 156487 w 787130"/>
              <a:gd name="connsiteY8" fmla="*/ 1293334 h 1482968"/>
              <a:gd name="connsiteX9" fmla="*/ 58183 w 787130"/>
              <a:gd name="connsiteY9" fmla="*/ 720518 h 1482968"/>
              <a:gd name="connsiteX10" fmla="*/ 5429 w 787130"/>
              <a:gd name="connsiteY10" fmla="*/ 751347 h 1482968"/>
              <a:gd name="connsiteX0" fmla="*/ 5429 w 787052"/>
              <a:gd name="connsiteY0" fmla="*/ 754100 h 1485721"/>
              <a:gd name="connsiteX1" fmla="*/ 45958 w 787052"/>
              <a:gd name="connsiteY1" fmla="*/ 576522 h 1485721"/>
              <a:gd name="connsiteX2" fmla="*/ 140010 w 787052"/>
              <a:gd name="connsiteY2" fmla="*/ 305707 h 1485721"/>
              <a:gd name="connsiteX3" fmla="*/ 403948 w 787052"/>
              <a:gd name="connsiteY3" fmla="*/ 2762 h 1485721"/>
              <a:gd name="connsiteX4" fmla="*/ 672102 w 787052"/>
              <a:gd name="connsiteY4" fmla="*/ 209565 h 1485721"/>
              <a:gd name="connsiteX5" fmla="*/ 787052 w 787052"/>
              <a:gd name="connsiteY5" fmla="*/ 1029382 h 1485721"/>
              <a:gd name="connsiteX6" fmla="*/ 672246 w 787052"/>
              <a:gd name="connsiteY6" fmla="*/ 1360427 h 1485721"/>
              <a:gd name="connsiteX7" fmla="*/ 345793 w 787052"/>
              <a:gd name="connsiteY7" fmla="*/ 1484458 h 1485721"/>
              <a:gd name="connsiteX8" fmla="*/ 156487 w 787052"/>
              <a:gd name="connsiteY8" fmla="*/ 1296087 h 1485721"/>
              <a:gd name="connsiteX9" fmla="*/ 58183 w 787052"/>
              <a:gd name="connsiteY9" fmla="*/ 723271 h 1485721"/>
              <a:gd name="connsiteX10" fmla="*/ 5429 w 787052"/>
              <a:gd name="connsiteY10" fmla="*/ 754100 h 1485721"/>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58183 w 787052"/>
              <a:gd name="connsiteY9" fmla="*/ 72057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782 w 785613"/>
              <a:gd name="connsiteY0" fmla="*/ 784164 h 1483020"/>
              <a:gd name="connsiteX1" fmla="*/ 44519 w 785613"/>
              <a:gd name="connsiteY1" fmla="*/ 573821 h 1483020"/>
              <a:gd name="connsiteX2" fmla="*/ 138571 w 785613"/>
              <a:gd name="connsiteY2" fmla="*/ 189844 h 1483020"/>
              <a:gd name="connsiteX3" fmla="*/ 402509 w 785613"/>
              <a:gd name="connsiteY3" fmla="*/ 61 h 1483020"/>
              <a:gd name="connsiteX4" fmla="*/ 670663 w 785613"/>
              <a:gd name="connsiteY4" fmla="*/ 206864 h 1483020"/>
              <a:gd name="connsiteX5" fmla="*/ 785613 w 785613"/>
              <a:gd name="connsiteY5" fmla="*/ 1026681 h 1483020"/>
              <a:gd name="connsiteX6" fmla="*/ 670807 w 785613"/>
              <a:gd name="connsiteY6" fmla="*/ 1357726 h 1483020"/>
              <a:gd name="connsiteX7" fmla="*/ 344354 w 785613"/>
              <a:gd name="connsiteY7" fmla="*/ 1481757 h 1483020"/>
              <a:gd name="connsiteX8" fmla="*/ 155048 w 785613"/>
              <a:gd name="connsiteY8" fmla="*/ 1293386 h 1483020"/>
              <a:gd name="connsiteX9" fmla="*/ 69660 w 785613"/>
              <a:gd name="connsiteY9" fmla="*/ 755010 h 1483020"/>
              <a:gd name="connsiteX10" fmla="*/ 5782 w 785613"/>
              <a:gd name="connsiteY10" fmla="*/ 784164 h 1483020"/>
              <a:gd name="connsiteX0" fmla="*/ 5430 w 785261"/>
              <a:gd name="connsiteY0" fmla="*/ 784162 h 1483018"/>
              <a:gd name="connsiteX1" fmla="*/ 45959 w 785261"/>
              <a:gd name="connsiteY1" fmla="*/ 546516 h 1483018"/>
              <a:gd name="connsiteX2" fmla="*/ 138219 w 785261"/>
              <a:gd name="connsiteY2" fmla="*/ 189842 h 1483018"/>
              <a:gd name="connsiteX3" fmla="*/ 402157 w 785261"/>
              <a:gd name="connsiteY3" fmla="*/ 59 h 1483018"/>
              <a:gd name="connsiteX4" fmla="*/ 670311 w 785261"/>
              <a:gd name="connsiteY4" fmla="*/ 206862 h 1483018"/>
              <a:gd name="connsiteX5" fmla="*/ 785261 w 785261"/>
              <a:gd name="connsiteY5" fmla="*/ 1026679 h 1483018"/>
              <a:gd name="connsiteX6" fmla="*/ 670455 w 785261"/>
              <a:gd name="connsiteY6" fmla="*/ 1357724 h 1483018"/>
              <a:gd name="connsiteX7" fmla="*/ 344002 w 785261"/>
              <a:gd name="connsiteY7" fmla="*/ 1481755 h 1483018"/>
              <a:gd name="connsiteX8" fmla="*/ 154696 w 785261"/>
              <a:gd name="connsiteY8" fmla="*/ 1293384 h 1483018"/>
              <a:gd name="connsiteX9" fmla="*/ 69308 w 785261"/>
              <a:gd name="connsiteY9" fmla="*/ 755008 h 1483018"/>
              <a:gd name="connsiteX10" fmla="*/ 5430 w 785261"/>
              <a:gd name="connsiteY10" fmla="*/ 784162 h 1483018"/>
              <a:gd name="connsiteX0" fmla="*/ 7552 w 778423"/>
              <a:gd name="connsiteY0" fmla="*/ 822387 h 1483018"/>
              <a:gd name="connsiteX1" fmla="*/ 39121 w 778423"/>
              <a:gd name="connsiteY1" fmla="*/ 546516 h 1483018"/>
              <a:gd name="connsiteX2" fmla="*/ 131381 w 778423"/>
              <a:gd name="connsiteY2" fmla="*/ 189842 h 1483018"/>
              <a:gd name="connsiteX3" fmla="*/ 395319 w 778423"/>
              <a:gd name="connsiteY3" fmla="*/ 59 h 1483018"/>
              <a:gd name="connsiteX4" fmla="*/ 663473 w 778423"/>
              <a:gd name="connsiteY4" fmla="*/ 206862 h 1483018"/>
              <a:gd name="connsiteX5" fmla="*/ 778423 w 778423"/>
              <a:gd name="connsiteY5" fmla="*/ 1026679 h 1483018"/>
              <a:gd name="connsiteX6" fmla="*/ 663617 w 778423"/>
              <a:gd name="connsiteY6" fmla="*/ 1357724 h 1483018"/>
              <a:gd name="connsiteX7" fmla="*/ 337164 w 778423"/>
              <a:gd name="connsiteY7" fmla="*/ 1481755 h 1483018"/>
              <a:gd name="connsiteX8" fmla="*/ 147858 w 778423"/>
              <a:gd name="connsiteY8" fmla="*/ 1293384 h 1483018"/>
              <a:gd name="connsiteX9" fmla="*/ 62470 w 778423"/>
              <a:gd name="connsiteY9" fmla="*/ 755008 h 1483018"/>
              <a:gd name="connsiteX10" fmla="*/ 7552 w 778423"/>
              <a:gd name="connsiteY10" fmla="*/ 822387 h 1483018"/>
              <a:gd name="connsiteX0" fmla="*/ 5173 w 776044"/>
              <a:gd name="connsiteY0" fmla="*/ 822387 h 1483018"/>
              <a:gd name="connsiteX1" fmla="*/ 36742 w 776044"/>
              <a:gd name="connsiteY1" fmla="*/ 546516 h 1483018"/>
              <a:gd name="connsiteX2" fmla="*/ 129002 w 776044"/>
              <a:gd name="connsiteY2" fmla="*/ 189842 h 1483018"/>
              <a:gd name="connsiteX3" fmla="*/ 392940 w 776044"/>
              <a:gd name="connsiteY3" fmla="*/ 59 h 1483018"/>
              <a:gd name="connsiteX4" fmla="*/ 661094 w 776044"/>
              <a:gd name="connsiteY4" fmla="*/ 206862 h 1483018"/>
              <a:gd name="connsiteX5" fmla="*/ 776044 w 776044"/>
              <a:gd name="connsiteY5" fmla="*/ 1026679 h 1483018"/>
              <a:gd name="connsiteX6" fmla="*/ 661238 w 776044"/>
              <a:gd name="connsiteY6" fmla="*/ 1357724 h 1483018"/>
              <a:gd name="connsiteX7" fmla="*/ 334785 w 776044"/>
              <a:gd name="connsiteY7" fmla="*/ 1481755 h 1483018"/>
              <a:gd name="connsiteX8" fmla="*/ 145479 w 776044"/>
              <a:gd name="connsiteY8" fmla="*/ 1293384 h 1483018"/>
              <a:gd name="connsiteX9" fmla="*/ 60091 w 776044"/>
              <a:gd name="connsiteY9" fmla="*/ 755008 h 1483018"/>
              <a:gd name="connsiteX10" fmla="*/ 5173 w 776044"/>
              <a:gd name="connsiteY10" fmla="*/ 822387 h 1483018"/>
              <a:gd name="connsiteX0" fmla="*/ 3111 w 773982"/>
              <a:gd name="connsiteY0" fmla="*/ 822384 h 1483015"/>
              <a:gd name="connsiteX1" fmla="*/ 43640 w 773982"/>
              <a:gd name="connsiteY1" fmla="*/ 516479 h 1483015"/>
              <a:gd name="connsiteX2" fmla="*/ 126940 w 773982"/>
              <a:gd name="connsiteY2" fmla="*/ 189839 h 1483015"/>
              <a:gd name="connsiteX3" fmla="*/ 390878 w 773982"/>
              <a:gd name="connsiteY3" fmla="*/ 56 h 1483015"/>
              <a:gd name="connsiteX4" fmla="*/ 659032 w 773982"/>
              <a:gd name="connsiteY4" fmla="*/ 206859 h 1483015"/>
              <a:gd name="connsiteX5" fmla="*/ 773982 w 773982"/>
              <a:gd name="connsiteY5" fmla="*/ 1026676 h 1483015"/>
              <a:gd name="connsiteX6" fmla="*/ 659176 w 773982"/>
              <a:gd name="connsiteY6" fmla="*/ 1357721 h 1483015"/>
              <a:gd name="connsiteX7" fmla="*/ 332723 w 773982"/>
              <a:gd name="connsiteY7" fmla="*/ 1481752 h 1483015"/>
              <a:gd name="connsiteX8" fmla="*/ 143417 w 773982"/>
              <a:gd name="connsiteY8" fmla="*/ 1293381 h 1483015"/>
              <a:gd name="connsiteX9" fmla="*/ 58029 w 773982"/>
              <a:gd name="connsiteY9" fmla="*/ 755005 h 1483015"/>
              <a:gd name="connsiteX10" fmla="*/ 3111 w 773982"/>
              <a:gd name="connsiteY10" fmla="*/ 822384 h 1483015"/>
              <a:gd name="connsiteX0" fmla="*/ 3111 w 773982"/>
              <a:gd name="connsiteY0" fmla="*/ 822399 h 1483030"/>
              <a:gd name="connsiteX1" fmla="*/ 43640 w 773982"/>
              <a:gd name="connsiteY1" fmla="*/ 516494 h 1483030"/>
              <a:gd name="connsiteX2" fmla="*/ 126940 w 773982"/>
              <a:gd name="connsiteY2" fmla="*/ 189854 h 1483030"/>
              <a:gd name="connsiteX3" fmla="*/ 390878 w 773982"/>
              <a:gd name="connsiteY3" fmla="*/ 71 h 1483030"/>
              <a:gd name="connsiteX4" fmla="*/ 659032 w 773982"/>
              <a:gd name="connsiteY4" fmla="*/ 206874 h 1483030"/>
              <a:gd name="connsiteX5" fmla="*/ 773982 w 773982"/>
              <a:gd name="connsiteY5" fmla="*/ 1026691 h 1483030"/>
              <a:gd name="connsiteX6" fmla="*/ 659176 w 773982"/>
              <a:gd name="connsiteY6" fmla="*/ 1357736 h 1483030"/>
              <a:gd name="connsiteX7" fmla="*/ 332723 w 773982"/>
              <a:gd name="connsiteY7" fmla="*/ 1481767 h 1483030"/>
              <a:gd name="connsiteX8" fmla="*/ 143417 w 773982"/>
              <a:gd name="connsiteY8" fmla="*/ 1293396 h 1483030"/>
              <a:gd name="connsiteX9" fmla="*/ 58029 w 773982"/>
              <a:gd name="connsiteY9" fmla="*/ 755020 h 1483030"/>
              <a:gd name="connsiteX10" fmla="*/ 3111 w 773982"/>
              <a:gd name="connsiteY10" fmla="*/ 822399 h 1483030"/>
              <a:gd name="connsiteX0" fmla="*/ 1158 w 772029"/>
              <a:gd name="connsiteY0" fmla="*/ 822384 h 1483015"/>
              <a:gd name="connsiteX1" fmla="*/ 66600 w 772029"/>
              <a:gd name="connsiteY1" fmla="*/ 513029 h 1483015"/>
              <a:gd name="connsiteX2" fmla="*/ 124987 w 772029"/>
              <a:gd name="connsiteY2" fmla="*/ 189839 h 1483015"/>
              <a:gd name="connsiteX3" fmla="*/ 388925 w 772029"/>
              <a:gd name="connsiteY3" fmla="*/ 56 h 1483015"/>
              <a:gd name="connsiteX4" fmla="*/ 657079 w 772029"/>
              <a:gd name="connsiteY4" fmla="*/ 206859 h 1483015"/>
              <a:gd name="connsiteX5" fmla="*/ 772029 w 772029"/>
              <a:gd name="connsiteY5" fmla="*/ 1026676 h 1483015"/>
              <a:gd name="connsiteX6" fmla="*/ 657223 w 772029"/>
              <a:gd name="connsiteY6" fmla="*/ 1357721 h 1483015"/>
              <a:gd name="connsiteX7" fmla="*/ 330770 w 772029"/>
              <a:gd name="connsiteY7" fmla="*/ 1481752 h 1483015"/>
              <a:gd name="connsiteX8" fmla="*/ 141464 w 772029"/>
              <a:gd name="connsiteY8" fmla="*/ 1293381 h 1483015"/>
              <a:gd name="connsiteX9" fmla="*/ 56076 w 772029"/>
              <a:gd name="connsiteY9" fmla="*/ 755005 h 1483015"/>
              <a:gd name="connsiteX10" fmla="*/ 1158 w 772029"/>
              <a:gd name="connsiteY10" fmla="*/ 822384 h 1483015"/>
              <a:gd name="connsiteX0" fmla="*/ 923 w 771794"/>
              <a:gd name="connsiteY0" fmla="*/ 822384 h 1483015"/>
              <a:gd name="connsiteX1" fmla="*/ 75424 w 771794"/>
              <a:gd name="connsiteY1" fmla="*/ 513030 h 1483015"/>
              <a:gd name="connsiteX2" fmla="*/ 124752 w 771794"/>
              <a:gd name="connsiteY2" fmla="*/ 189839 h 1483015"/>
              <a:gd name="connsiteX3" fmla="*/ 388690 w 771794"/>
              <a:gd name="connsiteY3" fmla="*/ 56 h 1483015"/>
              <a:gd name="connsiteX4" fmla="*/ 656844 w 771794"/>
              <a:gd name="connsiteY4" fmla="*/ 206859 h 1483015"/>
              <a:gd name="connsiteX5" fmla="*/ 771794 w 771794"/>
              <a:gd name="connsiteY5" fmla="*/ 1026676 h 1483015"/>
              <a:gd name="connsiteX6" fmla="*/ 656988 w 771794"/>
              <a:gd name="connsiteY6" fmla="*/ 1357721 h 1483015"/>
              <a:gd name="connsiteX7" fmla="*/ 330535 w 771794"/>
              <a:gd name="connsiteY7" fmla="*/ 1481752 h 1483015"/>
              <a:gd name="connsiteX8" fmla="*/ 141229 w 771794"/>
              <a:gd name="connsiteY8" fmla="*/ 1293381 h 1483015"/>
              <a:gd name="connsiteX9" fmla="*/ 55841 w 771794"/>
              <a:gd name="connsiteY9" fmla="*/ 755005 h 1483015"/>
              <a:gd name="connsiteX10" fmla="*/ 923 w 771794"/>
              <a:gd name="connsiteY10" fmla="*/ 822384 h 1483015"/>
              <a:gd name="connsiteX0" fmla="*/ 923 w 771794"/>
              <a:gd name="connsiteY0" fmla="*/ 822427 h 1483058"/>
              <a:gd name="connsiteX1" fmla="*/ 75424 w 771794"/>
              <a:gd name="connsiteY1" fmla="*/ 513073 h 1483058"/>
              <a:gd name="connsiteX2" fmla="*/ 124752 w 771794"/>
              <a:gd name="connsiteY2" fmla="*/ 220941 h 1483058"/>
              <a:gd name="connsiteX3" fmla="*/ 388690 w 771794"/>
              <a:gd name="connsiteY3" fmla="*/ 99 h 1483058"/>
              <a:gd name="connsiteX4" fmla="*/ 656844 w 771794"/>
              <a:gd name="connsiteY4" fmla="*/ 206902 h 1483058"/>
              <a:gd name="connsiteX5" fmla="*/ 771794 w 771794"/>
              <a:gd name="connsiteY5" fmla="*/ 1026719 h 1483058"/>
              <a:gd name="connsiteX6" fmla="*/ 656988 w 771794"/>
              <a:gd name="connsiteY6" fmla="*/ 1357764 h 1483058"/>
              <a:gd name="connsiteX7" fmla="*/ 330535 w 771794"/>
              <a:gd name="connsiteY7" fmla="*/ 1481795 h 1483058"/>
              <a:gd name="connsiteX8" fmla="*/ 141229 w 771794"/>
              <a:gd name="connsiteY8" fmla="*/ 1293424 h 1483058"/>
              <a:gd name="connsiteX9" fmla="*/ 55841 w 771794"/>
              <a:gd name="connsiteY9" fmla="*/ 755048 h 1483058"/>
              <a:gd name="connsiteX10" fmla="*/ 923 w 771794"/>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6018 w 772912"/>
              <a:gd name="connsiteY9" fmla="*/ 744695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8283 w 772912"/>
              <a:gd name="connsiteY9" fmla="*/ 758499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041 w 772912"/>
              <a:gd name="connsiteY0" fmla="*/ 822427 h 1483058"/>
              <a:gd name="connsiteX1" fmla="*/ 76542 w 772912"/>
              <a:gd name="connsiteY1" fmla="*/ 561386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4 h 1483058"/>
              <a:gd name="connsiteX9" fmla="*/ 73509 w 773608"/>
              <a:gd name="connsiteY9" fmla="*/ 751597 h 1483058"/>
              <a:gd name="connsiteX10" fmla="*/ 2737 w 773608"/>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5 h 1483058"/>
              <a:gd name="connsiteX9" fmla="*/ 73509 w 773608"/>
              <a:gd name="connsiteY9" fmla="*/ 751597 h 1483058"/>
              <a:gd name="connsiteX10" fmla="*/ 2737 w 773608"/>
              <a:gd name="connsiteY10" fmla="*/ 822427 h 1483058"/>
              <a:gd name="connsiteX0" fmla="*/ 2737 w 773608"/>
              <a:gd name="connsiteY0" fmla="*/ 784686 h 1445317"/>
              <a:gd name="connsiteX1" fmla="*/ 70444 w 773608"/>
              <a:gd name="connsiteY1" fmla="*/ 537449 h 1445317"/>
              <a:gd name="connsiteX2" fmla="*/ 126566 w 773608"/>
              <a:gd name="connsiteY2" fmla="*/ 183200 h 1445317"/>
              <a:gd name="connsiteX3" fmla="*/ 388239 w 773608"/>
              <a:gd name="connsiteY3" fmla="*/ 318 h 1445317"/>
              <a:gd name="connsiteX4" fmla="*/ 658658 w 773608"/>
              <a:gd name="connsiteY4" fmla="*/ 169161 h 1445317"/>
              <a:gd name="connsiteX5" fmla="*/ 773608 w 773608"/>
              <a:gd name="connsiteY5" fmla="*/ 988978 h 1445317"/>
              <a:gd name="connsiteX6" fmla="*/ 658802 w 773608"/>
              <a:gd name="connsiteY6" fmla="*/ 1320023 h 1445317"/>
              <a:gd name="connsiteX7" fmla="*/ 332349 w 773608"/>
              <a:gd name="connsiteY7" fmla="*/ 1444054 h 1445317"/>
              <a:gd name="connsiteX8" fmla="*/ 143043 w 773608"/>
              <a:gd name="connsiteY8" fmla="*/ 1255684 h 1445317"/>
              <a:gd name="connsiteX9" fmla="*/ 73509 w 773608"/>
              <a:gd name="connsiteY9" fmla="*/ 713856 h 1445317"/>
              <a:gd name="connsiteX10" fmla="*/ 2737 w 773608"/>
              <a:gd name="connsiteY10" fmla="*/ 784686 h 1445317"/>
              <a:gd name="connsiteX0" fmla="*/ 2737 w 773608"/>
              <a:gd name="connsiteY0" fmla="*/ 786943 h 1447574"/>
              <a:gd name="connsiteX1" fmla="*/ 70444 w 773608"/>
              <a:gd name="connsiteY1" fmla="*/ 539706 h 1447574"/>
              <a:gd name="connsiteX2" fmla="*/ 137890 w 773608"/>
              <a:gd name="connsiteY2" fmla="*/ 233770 h 1447574"/>
              <a:gd name="connsiteX3" fmla="*/ 388239 w 773608"/>
              <a:gd name="connsiteY3" fmla="*/ 2575 h 1447574"/>
              <a:gd name="connsiteX4" fmla="*/ 658658 w 773608"/>
              <a:gd name="connsiteY4" fmla="*/ 171418 h 1447574"/>
              <a:gd name="connsiteX5" fmla="*/ 773608 w 773608"/>
              <a:gd name="connsiteY5" fmla="*/ 991235 h 1447574"/>
              <a:gd name="connsiteX6" fmla="*/ 658802 w 773608"/>
              <a:gd name="connsiteY6" fmla="*/ 1322280 h 1447574"/>
              <a:gd name="connsiteX7" fmla="*/ 332349 w 773608"/>
              <a:gd name="connsiteY7" fmla="*/ 1446311 h 1447574"/>
              <a:gd name="connsiteX8" fmla="*/ 143043 w 773608"/>
              <a:gd name="connsiteY8" fmla="*/ 1257941 h 1447574"/>
              <a:gd name="connsiteX9" fmla="*/ 73509 w 773608"/>
              <a:gd name="connsiteY9" fmla="*/ 716113 h 1447574"/>
              <a:gd name="connsiteX10" fmla="*/ 2737 w 773608"/>
              <a:gd name="connsiteY10" fmla="*/ 786943 h 1447574"/>
              <a:gd name="connsiteX0" fmla="*/ 4243 w 775114"/>
              <a:gd name="connsiteY0" fmla="*/ 786943 h 1447574"/>
              <a:gd name="connsiteX1" fmla="*/ 62891 w 775114"/>
              <a:gd name="connsiteY1" fmla="*/ 522452 h 1447574"/>
              <a:gd name="connsiteX2" fmla="*/ 139396 w 775114"/>
              <a:gd name="connsiteY2" fmla="*/ 233770 h 1447574"/>
              <a:gd name="connsiteX3" fmla="*/ 389745 w 775114"/>
              <a:gd name="connsiteY3" fmla="*/ 2575 h 1447574"/>
              <a:gd name="connsiteX4" fmla="*/ 660164 w 775114"/>
              <a:gd name="connsiteY4" fmla="*/ 171418 h 1447574"/>
              <a:gd name="connsiteX5" fmla="*/ 775114 w 775114"/>
              <a:gd name="connsiteY5" fmla="*/ 991235 h 1447574"/>
              <a:gd name="connsiteX6" fmla="*/ 660308 w 775114"/>
              <a:gd name="connsiteY6" fmla="*/ 1322280 h 1447574"/>
              <a:gd name="connsiteX7" fmla="*/ 333855 w 775114"/>
              <a:gd name="connsiteY7" fmla="*/ 1446311 h 1447574"/>
              <a:gd name="connsiteX8" fmla="*/ 144549 w 775114"/>
              <a:gd name="connsiteY8" fmla="*/ 1257941 h 1447574"/>
              <a:gd name="connsiteX9" fmla="*/ 75015 w 775114"/>
              <a:gd name="connsiteY9" fmla="*/ 716113 h 1447574"/>
              <a:gd name="connsiteX10" fmla="*/ 4243 w 775114"/>
              <a:gd name="connsiteY10" fmla="*/ 786943 h 1447574"/>
              <a:gd name="connsiteX0" fmla="*/ 9050 w 779921"/>
              <a:gd name="connsiteY0" fmla="*/ 786943 h 1447574"/>
              <a:gd name="connsiteX1" fmla="*/ 51844 w 779921"/>
              <a:gd name="connsiteY1" fmla="*/ 522452 h 1447574"/>
              <a:gd name="connsiteX2" fmla="*/ 144203 w 779921"/>
              <a:gd name="connsiteY2" fmla="*/ 233770 h 1447574"/>
              <a:gd name="connsiteX3" fmla="*/ 394552 w 779921"/>
              <a:gd name="connsiteY3" fmla="*/ 2575 h 1447574"/>
              <a:gd name="connsiteX4" fmla="*/ 664971 w 779921"/>
              <a:gd name="connsiteY4" fmla="*/ 171418 h 1447574"/>
              <a:gd name="connsiteX5" fmla="*/ 779921 w 779921"/>
              <a:gd name="connsiteY5" fmla="*/ 991235 h 1447574"/>
              <a:gd name="connsiteX6" fmla="*/ 665115 w 779921"/>
              <a:gd name="connsiteY6" fmla="*/ 1322280 h 1447574"/>
              <a:gd name="connsiteX7" fmla="*/ 338662 w 779921"/>
              <a:gd name="connsiteY7" fmla="*/ 1446311 h 1447574"/>
              <a:gd name="connsiteX8" fmla="*/ 149356 w 779921"/>
              <a:gd name="connsiteY8" fmla="*/ 1257941 h 1447574"/>
              <a:gd name="connsiteX9" fmla="*/ 79822 w 779921"/>
              <a:gd name="connsiteY9" fmla="*/ 716113 h 1447574"/>
              <a:gd name="connsiteX10" fmla="*/ 9050 w 779921"/>
              <a:gd name="connsiteY10" fmla="*/ 786943 h 1447574"/>
              <a:gd name="connsiteX0" fmla="*/ 2472 w 773343"/>
              <a:gd name="connsiteY0" fmla="*/ 786943 h 1447574"/>
              <a:gd name="connsiteX1" fmla="*/ 72444 w 773343"/>
              <a:gd name="connsiteY1" fmla="*/ 525904 h 1447574"/>
              <a:gd name="connsiteX2" fmla="*/ 137625 w 773343"/>
              <a:gd name="connsiteY2" fmla="*/ 233770 h 1447574"/>
              <a:gd name="connsiteX3" fmla="*/ 387974 w 773343"/>
              <a:gd name="connsiteY3" fmla="*/ 2575 h 1447574"/>
              <a:gd name="connsiteX4" fmla="*/ 658393 w 773343"/>
              <a:gd name="connsiteY4" fmla="*/ 171418 h 1447574"/>
              <a:gd name="connsiteX5" fmla="*/ 773343 w 773343"/>
              <a:gd name="connsiteY5" fmla="*/ 991235 h 1447574"/>
              <a:gd name="connsiteX6" fmla="*/ 658537 w 773343"/>
              <a:gd name="connsiteY6" fmla="*/ 1322280 h 1447574"/>
              <a:gd name="connsiteX7" fmla="*/ 332084 w 773343"/>
              <a:gd name="connsiteY7" fmla="*/ 1446311 h 1447574"/>
              <a:gd name="connsiteX8" fmla="*/ 142778 w 773343"/>
              <a:gd name="connsiteY8" fmla="*/ 1257941 h 1447574"/>
              <a:gd name="connsiteX9" fmla="*/ 73244 w 773343"/>
              <a:gd name="connsiteY9" fmla="*/ 716113 h 1447574"/>
              <a:gd name="connsiteX10" fmla="*/ 2472 w 773343"/>
              <a:gd name="connsiteY10" fmla="*/ 786943 h 1447574"/>
              <a:gd name="connsiteX0" fmla="*/ 1502 w 772373"/>
              <a:gd name="connsiteY0" fmla="*/ 786943 h 1447574"/>
              <a:gd name="connsiteX1" fmla="*/ 71474 w 772373"/>
              <a:gd name="connsiteY1" fmla="*/ 525904 h 1447574"/>
              <a:gd name="connsiteX2" fmla="*/ 136655 w 772373"/>
              <a:gd name="connsiteY2" fmla="*/ 233770 h 1447574"/>
              <a:gd name="connsiteX3" fmla="*/ 387004 w 772373"/>
              <a:gd name="connsiteY3" fmla="*/ 2575 h 1447574"/>
              <a:gd name="connsiteX4" fmla="*/ 657423 w 772373"/>
              <a:gd name="connsiteY4" fmla="*/ 171418 h 1447574"/>
              <a:gd name="connsiteX5" fmla="*/ 772373 w 772373"/>
              <a:gd name="connsiteY5" fmla="*/ 991235 h 1447574"/>
              <a:gd name="connsiteX6" fmla="*/ 657567 w 772373"/>
              <a:gd name="connsiteY6" fmla="*/ 1322280 h 1447574"/>
              <a:gd name="connsiteX7" fmla="*/ 331114 w 772373"/>
              <a:gd name="connsiteY7" fmla="*/ 1446311 h 1447574"/>
              <a:gd name="connsiteX8" fmla="*/ 141808 w 772373"/>
              <a:gd name="connsiteY8" fmla="*/ 1257941 h 1447574"/>
              <a:gd name="connsiteX9" fmla="*/ 72274 w 772373"/>
              <a:gd name="connsiteY9" fmla="*/ 716113 h 1447574"/>
              <a:gd name="connsiteX10" fmla="*/ 1502 w 772373"/>
              <a:gd name="connsiteY10" fmla="*/ 786943 h 1447574"/>
              <a:gd name="connsiteX0" fmla="*/ 1931 w 772802"/>
              <a:gd name="connsiteY0" fmla="*/ 786943 h 1447574"/>
              <a:gd name="connsiteX1" fmla="*/ 65109 w 772802"/>
              <a:gd name="connsiteY1" fmla="*/ 532806 h 1447574"/>
              <a:gd name="connsiteX2" fmla="*/ 137084 w 772802"/>
              <a:gd name="connsiteY2" fmla="*/ 233770 h 1447574"/>
              <a:gd name="connsiteX3" fmla="*/ 387433 w 772802"/>
              <a:gd name="connsiteY3" fmla="*/ 2575 h 1447574"/>
              <a:gd name="connsiteX4" fmla="*/ 657852 w 772802"/>
              <a:gd name="connsiteY4" fmla="*/ 171418 h 1447574"/>
              <a:gd name="connsiteX5" fmla="*/ 772802 w 772802"/>
              <a:gd name="connsiteY5" fmla="*/ 991235 h 1447574"/>
              <a:gd name="connsiteX6" fmla="*/ 657996 w 772802"/>
              <a:gd name="connsiteY6" fmla="*/ 1322280 h 1447574"/>
              <a:gd name="connsiteX7" fmla="*/ 331543 w 772802"/>
              <a:gd name="connsiteY7" fmla="*/ 1446311 h 1447574"/>
              <a:gd name="connsiteX8" fmla="*/ 142237 w 772802"/>
              <a:gd name="connsiteY8" fmla="*/ 1257941 h 1447574"/>
              <a:gd name="connsiteX9" fmla="*/ 72703 w 772802"/>
              <a:gd name="connsiteY9" fmla="*/ 716113 h 1447574"/>
              <a:gd name="connsiteX10" fmla="*/ 1931 w 772802"/>
              <a:gd name="connsiteY10" fmla="*/ 786943 h 14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802" h="1447574">
                <a:moveTo>
                  <a:pt x="1931" y="786943"/>
                </a:moveTo>
                <a:cubicBezTo>
                  <a:pt x="-5304" y="793031"/>
                  <a:pt x="6108" y="637170"/>
                  <a:pt x="65109" y="532806"/>
                </a:cubicBezTo>
                <a:cubicBezTo>
                  <a:pt x="95020" y="452841"/>
                  <a:pt x="83363" y="322142"/>
                  <a:pt x="137084" y="233770"/>
                </a:cubicBezTo>
                <a:cubicBezTo>
                  <a:pt x="190805" y="145398"/>
                  <a:pt x="300638" y="12967"/>
                  <a:pt x="387433" y="2575"/>
                </a:cubicBezTo>
                <a:cubicBezTo>
                  <a:pt x="474228" y="-7817"/>
                  <a:pt x="593624" y="6641"/>
                  <a:pt x="657852" y="171418"/>
                </a:cubicBezTo>
                <a:cubicBezTo>
                  <a:pt x="722080" y="336195"/>
                  <a:pt x="772778" y="799425"/>
                  <a:pt x="772802" y="991235"/>
                </a:cubicBezTo>
                <a:cubicBezTo>
                  <a:pt x="772826" y="1183045"/>
                  <a:pt x="731539" y="1246434"/>
                  <a:pt x="657996" y="1322280"/>
                </a:cubicBezTo>
                <a:cubicBezTo>
                  <a:pt x="584453" y="1398126"/>
                  <a:pt x="417503" y="1457034"/>
                  <a:pt x="331543" y="1446311"/>
                </a:cubicBezTo>
                <a:cubicBezTo>
                  <a:pt x="245583" y="1435588"/>
                  <a:pt x="162488" y="1364071"/>
                  <a:pt x="142237" y="1257941"/>
                </a:cubicBezTo>
                <a:cubicBezTo>
                  <a:pt x="70105" y="1028184"/>
                  <a:pt x="105499" y="806115"/>
                  <a:pt x="72703" y="716113"/>
                </a:cubicBezTo>
                <a:cubicBezTo>
                  <a:pt x="35569" y="690454"/>
                  <a:pt x="12746" y="754000"/>
                  <a:pt x="1931" y="786943"/>
                </a:cubicBezTo>
                <a:close/>
              </a:path>
            </a:pathLst>
          </a:custGeom>
          <a:noFill/>
          <a:ln w="19050" cap="flat">
            <a:solidFill>
              <a:schemeClr val="tx1"/>
            </a:solidFill>
            <a:prstDash val="solid"/>
            <a:miter/>
          </a:ln>
        </p:spPr>
        <p:txBody>
          <a:bodyPr rtlCol="0" anchor="ctr"/>
          <a:lstStyle/>
          <a:p>
            <a:endParaRPr lang="en-US">
              <a:ln>
                <a:solidFill>
                  <a:srgbClr val="000000"/>
                </a:solidFill>
              </a:ln>
              <a:solidFill>
                <a:srgbClr val="000000"/>
              </a:solidFill>
            </a:endParaRPr>
          </a:p>
        </p:txBody>
      </p:sp>
      <p:pic>
        <p:nvPicPr>
          <p:cNvPr id="7" name="Graphic 6" descr="Workflow">
            <a:extLst>
              <a:ext uri="{FF2B5EF4-FFF2-40B4-BE49-F238E27FC236}">
                <a16:creationId xmlns:a16="http://schemas.microsoft.com/office/drawing/2014/main" id="{0DE71868-FD3C-B328-E4B4-282FB8E5DC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399" y="941377"/>
            <a:ext cx="4903863" cy="4903863"/>
          </a:xfrm>
          <a:prstGeom prst="rect">
            <a:avLst/>
          </a:prstGeom>
        </p:spPr>
      </p:pic>
    </p:spTree>
    <p:extLst>
      <p:ext uri="{BB962C8B-B14F-4D97-AF65-F5344CB8AC3E}">
        <p14:creationId xmlns:p14="http://schemas.microsoft.com/office/powerpoint/2010/main" val="2842848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7B498-52B3-4489-9E98-8D72E2E8D174}"/>
              </a:ext>
            </a:extLst>
          </p:cNvPr>
          <p:cNvSpPr>
            <a:spLocks noGrp="1"/>
          </p:cNvSpPr>
          <p:nvPr>
            <p:ph type="title"/>
          </p:nvPr>
        </p:nvSpPr>
        <p:spPr/>
        <p:txBody>
          <a:bodyPr/>
          <a:lstStyle/>
          <a:p>
            <a:r>
              <a:rPr lang="en-AU" dirty="0"/>
              <a:t>How do I do it?</a:t>
            </a:r>
          </a:p>
        </p:txBody>
      </p:sp>
      <p:sp>
        <p:nvSpPr>
          <p:cNvPr id="3" name="Content Placeholder 2">
            <a:extLst>
              <a:ext uri="{FF2B5EF4-FFF2-40B4-BE49-F238E27FC236}">
                <a16:creationId xmlns:a16="http://schemas.microsoft.com/office/drawing/2014/main" id="{2B62534B-5C68-4FF8-A008-EEC453BB0558}"/>
              </a:ext>
            </a:extLst>
          </p:cNvPr>
          <p:cNvSpPr>
            <a:spLocks noGrp="1"/>
          </p:cNvSpPr>
          <p:nvPr>
            <p:ph idx="1"/>
          </p:nvPr>
        </p:nvSpPr>
        <p:spPr>
          <a:xfrm>
            <a:off x="1524002" y="1905000"/>
            <a:ext cx="9131164" cy="4267200"/>
          </a:xfrm>
        </p:spPr>
        <p:txBody>
          <a:bodyPr>
            <a:normAutofit fontScale="92500" lnSpcReduction="20000"/>
          </a:bodyPr>
          <a:lstStyle/>
          <a:p>
            <a:pPr marL="0" indent="0">
              <a:buClr>
                <a:schemeClr val="accent1"/>
              </a:buClr>
              <a:buNone/>
            </a:pPr>
            <a:r>
              <a:rPr lang="en-AU" sz="4000" dirty="0"/>
              <a:t>Choose </a:t>
            </a:r>
            <a:r>
              <a:rPr lang="en-AU" sz="4000" b="1" dirty="0"/>
              <a:t>one</a:t>
            </a:r>
            <a:r>
              <a:rPr lang="en-AU" sz="4000" dirty="0"/>
              <a:t> of the </a:t>
            </a:r>
            <a:r>
              <a:rPr lang="en-AU" sz="4000" b="1" dirty="0"/>
              <a:t>questions from the worksheet </a:t>
            </a:r>
            <a:r>
              <a:rPr lang="en-AU" sz="4000" dirty="0"/>
              <a:t>06w – Embedding quotes.</a:t>
            </a:r>
            <a:endParaRPr lang="en-AU" sz="4000" dirty="0">
              <a:solidFill>
                <a:schemeClr val="tx2"/>
              </a:solidFill>
            </a:endParaRPr>
          </a:p>
          <a:p>
            <a:pPr marL="895350" indent="-539750">
              <a:buClr>
                <a:schemeClr val="accent1"/>
              </a:buClr>
              <a:buFont typeface="+mj-lt"/>
              <a:buAutoNum type="arabicPeriod"/>
            </a:pPr>
            <a:r>
              <a:rPr lang="en-AU" sz="4000" dirty="0"/>
              <a:t>Write your answer </a:t>
            </a:r>
            <a:r>
              <a:rPr lang="en-AU" sz="4000" b="0" dirty="0"/>
              <a:t>in your own words.</a:t>
            </a:r>
          </a:p>
          <a:p>
            <a:pPr marL="895350" indent="-539750">
              <a:buClr>
                <a:schemeClr val="accent1"/>
              </a:buClr>
              <a:buFont typeface="+mj-lt"/>
              <a:buAutoNum type="arabicPeriod"/>
            </a:pPr>
            <a:r>
              <a:rPr lang="en-AU" sz="4000" dirty="0"/>
              <a:t>Copy out one quote</a:t>
            </a:r>
            <a:r>
              <a:rPr lang="en-AU" sz="4000" b="0" dirty="0"/>
              <a:t> from the novel that demonstrates the idea.</a:t>
            </a:r>
          </a:p>
          <a:p>
            <a:pPr marL="895350" indent="-539750">
              <a:buClr>
                <a:schemeClr val="accent1"/>
              </a:buClr>
              <a:buFont typeface="+mj-lt"/>
              <a:buAutoNum type="arabicPeriod"/>
            </a:pPr>
            <a:r>
              <a:rPr lang="en-AU" sz="4000" dirty="0"/>
              <a:t>Circle or underline </a:t>
            </a:r>
            <a:r>
              <a:rPr lang="en-AU" sz="4000" b="0" dirty="0"/>
              <a:t>the</a:t>
            </a:r>
            <a:r>
              <a:rPr lang="en-AU" sz="4000" dirty="0"/>
              <a:t> words</a:t>
            </a:r>
            <a:r>
              <a:rPr lang="en-AU" sz="4000" b="0" dirty="0"/>
              <a:t> that you think are the most important words in the quote. </a:t>
            </a:r>
          </a:p>
          <a:p>
            <a:pPr marL="895350" indent="-539750">
              <a:buClr>
                <a:schemeClr val="accent1"/>
              </a:buClr>
              <a:buFont typeface="+mj-lt"/>
              <a:buAutoNum type="arabicPeriod"/>
            </a:pPr>
            <a:r>
              <a:rPr lang="en-AU" sz="4000" dirty="0"/>
              <a:t>Incorporate </a:t>
            </a:r>
            <a:r>
              <a:rPr lang="en-AU" sz="4000" b="0" dirty="0"/>
              <a:t>those words into your first sentence.</a:t>
            </a:r>
          </a:p>
          <a:p>
            <a:pPr marL="355600" algn="ctr">
              <a:buClr>
                <a:schemeClr val="accent1"/>
              </a:buClr>
            </a:pPr>
            <a:r>
              <a:rPr lang="en-AU" sz="4000" dirty="0">
                <a:solidFill>
                  <a:srgbClr val="C00000"/>
                </a:solidFill>
              </a:rPr>
              <a:t>Read on for more detail on each of those steps!</a:t>
            </a:r>
          </a:p>
        </p:txBody>
      </p:sp>
    </p:spTree>
    <p:extLst>
      <p:ext uri="{BB962C8B-B14F-4D97-AF65-F5344CB8AC3E}">
        <p14:creationId xmlns:p14="http://schemas.microsoft.com/office/powerpoint/2010/main" val="3090357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45598" y="1916806"/>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24001" y="1916806"/>
            <a:ext cx="2592288" cy="4267200"/>
          </a:xfrm>
        </p:spPr>
        <p:txBody>
          <a:bodyPr>
            <a:normAutofit/>
          </a:bodyPr>
          <a:lstStyle/>
          <a:p>
            <a:pPr marL="457200" indent="-457200">
              <a:buClr>
                <a:schemeClr val="accent1"/>
              </a:buClr>
              <a:buFont typeface="+mj-lt"/>
              <a:buAutoNum type="arabicPeriod"/>
            </a:pPr>
            <a:r>
              <a:rPr lang="en-AU" sz="4000" dirty="0"/>
              <a:t>Write your answer</a:t>
            </a:r>
          </a:p>
        </p:txBody>
      </p:sp>
    </p:spTree>
    <p:extLst>
      <p:ext uri="{BB962C8B-B14F-4D97-AF65-F5344CB8AC3E}">
        <p14:creationId xmlns:p14="http://schemas.microsoft.com/office/powerpoint/2010/main" val="283660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a:p>
            <a:pPr marL="0" indent="0">
              <a:buNone/>
            </a:pPr>
            <a:r>
              <a:rPr lang="en-AU" sz="3600" i="1" dirty="0">
                <a:solidFill>
                  <a:srgbClr val="00B050"/>
                </a:solidFill>
              </a:rPr>
              <a:t>“</a:t>
            </a:r>
            <a:r>
              <a:rPr lang="en-AU" sz="3600" i="1" dirty="0">
                <a:solidFill>
                  <a:srgbClr val="00B050"/>
                </a:solidFill>
                <a:cs typeface="Times New Roman" panose="02020603050405020304" pitchFamily="18" charset="0"/>
              </a:rPr>
              <a:t>Q</a:t>
            </a:r>
            <a:r>
              <a:rPr lang="en-AU" sz="3600" i="1" dirty="0">
                <a:solidFill>
                  <a:srgbClr val="00B050"/>
                </a:solidFill>
                <a:effectLst/>
                <a:ea typeface="Calibri" panose="020F0502020204030204" pitchFamily="34" charset="0"/>
                <a:cs typeface="Times New Roman" panose="02020603050405020304" pitchFamily="18" charset="0"/>
              </a:rPr>
              <a:t>ueeny looks as close to a superhero as I’ve ever seen.”</a:t>
            </a:r>
          </a:p>
          <a:p>
            <a:pPr marL="0" indent="0">
              <a:buNone/>
            </a:pPr>
            <a:r>
              <a:rPr lang="en-AU" sz="3600" i="1" dirty="0">
                <a:solidFill>
                  <a:srgbClr val="00B050"/>
                </a:solidFill>
                <a:ea typeface="Calibri" panose="020F0502020204030204" pitchFamily="34" charset="0"/>
                <a:cs typeface="Times New Roman" panose="02020603050405020304" pitchFamily="18" charset="0"/>
              </a:rPr>
              <a:t>“She swoops … hair flying down behind her.”</a:t>
            </a:r>
          </a:p>
          <a:p>
            <a:pPr marL="0" indent="0">
              <a:buNone/>
            </a:pPr>
            <a:r>
              <a:rPr lang="en-AU" sz="3600" i="1" dirty="0">
                <a:solidFill>
                  <a:srgbClr val="00B050"/>
                </a:solidFill>
                <a:ea typeface="Calibri" panose="020F0502020204030204" pitchFamily="34" charset="0"/>
                <a:cs typeface="Times New Roman" panose="02020603050405020304" pitchFamily="18" charset="0"/>
              </a:rPr>
              <a:t>“I haven’t felt like that in a long time.”</a:t>
            </a:r>
          </a:p>
          <a:p>
            <a:pPr marL="0" indent="0">
              <a:buNone/>
            </a:pPr>
            <a:endParaRPr lang="en-AU" i="1" dirty="0">
              <a:solidFill>
                <a:srgbClr val="00B050"/>
              </a:solidFill>
              <a:effectLst/>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sz="4000" dirty="0"/>
              <a:t>Write your sentence</a:t>
            </a:r>
          </a:p>
          <a:p>
            <a:pPr marL="457200" indent="-457200">
              <a:buClr>
                <a:schemeClr val="accent1"/>
              </a:buClr>
              <a:buFont typeface="+mj-lt"/>
              <a:buAutoNum type="arabicPeriod"/>
            </a:pPr>
            <a:r>
              <a:rPr lang="en-AU" sz="4000" dirty="0"/>
              <a:t>Copy out your quote/s</a:t>
            </a:r>
          </a:p>
        </p:txBody>
      </p:sp>
    </p:spTree>
    <p:extLst>
      <p:ext uri="{BB962C8B-B14F-4D97-AF65-F5344CB8AC3E}">
        <p14:creationId xmlns:p14="http://schemas.microsoft.com/office/powerpoint/2010/main" val="2198813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a:p>
            <a:pPr marL="0" indent="0">
              <a:buNone/>
            </a:pPr>
            <a:r>
              <a:rPr lang="en-AU" sz="3600" i="1" dirty="0">
                <a:solidFill>
                  <a:srgbClr val="00B050"/>
                </a:solidFill>
              </a:rPr>
              <a:t>“</a:t>
            </a:r>
            <a:r>
              <a:rPr lang="en-AU" sz="3600" i="1" dirty="0">
                <a:solidFill>
                  <a:srgbClr val="00B050"/>
                </a:solidFill>
                <a:cs typeface="Times New Roman" panose="02020603050405020304" pitchFamily="18" charset="0"/>
              </a:rPr>
              <a:t>Q</a:t>
            </a:r>
            <a:r>
              <a:rPr lang="en-AU" sz="3600" i="1" dirty="0">
                <a:solidFill>
                  <a:srgbClr val="00B050"/>
                </a:solidFill>
                <a:effectLst/>
                <a:ea typeface="Calibri" panose="020F0502020204030204" pitchFamily="34" charset="0"/>
                <a:cs typeface="Times New Roman" panose="02020603050405020304" pitchFamily="18" charset="0"/>
              </a:rPr>
              <a:t>ueeny looks </a:t>
            </a:r>
            <a:r>
              <a:rPr lang="en-AU" sz="3600" i="1" dirty="0">
                <a:solidFill>
                  <a:srgbClr val="00B050"/>
                </a:solidFill>
                <a:effectLst/>
                <a:highlight>
                  <a:srgbClr val="FFFF00"/>
                </a:highlight>
                <a:ea typeface="Calibri" panose="020F0502020204030204" pitchFamily="34" charset="0"/>
                <a:cs typeface="Times New Roman" panose="02020603050405020304" pitchFamily="18" charset="0"/>
              </a:rPr>
              <a:t>as close to a superhero </a:t>
            </a:r>
            <a:r>
              <a:rPr lang="en-AU" sz="3600" i="1" dirty="0">
                <a:solidFill>
                  <a:srgbClr val="00B050"/>
                </a:solidFill>
                <a:effectLst/>
                <a:ea typeface="Calibri" panose="020F0502020204030204" pitchFamily="34" charset="0"/>
                <a:cs typeface="Times New Roman" panose="02020603050405020304" pitchFamily="18" charset="0"/>
              </a:rPr>
              <a:t>as </a:t>
            </a:r>
            <a:r>
              <a:rPr lang="en-AU" sz="3600" i="1" dirty="0">
                <a:solidFill>
                  <a:srgbClr val="00B050"/>
                </a:solidFill>
                <a:effectLst/>
                <a:highlight>
                  <a:srgbClr val="FFFF00"/>
                </a:highlight>
                <a:ea typeface="Calibri" panose="020F0502020204030204" pitchFamily="34" charset="0"/>
                <a:cs typeface="Times New Roman" panose="02020603050405020304" pitchFamily="18" charset="0"/>
              </a:rPr>
              <a:t>I’ve ever seen</a:t>
            </a:r>
            <a:r>
              <a:rPr lang="en-AU" sz="3600" i="1" dirty="0">
                <a:solidFill>
                  <a:srgbClr val="00B050"/>
                </a:solidFill>
                <a:effectLst/>
                <a:ea typeface="Calibri" panose="020F0502020204030204" pitchFamily="34" charset="0"/>
                <a:cs typeface="Times New Roman" panose="02020603050405020304" pitchFamily="18" charset="0"/>
              </a:rPr>
              <a:t>.”</a:t>
            </a:r>
          </a:p>
          <a:p>
            <a:pPr marL="0" indent="0">
              <a:buNone/>
            </a:pPr>
            <a:r>
              <a:rPr lang="en-AU" sz="3600" i="1" dirty="0">
                <a:solidFill>
                  <a:srgbClr val="00B050"/>
                </a:solidFill>
                <a:ea typeface="Calibri" panose="020F0502020204030204" pitchFamily="34" charset="0"/>
                <a:cs typeface="Times New Roman" panose="02020603050405020304" pitchFamily="18" charset="0"/>
              </a:rPr>
              <a:t>“She </a:t>
            </a:r>
            <a:r>
              <a:rPr lang="en-AU" sz="3600" i="1" dirty="0">
                <a:solidFill>
                  <a:srgbClr val="00B050"/>
                </a:solidFill>
                <a:highlight>
                  <a:srgbClr val="FFFF00"/>
                </a:highlight>
                <a:ea typeface="Calibri" panose="020F0502020204030204" pitchFamily="34" charset="0"/>
                <a:cs typeface="Times New Roman" panose="02020603050405020304" pitchFamily="18" charset="0"/>
              </a:rPr>
              <a:t>swoops</a:t>
            </a:r>
            <a:r>
              <a:rPr lang="en-AU" sz="3600" i="1" dirty="0">
                <a:solidFill>
                  <a:srgbClr val="00B050"/>
                </a:solidFill>
                <a:ea typeface="Calibri" panose="020F0502020204030204" pitchFamily="34" charset="0"/>
                <a:cs typeface="Times New Roman" panose="02020603050405020304" pitchFamily="18" charset="0"/>
              </a:rPr>
              <a:t> … hair </a:t>
            </a:r>
            <a:r>
              <a:rPr lang="en-AU" sz="3600" i="1" dirty="0">
                <a:solidFill>
                  <a:srgbClr val="00B050"/>
                </a:solidFill>
                <a:highlight>
                  <a:srgbClr val="FFFF00"/>
                </a:highlight>
                <a:ea typeface="Calibri" panose="020F0502020204030204" pitchFamily="34" charset="0"/>
                <a:cs typeface="Times New Roman" panose="02020603050405020304" pitchFamily="18" charset="0"/>
              </a:rPr>
              <a:t>flying</a:t>
            </a:r>
            <a:r>
              <a:rPr lang="en-AU" sz="3600" i="1" dirty="0">
                <a:solidFill>
                  <a:srgbClr val="00B050"/>
                </a:solidFill>
                <a:ea typeface="Calibri" panose="020F0502020204030204" pitchFamily="34" charset="0"/>
                <a:cs typeface="Times New Roman" panose="02020603050405020304" pitchFamily="18" charset="0"/>
              </a:rPr>
              <a:t> down behind her.”</a:t>
            </a:r>
          </a:p>
          <a:p>
            <a:r>
              <a:rPr lang="en-AU" sz="3600" i="1" dirty="0">
                <a:solidFill>
                  <a:srgbClr val="00B050"/>
                </a:solidFill>
                <a:ea typeface="Calibri" panose="020F0502020204030204" pitchFamily="34" charset="0"/>
                <a:cs typeface="Times New Roman" panose="02020603050405020304" pitchFamily="18" charset="0"/>
              </a:rPr>
              <a:t>“I haven’t felt like that </a:t>
            </a:r>
            <a:r>
              <a:rPr lang="en-AU" sz="3600" i="1" dirty="0">
                <a:solidFill>
                  <a:srgbClr val="00B050"/>
                </a:solidFill>
                <a:highlight>
                  <a:srgbClr val="FFFF00"/>
                </a:highlight>
                <a:ea typeface="Calibri" panose="020F0502020204030204" pitchFamily="34" charset="0"/>
                <a:cs typeface="Times New Roman" panose="02020603050405020304" pitchFamily="18" charset="0"/>
              </a:rPr>
              <a:t>in a long time</a:t>
            </a:r>
            <a:r>
              <a:rPr lang="en-AU" sz="3600" i="1" dirty="0">
                <a:solidFill>
                  <a:srgbClr val="00B050"/>
                </a:solidFill>
                <a:ea typeface="Calibri" panose="020F0502020204030204" pitchFamily="34" charset="0"/>
                <a:cs typeface="Times New Roman" panose="02020603050405020304" pitchFamily="18" charset="0"/>
              </a:rPr>
              <a:t>.”</a:t>
            </a:r>
          </a:p>
          <a:p>
            <a:pPr marL="0" indent="0">
              <a:buNone/>
            </a:pPr>
            <a:endParaRPr lang="en-AU" sz="3600" i="1" dirty="0">
              <a:solidFill>
                <a:srgbClr val="00B050"/>
              </a:solidFill>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sz="3600" dirty="0"/>
              <a:t>Write your sentence</a:t>
            </a:r>
          </a:p>
          <a:p>
            <a:pPr marL="457200" indent="-457200">
              <a:buClr>
                <a:schemeClr val="accent1"/>
              </a:buClr>
              <a:buFont typeface="+mj-lt"/>
              <a:buAutoNum type="arabicPeriod"/>
            </a:pPr>
            <a:r>
              <a:rPr lang="en-AU" sz="3600" dirty="0"/>
              <a:t>Copy out your quote</a:t>
            </a:r>
          </a:p>
          <a:p>
            <a:pPr marL="457200" indent="-457200">
              <a:buClr>
                <a:schemeClr val="accent1"/>
              </a:buClr>
              <a:buFont typeface="+mj-lt"/>
              <a:buAutoNum type="arabicPeriod"/>
            </a:pPr>
            <a:r>
              <a:rPr lang="en-AU" sz="3600" dirty="0"/>
              <a:t>Highlight the important words</a:t>
            </a:r>
          </a:p>
        </p:txBody>
      </p:sp>
    </p:spTree>
    <p:extLst>
      <p:ext uri="{BB962C8B-B14F-4D97-AF65-F5344CB8AC3E}">
        <p14:creationId xmlns:p14="http://schemas.microsoft.com/office/powerpoint/2010/main" val="3169301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chor="ctr">
            <a:normAutofit/>
          </a:bodyPr>
          <a:lstStyle/>
          <a:p>
            <a:pPr marL="0" indent="0">
              <a:buNone/>
            </a:pPr>
            <a:r>
              <a:rPr lang="en-AU" sz="3200" dirty="0"/>
              <a:t>After Queenie saves him from being caught by Beaver, Subhi felt looked after for the first time in a long while, and he thought of Queenie as being like a superhero.</a:t>
            </a:r>
          </a:p>
          <a:p>
            <a:pPr marL="0" indent="0">
              <a:buNone/>
            </a:pPr>
            <a:r>
              <a:rPr lang="en-AU" sz="3200" i="1" dirty="0">
                <a:solidFill>
                  <a:srgbClr val="00B050"/>
                </a:solidFill>
              </a:rPr>
              <a:t>“</a:t>
            </a:r>
            <a:r>
              <a:rPr lang="en-AU" sz="3200" i="1" dirty="0">
                <a:solidFill>
                  <a:srgbClr val="00B050"/>
                </a:solidFill>
                <a:cs typeface="Times New Roman" panose="02020603050405020304" pitchFamily="18" charset="0"/>
              </a:rPr>
              <a:t>as </a:t>
            </a:r>
            <a:r>
              <a:rPr lang="en-AU" sz="3200" i="1" dirty="0">
                <a:solidFill>
                  <a:srgbClr val="00B050"/>
                </a:solidFill>
                <a:effectLst/>
                <a:ea typeface="Calibri" panose="020F0502020204030204" pitchFamily="34" charset="0"/>
                <a:cs typeface="Times New Roman" panose="02020603050405020304" pitchFamily="18" charset="0"/>
              </a:rPr>
              <a:t>close to a superhero as I’ve ever seen.”</a:t>
            </a:r>
          </a:p>
          <a:p>
            <a:pPr marL="0" indent="0">
              <a:buNone/>
            </a:pPr>
            <a:r>
              <a:rPr lang="en-AU" sz="3200" i="1" dirty="0">
                <a:solidFill>
                  <a:srgbClr val="00B050"/>
                </a:solidFill>
                <a:ea typeface="Calibri" panose="020F0502020204030204" pitchFamily="34" charset="0"/>
                <a:cs typeface="Times New Roman" panose="02020603050405020304" pitchFamily="18" charset="0"/>
              </a:rPr>
              <a:t>“swoops”</a:t>
            </a:r>
          </a:p>
          <a:p>
            <a:pPr marL="0" indent="0">
              <a:buNone/>
            </a:pPr>
            <a:r>
              <a:rPr lang="en-AU" sz="3200" i="1" dirty="0">
                <a:solidFill>
                  <a:srgbClr val="00B050"/>
                </a:solidFill>
                <a:ea typeface="Calibri" panose="020F0502020204030204" pitchFamily="34" charset="0"/>
                <a:cs typeface="Times New Roman" panose="02020603050405020304" pitchFamily="18" charset="0"/>
              </a:rPr>
              <a:t>“flying”</a:t>
            </a:r>
          </a:p>
          <a:p>
            <a:pPr marL="0" indent="0">
              <a:buNone/>
            </a:pPr>
            <a:r>
              <a:rPr lang="en-AU" i="1" dirty="0">
                <a:solidFill>
                  <a:srgbClr val="00B050"/>
                </a:solidFill>
                <a:ea typeface="Calibri" panose="020F0502020204030204" pitchFamily="34" charset="0"/>
                <a:cs typeface="Times New Roman" panose="02020603050405020304" pitchFamily="18" charset="0"/>
              </a:rPr>
              <a:t>“in a long time”</a:t>
            </a:r>
            <a:endParaRPr lang="en-AU" sz="3200" i="1" dirty="0">
              <a:solidFill>
                <a:srgbClr val="00B050"/>
              </a:solidFill>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dirty="0"/>
              <a:t>Write your sentence</a:t>
            </a:r>
          </a:p>
          <a:p>
            <a:pPr marL="457200" indent="-457200">
              <a:buClr>
                <a:schemeClr val="accent1"/>
              </a:buClr>
              <a:buFont typeface="+mj-lt"/>
              <a:buAutoNum type="arabicPeriod"/>
            </a:pPr>
            <a:r>
              <a:rPr lang="en-AU" dirty="0"/>
              <a:t>Copy out your quote</a:t>
            </a:r>
          </a:p>
          <a:p>
            <a:pPr marL="457200" indent="-457200">
              <a:buClr>
                <a:schemeClr val="accent1"/>
              </a:buClr>
              <a:buFont typeface="+mj-lt"/>
              <a:buAutoNum type="arabicPeriod"/>
            </a:pPr>
            <a:r>
              <a:rPr lang="en-AU" dirty="0"/>
              <a:t>Highlight the important words</a:t>
            </a:r>
          </a:p>
        </p:txBody>
      </p:sp>
    </p:spTree>
    <p:extLst>
      <p:ext uri="{BB962C8B-B14F-4D97-AF65-F5344CB8AC3E}">
        <p14:creationId xmlns:p14="http://schemas.microsoft.com/office/powerpoint/2010/main" val="212521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765836" cy="4267200"/>
          </a:xfrm>
        </p:spPr>
        <p:txBody>
          <a:bodyPr>
            <a:normAutofit lnSpcReduction="10000"/>
          </a:bodyPr>
          <a:lstStyle/>
          <a:p>
            <a:pPr marL="0" indent="0">
              <a:buNone/>
            </a:pPr>
            <a:r>
              <a:rPr lang="en-AU" sz="4000" dirty="0"/>
              <a:t>After Queenie saves him from being caught by Beaver, Subhi felt looked after for the first time “</a:t>
            </a:r>
            <a:r>
              <a:rPr lang="en-AU" sz="4000" dirty="0">
                <a:solidFill>
                  <a:srgbClr val="00B050"/>
                </a:solidFill>
              </a:rPr>
              <a:t>in a long time</a:t>
            </a:r>
            <a:r>
              <a:rPr lang="en-AU" sz="4000" dirty="0"/>
              <a:t>”, and by describing Queenie “</a:t>
            </a:r>
            <a:r>
              <a:rPr lang="en-AU" sz="4000" dirty="0">
                <a:solidFill>
                  <a:srgbClr val="00B050"/>
                </a:solidFill>
              </a:rPr>
              <a:t>flying</a:t>
            </a:r>
            <a:r>
              <a:rPr lang="en-AU" sz="4000" dirty="0"/>
              <a:t>” as she </a:t>
            </a:r>
            <a:r>
              <a:rPr lang="en-AU" sz="4000" dirty="0">
                <a:solidFill>
                  <a:srgbClr val="00B050"/>
                </a:solidFill>
                <a:ea typeface="Calibri" panose="020F0502020204030204" pitchFamily="34" charset="0"/>
                <a:cs typeface="Times New Roman" panose="02020603050405020304" pitchFamily="18" charset="0"/>
              </a:rPr>
              <a:t>swoops down</a:t>
            </a:r>
            <a:r>
              <a:rPr lang="en-AU" sz="4000" dirty="0">
                <a:ea typeface="Calibri" panose="020F0502020204030204" pitchFamily="34" charset="0"/>
                <a:cs typeface="Times New Roman" panose="02020603050405020304" pitchFamily="18" charset="0"/>
              </a:rPr>
              <a:t>”, the author shows how much Subhi thinks Queenie is </a:t>
            </a:r>
            <a:r>
              <a:rPr lang="en-AU" sz="4000" dirty="0"/>
              <a:t>“</a:t>
            </a:r>
            <a:r>
              <a:rPr lang="en-AU" sz="4000" dirty="0">
                <a:solidFill>
                  <a:srgbClr val="00B050"/>
                </a:solidFill>
                <a:cs typeface="Times New Roman" panose="02020603050405020304" pitchFamily="18" charset="0"/>
              </a:rPr>
              <a:t>as </a:t>
            </a:r>
            <a:r>
              <a:rPr lang="en-AU" sz="4000" dirty="0">
                <a:solidFill>
                  <a:srgbClr val="00B050"/>
                </a:solidFill>
                <a:effectLst/>
                <a:ea typeface="Calibri" panose="020F0502020204030204" pitchFamily="34" charset="0"/>
                <a:cs typeface="Times New Roman" panose="02020603050405020304" pitchFamily="18" charset="0"/>
              </a:rPr>
              <a:t>close to a superhero as [he’s] ever seen</a:t>
            </a:r>
            <a:r>
              <a:rPr lang="en-AU" sz="4000" dirty="0"/>
              <a:t>.”</a:t>
            </a:r>
            <a:endParaRPr lang="en-AU" sz="4000" dirty="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lnSpcReduction="10000"/>
          </a:bodyPr>
          <a:lstStyle/>
          <a:p>
            <a:pPr marL="457200" indent="-457200">
              <a:buClr>
                <a:schemeClr val="accent1"/>
              </a:buClr>
              <a:buFont typeface="+mj-lt"/>
              <a:buAutoNum type="arabicPeriod"/>
            </a:pPr>
            <a:r>
              <a:rPr lang="en-AU" dirty="0"/>
              <a:t>Write your sentence</a:t>
            </a:r>
          </a:p>
          <a:p>
            <a:pPr marL="457200" indent="-457200">
              <a:buClr>
                <a:schemeClr val="accent1"/>
              </a:buClr>
              <a:buFont typeface="+mj-lt"/>
              <a:buAutoNum type="arabicPeriod"/>
            </a:pPr>
            <a:r>
              <a:rPr lang="en-AU" dirty="0"/>
              <a:t>Copy out your quote</a:t>
            </a:r>
          </a:p>
          <a:p>
            <a:pPr marL="457200" indent="-457200">
              <a:buClr>
                <a:schemeClr val="accent1"/>
              </a:buClr>
              <a:buFont typeface="+mj-lt"/>
              <a:buAutoNum type="arabicPeriod"/>
            </a:pPr>
            <a:r>
              <a:rPr lang="en-AU" dirty="0"/>
              <a:t>Highlight the important words</a:t>
            </a:r>
          </a:p>
          <a:p>
            <a:pPr marL="457200" indent="-457200">
              <a:buClr>
                <a:schemeClr val="accent1"/>
              </a:buClr>
              <a:buFont typeface="+mj-lt"/>
              <a:buAutoNum type="arabicPeriod"/>
            </a:pPr>
            <a:r>
              <a:rPr lang="en-AU" dirty="0"/>
              <a:t>Write your new sentence</a:t>
            </a:r>
          </a:p>
        </p:txBody>
      </p:sp>
    </p:spTree>
    <p:extLst>
      <p:ext uri="{BB962C8B-B14F-4D97-AF65-F5344CB8AC3E}">
        <p14:creationId xmlns:p14="http://schemas.microsoft.com/office/powerpoint/2010/main" val="607782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F39A5-60C5-6BF2-4992-8706BAF7ADE6}"/>
              </a:ext>
            </a:extLst>
          </p:cNvPr>
          <p:cNvSpPr>
            <a:spLocks noGrp="1"/>
          </p:cNvSpPr>
          <p:nvPr>
            <p:ph type="title"/>
          </p:nvPr>
        </p:nvSpPr>
        <p:spPr/>
        <p:txBody>
          <a:bodyPr/>
          <a:lstStyle/>
          <a:p>
            <a:r>
              <a:rPr lang="en-AU" dirty="0"/>
              <a:t>Check yourself before you Stretch yourself!</a:t>
            </a:r>
          </a:p>
        </p:txBody>
      </p:sp>
      <p:sp>
        <p:nvSpPr>
          <p:cNvPr id="3" name="Content Placeholder 2">
            <a:extLst>
              <a:ext uri="{FF2B5EF4-FFF2-40B4-BE49-F238E27FC236}">
                <a16:creationId xmlns:a16="http://schemas.microsoft.com/office/drawing/2014/main" id="{19EF234F-AEC3-C8CD-2F81-6B653B2A2933}"/>
              </a:ext>
            </a:extLst>
          </p:cNvPr>
          <p:cNvSpPr>
            <a:spLocks noGrp="1"/>
          </p:cNvSpPr>
          <p:nvPr>
            <p:ph idx="1"/>
          </p:nvPr>
        </p:nvSpPr>
        <p:spPr>
          <a:xfrm>
            <a:off x="1126974" y="4885659"/>
            <a:ext cx="10333074" cy="1414132"/>
          </a:xfrm>
        </p:spPr>
        <p:txBody>
          <a:bodyPr>
            <a:normAutofit fontScale="92500" lnSpcReduction="10000"/>
          </a:bodyPr>
          <a:lstStyle/>
          <a:p>
            <a:r>
              <a:rPr lang="en-AU" sz="4400" b="0" dirty="0"/>
              <a:t>Try another one.</a:t>
            </a:r>
          </a:p>
          <a:p>
            <a:r>
              <a:rPr lang="en-AU" sz="4400" b="0" dirty="0"/>
              <a:t>This time, see if you can add </a:t>
            </a:r>
            <a:r>
              <a:rPr lang="en-AU" sz="4400" dirty="0"/>
              <a:t>two</a:t>
            </a:r>
            <a:r>
              <a:rPr lang="en-AU" sz="4400" b="0" dirty="0"/>
              <a:t> quotes into your explanation!</a:t>
            </a:r>
          </a:p>
        </p:txBody>
      </p:sp>
      <p:graphicFrame>
        <p:nvGraphicFramePr>
          <p:cNvPr id="4" name="Table 3">
            <a:extLst>
              <a:ext uri="{FF2B5EF4-FFF2-40B4-BE49-F238E27FC236}">
                <a16:creationId xmlns:a16="http://schemas.microsoft.com/office/drawing/2014/main" id="{DA0188BD-FAEC-5C18-61C9-1BD2271D9871}"/>
              </a:ext>
            </a:extLst>
          </p:cNvPr>
          <p:cNvGraphicFramePr>
            <a:graphicFrameLocks noGrp="1"/>
          </p:cNvGraphicFramePr>
          <p:nvPr>
            <p:extLst>
              <p:ext uri="{D42A27DB-BD31-4B8C-83A1-F6EECF244321}">
                <p14:modId xmlns:p14="http://schemas.microsoft.com/office/powerpoint/2010/main" val="2615499316"/>
              </p:ext>
            </p:extLst>
          </p:nvPr>
        </p:nvGraphicFramePr>
        <p:xfrm>
          <a:off x="1198893" y="2825393"/>
          <a:ext cx="9976736" cy="1633590"/>
        </p:xfrm>
        <a:graphic>
          <a:graphicData uri="http://schemas.openxmlformats.org/drawingml/2006/table">
            <a:tbl>
              <a:tblPr/>
              <a:tblGrid>
                <a:gridCol w="1000722">
                  <a:extLst>
                    <a:ext uri="{9D8B030D-6E8A-4147-A177-3AD203B41FA5}">
                      <a16:colId xmlns:a16="http://schemas.microsoft.com/office/drawing/2014/main" val="1331080938"/>
                    </a:ext>
                  </a:extLst>
                </a:gridCol>
                <a:gridCol w="1288347">
                  <a:extLst>
                    <a:ext uri="{9D8B030D-6E8A-4147-A177-3AD203B41FA5}">
                      <a16:colId xmlns:a16="http://schemas.microsoft.com/office/drawing/2014/main" val="610568617"/>
                    </a:ext>
                  </a:extLst>
                </a:gridCol>
                <a:gridCol w="1436799">
                  <a:extLst>
                    <a:ext uri="{9D8B030D-6E8A-4147-A177-3AD203B41FA5}">
                      <a16:colId xmlns:a16="http://schemas.microsoft.com/office/drawing/2014/main" val="1480718901"/>
                    </a:ext>
                  </a:extLst>
                </a:gridCol>
                <a:gridCol w="1420893">
                  <a:extLst>
                    <a:ext uri="{9D8B030D-6E8A-4147-A177-3AD203B41FA5}">
                      <a16:colId xmlns:a16="http://schemas.microsoft.com/office/drawing/2014/main" val="3491294022"/>
                    </a:ext>
                  </a:extLst>
                </a:gridCol>
                <a:gridCol w="1351969">
                  <a:extLst>
                    <a:ext uri="{9D8B030D-6E8A-4147-A177-3AD203B41FA5}">
                      <a16:colId xmlns:a16="http://schemas.microsoft.com/office/drawing/2014/main" val="1992476542"/>
                    </a:ext>
                  </a:extLst>
                </a:gridCol>
                <a:gridCol w="1809252">
                  <a:extLst>
                    <a:ext uri="{9D8B030D-6E8A-4147-A177-3AD203B41FA5}">
                      <a16:colId xmlns:a16="http://schemas.microsoft.com/office/drawing/2014/main" val="2013373080"/>
                    </a:ext>
                  </a:extLst>
                </a:gridCol>
                <a:gridCol w="1668754">
                  <a:extLst>
                    <a:ext uri="{9D8B030D-6E8A-4147-A177-3AD203B41FA5}">
                      <a16:colId xmlns:a16="http://schemas.microsoft.com/office/drawing/2014/main" val="3045703115"/>
                    </a:ext>
                  </a:extLst>
                </a:gridCol>
              </a:tblGrid>
              <a:tr h="1633590">
                <a:tc>
                  <a:txBody>
                    <a:bodyPr/>
                    <a:lstStyle/>
                    <a:p>
                      <a:pPr marL="0" marR="0" fontAlgn="t">
                        <a:spcBef>
                          <a:spcPts val="0"/>
                        </a:spcBef>
                        <a:spcAft>
                          <a:spcPts val="0"/>
                        </a:spcAft>
                      </a:pPr>
                      <a:r>
                        <a:rPr lang="en-AU" sz="1600" b="1" i="1">
                          <a:solidFill>
                            <a:srgbClr val="000000"/>
                          </a:solidFill>
                          <a:effectLst/>
                          <a:highlight>
                            <a:srgbClr val="47D459"/>
                          </a:highlight>
                          <a:latin typeface="Aptos" panose="020B0004020202020204" pitchFamily="34" charset="0"/>
                        </a:rPr>
                        <a:t>Selecting evidence</a:t>
                      </a:r>
                      <a:endParaRPr lang="en-AU" sz="1600">
                        <a:solidFill>
                          <a:srgbClr val="000000"/>
                        </a:solidFill>
                        <a:effectLst/>
                        <a:highlight>
                          <a:srgbClr val="47D459"/>
                        </a:highlight>
                        <a:latin typeface="Aptos" panose="020B0004020202020204" pitchFamily="34" charset="0"/>
                      </a:endParaRP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7D459"/>
                    </a:solidFill>
                  </a:tcPr>
                </a:tc>
                <a:tc>
                  <a:txBody>
                    <a:bodyPr/>
                    <a:lstStyle/>
                    <a:p>
                      <a:pPr marL="0" marR="0" fontAlgn="t">
                        <a:spcBef>
                          <a:spcPts val="0"/>
                        </a:spcBef>
                        <a:spcAft>
                          <a:spcPts val="0"/>
                        </a:spcAft>
                      </a:pPr>
                      <a:r>
                        <a:rPr lang="en-AU" sz="1600" dirty="0">
                          <a:solidFill>
                            <a:srgbClr val="000000"/>
                          </a:solidFill>
                          <a:effectLst/>
                          <a:highlight>
                            <a:srgbClr val="F2FCF3"/>
                          </a:highlight>
                          <a:latin typeface="Aptos" panose="020B0004020202020204" pitchFamily="34" charset="0"/>
                        </a:rPr>
                        <a:t>I can describe the main events in the story</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2FCF3"/>
                    </a:solidFill>
                  </a:tcPr>
                </a:tc>
                <a:tc>
                  <a:txBody>
                    <a:bodyPr/>
                    <a:lstStyle/>
                    <a:p>
                      <a:pPr marL="0" marR="0" fontAlgn="t">
                        <a:spcBef>
                          <a:spcPts val="0"/>
                        </a:spcBef>
                        <a:spcAft>
                          <a:spcPts val="0"/>
                        </a:spcAft>
                      </a:pPr>
                      <a:r>
                        <a:rPr lang="en-AU" sz="1600">
                          <a:solidFill>
                            <a:srgbClr val="000000"/>
                          </a:solidFill>
                          <a:effectLst/>
                          <a:highlight>
                            <a:srgbClr val="E3FDE7"/>
                          </a:highlight>
                          <a:latin typeface="Aptos" panose="020B0004020202020204" pitchFamily="34" charset="0"/>
                        </a:rPr>
                        <a:t>I can describe the way characters and events are depicted</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3FDE7"/>
                    </a:solidFill>
                  </a:tcPr>
                </a:tc>
                <a:tc>
                  <a:txBody>
                    <a:bodyPr/>
                    <a:lstStyle/>
                    <a:p>
                      <a:pPr marL="0" marR="0" fontAlgn="t">
                        <a:spcBef>
                          <a:spcPts val="0"/>
                        </a:spcBef>
                        <a:spcAft>
                          <a:spcPts val="0"/>
                        </a:spcAft>
                      </a:pPr>
                      <a:r>
                        <a:rPr lang="en-AU" sz="1600" dirty="0">
                          <a:solidFill>
                            <a:srgbClr val="000000"/>
                          </a:solidFill>
                          <a:effectLst/>
                          <a:highlight>
                            <a:srgbClr val="D3F5D7"/>
                          </a:highlight>
                          <a:latin typeface="Aptos" panose="020B0004020202020204" pitchFamily="34" charset="0"/>
                        </a:rPr>
                        <a:t>I can select specific details to support my interpretation  </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3F5D7"/>
                    </a:solidFill>
                  </a:tcPr>
                </a:tc>
                <a:tc>
                  <a:txBody>
                    <a:bodyPr/>
                    <a:lstStyle/>
                    <a:p>
                      <a:pPr marL="0" marR="0" fontAlgn="t">
                        <a:spcBef>
                          <a:spcPts val="0"/>
                        </a:spcBef>
                        <a:spcAft>
                          <a:spcPts val="0"/>
                        </a:spcAft>
                      </a:pPr>
                      <a:r>
                        <a:rPr lang="en-AU" sz="1600">
                          <a:solidFill>
                            <a:srgbClr val="000000"/>
                          </a:solidFill>
                          <a:effectLst/>
                          <a:highlight>
                            <a:srgbClr val="C1F1C7"/>
                          </a:highlight>
                          <a:latin typeface="Aptos" panose="020B0004020202020204" pitchFamily="34" charset="0"/>
                        </a:rPr>
                        <a:t>I can select evidence from different perspectives</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C1F1C7"/>
                    </a:solidFill>
                  </a:tcPr>
                </a:tc>
                <a:tc>
                  <a:txBody>
                    <a:bodyPr/>
                    <a:lstStyle/>
                    <a:p>
                      <a:pPr marL="0" marR="0" fontAlgn="t">
                        <a:spcBef>
                          <a:spcPts val="0"/>
                        </a:spcBef>
                        <a:spcAft>
                          <a:spcPts val="0"/>
                        </a:spcAft>
                      </a:pPr>
                      <a:r>
                        <a:rPr lang="en-AU" sz="1600">
                          <a:solidFill>
                            <a:srgbClr val="000000"/>
                          </a:solidFill>
                          <a:effectLst/>
                          <a:highlight>
                            <a:srgbClr val="A1E9AA"/>
                          </a:highlight>
                          <a:latin typeface="Aptos" panose="020B0004020202020204" pitchFamily="34" charset="0"/>
                        </a:rPr>
                        <a:t>I can select and use evidence to show how events are depicted from different perspectives </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A1E9AA"/>
                    </a:solidFill>
                  </a:tcPr>
                </a:tc>
                <a:tc>
                  <a:txBody>
                    <a:bodyPr/>
                    <a:lstStyle/>
                    <a:p>
                      <a:pPr marL="0" marR="0" fontAlgn="t">
                        <a:spcBef>
                          <a:spcPts val="0"/>
                        </a:spcBef>
                        <a:spcAft>
                          <a:spcPts val="0"/>
                        </a:spcAft>
                      </a:pPr>
                      <a:r>
                        <a:rPr lang="en-AU" sz="1600" dirty="0">
                          <a:solidFill>
                            <a:srgbClr val="000000"/>
                          </a:solidFill>
                          <a:effectLst/>
                          <a:highlight>
                            <a:srgbClr val="7AE086"/>
                          </a:highlight>
                          <a:latin typeface="Aptos" panose="020B0004020202020204" pitchFamily="34" charset="0"/>
                        </a:rPr>
                        <a:t>I can select evidence from texts to explain how language choices influence an audience</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AE086"/>
                    </a:solidFill>
                  </a:tcPr>
                </a:tc>
                <a:extLst>
                  <a:ext uri="{0D108BD9-81ED-4DB2-BD59-A6C34878D82A}">
                    <a16:rowId xmlns:a16="http://schemas.microsoft.com/office/drawing/2014/main" val="3600890985"/>
                  </a:ext>
                </a:extLst>
              </a:tr>
            </a:tbl>
          </a:graphicData>
        </a:graphic>
      </p:graphicFrame>
      <p:sp>
        <p:nvSpPr>
          <p:cNvPr id="5" name="Content Placeholder 2">
            <a:extLst>
              <a:ext uri="{FF2B5EF4-FFF2-40B4-BE49-F238E27FC236}">
                <a16:creationId xmlns:a16="http://schemas.microsoft.com/office/drawing/2014/main" id="{291A530C-734C-560D-86A4-BD4F30B0FB75}"/>
              </a:ext>
            </a:extLst>
          </p:cNvPr>
          <p:cNvSpPr txBox="1">
            <a:spLocks/>
          </p:cNvSpPr>
          <p:nvPr/>
        </p:nvSpPr>
        <p:spPr>
          <a:xfrm>
            <a:off x="1126974" y="1637862"/>
            <a:ext cx="10333074" cy="107965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0" dirty="0"/>
              <a:t>How did you go? Assess yourself on this rubric.</a:t>
            </a:r>
          </a:p>
        </p:txBody>
      </p:sp>
    </p:spTree>
    <p:extLst>
      <p:ext uri="{BB962C8B-B14F-4D97-AF65-F5344CB8AC3E}">
        <p14:creationId xmlns:p14="http://schemas.microsoft.com/office/powerpoint/2010/main" val="381858320"/>
      </p:ext>
    </p:extLst>
  </p:cSld>
  <p:clrMapOvr>
    <a:masterClrMapping/>
  </p:clrMapOvr>
</p:sld>
</file>

<file path=ppt/theme/theme1.xml><?xml version="1.0" encoding="utf-8"?>
<a:theme xmlns:a="http://schemas.openxmlformats.org/drawingml/2006/main" name="ChitchatVTI">
  <a:themeElements>
    <a:clrScheme name="AnalogousFromLightSeedLeftStep">
      <a:dk1>
        <a:srgbClr val="000000"/>
      </a:dk1>
      <a:lt1>
        <a:srgbClr val="FFFFFF"/>
      </a:lt1>
      <a:dk2>
        <a:srgbClr val="213B32"/>
      </a:dk2>
      <a:lt2>
        <a:srgbClr val="E8E5E2"/>
      </a:lt2>
      <a:accent1>
        <a:srgbClr val="81A6C7"/>
      </a:accent1>
      <a:accent2>
        <a:srgbClr val="6CAEB2"/>
      </a:accent2>
      <a:accent3>
        <a:srgbClr val="78AD9A"/>
      </a:accent3>
      <a:accent4>
        <a:srgbClr val="6BB07B"/>
      </a:accent4>
      <a:accent5>
        <a:srgbClr val="83AD79"/>
      </a:accent5>
      <a:accent6>
        <a:srgbClr val="91AA68"/>
      </a:accent6>
      <a:hlink>
        <a:srgbClr val="9F7C5D"/>
      </a:hlink>
      <a:folHlink>
        <a:srgbClr val="7F7F7F"/>
      </a:folHlink>
    </a:clrScheme>
    <a:fontScheme name="The Hand">
      <a:majorFont>
        <a:latin typeface="The Serif Hand"/>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itchatVTI" id="{08BB1610-1071-4750-BA6F-EA15E875FFCD}" vid="{D7BDF053-2181-45AE-9365-FFAA906CB43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C2D8A4B3-334D-48CC-A59B-7DF2F30525AF}"/>
</file>

<file path=customXml/itemProps2.xml><?xml version="1.0" encoding="utf-8"?>
<ds:datastoreItem xmlns:ds="http://schemas.openxmlformats.org/officeDocument/2006/customXml" ds:itemID="{BA7B0AD6-5A92-4D8F-BB37-C59EAF378459}"/>
</file>

<file path=customXml/itemProps3.xml><?xml version="1.0" encoding="utf-8"?>
<ds:datastoreItem xmlns:ds="http://schemas.openxmlformats.org/officeDocument/2006/customXml" ds:itemID="{AF03AEC4-4EB0-422A-9A63-B68498FE76BF}"/>
</file>

<file path=docProps/app.xml><?xml version="1.0" encoding="utf-8"?>
<Properties xmlns="http://schemas.openxmlformats.org/officeDocument/2006/extended-properties" xmlns:vt="http://schemas.openxmlformats.org/officeDocument/2006/docPropsVTypes">
  <TotalTime>137</TotalTime>
  <Words>1243</Words>
  <Application>Microsoft Office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Abadi Extra Light</vt:lpstr>
      <vt:lpstr>Adobe Devanagari</vt:lpstr>
      <vt:lpstr>Aptos</vt:lpstr>
      <vt:lpstr>Arial</vt:lpstr>
      <vt:lpstr>Calibri</vt:lpstr>
      <vt:lpstr>The Hand</vt:lpstr>
      <vt:lpstr>The Serif Hand</vt:lpstr>
      <vt:lpstr>Times New Roman</vt:lpstr>
      <vt:lpstr>ChitchatVTI</vt:lpstr>
      <vt:lpstr>Lesson 06 Embedding Quotes</vt:lpstr>
      <vt:lpstr>Learning outcomes</vt:lpstr>
      <vt:lpstr>Embedding Quotes</vt:lpstr>
      <vt:lpstr>Embedding Quotes</vt:lpstr>
      <vt:lpstr>What does it look like?</vt:lpstr>
      <vt:lpstr>Beginning level</vt:lpstr>
      <vt:lpstr>Intermediate level</vt:lpstr>
      <vt:lpstr>Advancing level</vt:lpstr>
      <vt:lpstr>Developing your skill</vt:lpstr>
      <vt:lpstr>HOW DO I DO IT?</vt:lpstr>
      <vt:lpstr>How do I do it?</vt:lpstr>
      <vt:lpstr>How do I do it?</vt:lpstr>
      <vt:lpstr>How do I do it?</vt:lpstr>
      <vt:lpstr>How do I do it?</vt:lpstr>
      <vt:lpstr>How do I do it?</vt:lpstr>
      <vt:lpstr>How do I do it?</vt:lpstr>
      <vt:lpstr>Check yourself before you Stretch yourself!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2024-08-07T05:04:38Z</dcterms:created>
  <dcterms:modified xsi:type="dcterms:W3CDTF">2024-08-07T07:21:59Z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