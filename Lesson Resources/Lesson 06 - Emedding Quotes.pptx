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840" r:id="rId1"/>
  </p:sldMasterIdLst>
  <p:sldIdLst>
    <p:sldId id="256" r:id="rId2"/>
    <p:sldId id="258" r:id="rId3"/>
    <p:sldId id="257" r:id="rId4"/>
    <p:sldId id="262" r:id="rId5"/>
    <p:sldId id="261" r:id="rId6"/>
    <p:sldId id="259" r:id="rId7"/>
    <p:sldId id="260" r:id="rId8"/>
    <p:sldId id="263" r:id="rId9"/>
    <p:sldId id="264"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F9CD3E1-C5B7-4EA0-88E6-10D85CE8199C}" v="1" dt="2019-07-14T02:20:51.12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0" autoAdjust="0"/>
    <p:restoredTop sz="94660"/>
  </p:normalViewPr>
  <p:slideViewPr>
    <p:cSldViewPr snapToGrid="0">
      <p:cViewPr varScale="1">
        <p:scale>
          <a:sx n="66" d="100"/>
          <a:sy n="66" d="100"/>
        </p:scale>
        <p:origin x="600"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18" Type="http://schemas.openxmlformats.org/officeDocument/2006/relationships/customXml" Target="../customXml/item3.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17" Type="http://schemas.openxmlformats.org/officeDocument/2006/relationships/customXml" Target="../customXml/item2.xml"/><Relationship Id="rId2" Type="http://schemas.openxmlformats.org/officeDocument/2006/relationships/slide" Target="slides/slide1.xml"/><Relationship Id="rId16" Type="http://schemas.openxmlformats.org/officeDocument/2006/relationships/customXml" Target="../customXml/item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5" Type="http://schemas.microsoft.com/office/2015/10/relationships/revisionInfo" Target="revisionInfo.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1"/>
        </a:solidFill>
        <a:effectLst/>
      </p:bgPr>
    </p:bg>
    <p:spTree>
      <p:nvGrpSpPr>
        <p:cNvPr id="1" name=""/>
        <p:cNvGrpSpPr/>
        <p:nvPr/>
      </p:nvGrpSpPr>
      <p:grpSpPr>
        <a:xfrm>
          <a:off x="0" y="0"/>
          <a:ext cx="0" cy="0"/>
          <a:chOff x="0" y="0"/>
          <a:chExt cx="0" cy="0"/>
        </a:xfrm>
      </p:grpSpPr>
      <p:sp>
        <p:nvSpPr>
          <p:cNvPr id="4" name="Rectangle 3"/>
          <p:cNvSpPr/>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603504" y="770467"/>
            <a:ext cx="10782300" cy="3352800"/>
          </a:xfrm>
        </p:spPr>
        <p:txBody>
          <a:bodyPr anchor="b">
            <a:noAutofit/>
          </a:bodyPr>
          <a:lstStyle>
            <a:lvl1pPr algn="l">
              <a:lnSpc>
                <a:spcPct val="80000"/>
              </a:lnSpc>
              <a:defRPr sz="8800" spc="-120" baseline="0">
                <a:solidFill>
                  <a:srgbClr val="FFFFFF"/>
                </a:solidFill>
              </a:defRPr>
            </a:lvl1pPr>
          </a:lstStyle>
          <a:p>
            <a:r>
              <a:rPr lang="en-US"/>
              <a:t>Click to edit Master title style</a:t>
            </a:r>
            <a:endParaRPr lang="en-US" dirty="0"/>
          </a:p>
        </p:txBody>
      </p:sp>
      <p:sp>
        <p:nvSpPr>
          <p:cNvPr id="3" name="Subtitle 2"/>
          <p:cNvSpPr>
            <a:spLocks noGrp="1"/>
          </p:cNvSpPr>
          <p:nvPr>
            <p:ph type="subTitle" idx="1"/>
          </p:nvPr>
        </p:nvSpPr>
        <p:spPr>
          <a:xfrm>
            <a:off x="667512" y="4206876"/>
            <a:ext cx="9228201" cy="1645920"/>
          </a:xfrm>
        </p:spPr>
        <p:txBody>
          <a:bodyPr>
            <a:normAutofit/>
          </a:bodyPr>
          <a:lstStyle>
            <a:lvl1pPr marL="0" indent="0" algn="l">
              <a:buNone/>
              <a:defRPr sz="3200">
                <a:solidFill>
                  <a:schemeClr val="bg1"/>
                </a:solidFill>
                <a:latin typeface="+mj-lt"/>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lvl1pPr>
              <a:defRPr>
                <a:solidFill>
                  <a:srgbClr val="FFFFFF">
                    <a:alpha val="80000"/>
                  </a:srgbClr>
                </a:solidFill>
              </a:defRPr>
            </a:lvl1pPr>
          </a:lstStyle>
          <a:p>
            <a:fld id="{5586B75A-687E-405C-8A0B-8D00578BA2C3}" type="datetimeFigureOut">
              <a:rPr lang="en-US" dirty="0"/>
              <a:pPr/>
              <a:t>8/7/2024</a:t>
            </a:fld>
            <a:endParaRPr lang="en-US" dirty="0"/>
          </a:p>
        </p:txBody>
      </p:sp>
      <p:sp>
        <p:nvSpPr>
          <p:cNvPr id="8" name="Footer Placeholder 7"/>
          <p:cNvSpPr>
            <a:spLocks noGrp="1"/>
          </p:cNvSpPr>
          <p:nvPr>
            <p:ph type="ftr" sz="quarter" idx="11"/>
          </p:nvPr>
        </p:nvSpPr>
        <p:spPr/>
        <p:txBody>
          <a:bodyPr/>
          <a:lstStyle>
            <a:lvl1pPr>
              <a:defRPr>
                <a:solidFill>
                  <a:srgbClr val="FFFFFF">
                    <a:alpha val="80000"/>
                  </a:srgbClr>
                </a:solidFill>
              </a:defRPr>
            </a:lvl1pPr>
          </a:lstStyle>
          <a:p>
            <a:endParaRPr lang="en-US" dirty="0"/>
          </a:p>
        </p:txBody>
      </p:sp>
      <p:sp>
        <p:nvSpPr>
          <p:cNvPr id="9" name="Slide Number Placeholder 8"/>
          <p:cNvSpPr>
            <a:spLocks noGrp="1"/>
          </p:cNvSpPr>
          <p:nvPr>
            <p:ph type="sldNum" sz="quarter" idx="12"/>
          </p:nvPr>
        </p:nvSpPr>
        <p:spPr/>
        <p:txBody>
          <a:bodyPr/>
          <a:lstStyle>
            <a:lvl1pPr>
              <a:defRPr>
                <a:solidFill>
                  <a:srgbClr val="FFFFFF">
                    <a:alpha val="25000"/>
                  </a:srgbClr>
                </a:solidFill>
              </a:defRPr>
            </a:lvl1pPr>
          </a:lstStyle>
          <a:p>
            <a:fld id="{4FAB73BC-B049-4115-A692-8D63A059BFB8}" type="slidenum">
              <a:rPr lang="en-US" dirty="0"/>
              <a:pPr/>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B2D3E9E-A95C-48F2-B4BF-A71542E0BE9A}" type="datetimeFigureOut">
              <a:rPr lang="en-US" dirty="0"/>
              <a:t>8/7/2024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03504" y="767419"/>
            <a:ext cx="10780776" cy="3355848"/>
          </a:xfrm>
        </p:spPr>
        <p:txBody>
          <a:bodyPr anchor="b">
            <a:normAutofit/>
          </a:bodyPr>
          <a:lstStyle>
            <a:lvl1pPr>
              <a:lnSpc>
                <a:spcPct val="80000"/>
              </a:lnSpc>
              <a:defRPr sz="8800" b="0" baseline="0">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667512" y="4204209"/>
            <a:ext cx="9226296" cy="1645920"/>
          </a:xfrm>
        </p:spPr>
        <p:txBody>
          <a:bodyPr anchor="t">
            <a:normAutofit/>
          </a:bodyPr>
          <a:lstStyle>
            <a:lvl1pPr marL="0" indent="0">
              <a:buNone/>
              <a:defRPr sz="3200">
                <a:solidFill>
                  <a:schemeClr val="tx1"/>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586B75A-687E-405C-8A0B-8D00578BA2C3}" type="datetimeFigureOut">
              <a:rPr lang="en-US" dirty="0"/>
              <a:pPr/>
              <a:t>8/7/2024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6656" y="1998134"/>
            <a:ext cx="4663440" cy="376732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011330" y="1998134"/>
            <a:ext cx="4663440" cy="376732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F12952B5-7A2F-4CC8-B7CE-9234E21C2837}" type="datetimeFigureOut">
              <a:rPr lang="en-US" dirty="0"/>
              <a:t>8/7/2024</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676656" y="2040467"/>
            <a:ext cx="4663440" cy="723400"/>
          </a:xfrm>
        </p:spPr>
        <p:txBody>
          <a:bodyPr anchor="ctr">
            <a:normAutofit/>
          </a:bodyPr>
          <a:lstStyle>
            <a:lvl1pPr marL="0" indent="0">
              <a:buNone/>
              <a:defRPr sz="2200" b="0" cap="all" baseline="0">
                <a:solidFill>
                  <a:schemeClr val="tx1">
                    <a:lumMod val="85000"/>
                    <a:lumOff val="15000"/>
                  </a:schemeClr>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6656" y="2753084"/>
            <a:ext cx="4663440" cy="320040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007608" y="2038435"/>
            <a:ext cx="4663440" cy="722376"/>
          </a:xfrm>
        </p:spPr>
        <p:txBody>
          <a:bodyPr anchor="ctr">
            <a:normAutofit/>
          </a:bodyPr>
          <a:lstStyle>
            <a:lvl1pPr marL="0" indent="0">
              <a:buNone/>
              <a:defRPr sz="2200" b="0" cap="all" baseline="0">
                <a:solidFill>
                  <a:schemeClr val="tx1">
                    <a:lumMod val="85000"/>
                    <a:lumOff val="15000"/>
                  </a:schemeClr>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007608" y="2750990"/>
            <a:ext cx="4663440" cy="320040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E1DA07A-9201-4B4B-BAF2-015AFA30F520}" type="datetimeFigureOut">
              <a:rPr lang="en-US" dirty="0"/>
              <a:t>8/7/2024</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73D7E00A-486F-4252-8B1D-E32645521F49}" type="datetimeFigureOut">
              <a:rPr lang="en-US" dirty="0"/>
              <a:t>8/7/2024</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DDF5F92-E675-4B36-9A60-69A962A68675}" type="datetimeFigureOut">
              <a:rPr lang="en-US" dirty="0"/>
              <a:t>8/7/2024</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Rectangle 1"/>
          <p:cNvSpPr/>
          <p:nvPr/>
        </p:nvSpPr>
        <p:spPr>
          <a:xfrm>
            <a:off x="7620000" y="0"/>
            <a:ext cx="457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9" name="Title 8"/>
          <p:cNvSpPr>
            <a:spLocks noGrp="1"/>
          </p:cNvSpPr>
          <p:nvPr>
            <p:ph type="title"/>
          </p:nvPr>
        </p:nvSpPr>
        <p:spPr>
          <a:xfrm>
            <a:off x="8261404" y="542282"/>
            <a:ext cx="3383280" cy="1920240"/>
          </a:xfrm>
        </p:spPr>
        <p:txBody>
          <a:bodyPr anchor="b">
            <a:noAutofit/>
          </a:bodyPr>
          <a:lstStyle>
            <a:lvl1pPr>
              <a:lnSpc>
                <a:spcPct val="85000"/>
              </a:lnSpc>
              <a:defRPr sz="400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762000" y="762000"/>
            <a:ext cx="6096000" cy="457200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275982" y="2511813"/>
            <a:ext cx="3398520" cy="3126987"/>
          </a:xfrm>
        </p:spPr>
        <p:txBody>
          <a:bodyPr>
            <a:normAutofit/>
          </a:bodyPr>
          <a:lstStyle>
            <a:lvl1pPr marL="0" marR="0" indent="0" algn="l" defTabSz="914400" rtl="0" eaLnBrk="1" fontAlgn="auto" latinLnBrk="0" hangingPunct="1">
              <a:lnSpc>
                <a:spcPct val="100000"/>
              </a:lnSpc>
              <a:spcBef>
                <a:spcPts val="1200"/>
              </a:spcBef>
              <a:spcAft>
                <a:spcPts val="0"/>
              </a:spcAft>
              <a:buClrTx/>
              <a:buSzTx/>
              <a:buFontTx/>
              <a:buNone/>
              <a:tabLst/>
              <a:defRPr sz="1800">
                <a:solidFill>
                  <a:srgbClr val="262626"/>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marR="0" lvl="0" indent="0" algn="l" defTabSz="914400" rtl="0" eaLnBrk="1" fontAlgn="auto" latinLnBrk="0" hangingPunct="1">
              <a:lnSpc>
                <a:spcPct val="100000"/>
              </a:lnSpc>
              <a:spcBef>
                <a:spcPts val="1400"/>
              </a:spcBef>
              <a:spcAft>
                <a:spcPts val="0"/>
              </a:spcAft>
              <a:buClrTx/>
              <a:buSzTx/>
              <a:buFontTx/>
              <a:buNone/>
              <a:tabLst/>
              <a:defRPr/>
            </a:pPr>
            <a:r>
              <a:rPr lang="en-US"/>
              <a:t>Click to edit Master text styles</a:t>
            </a:r>
          </a:p>
        </p:txBody>
      </p:sp>
      <p:sp>
        <p:nvSpPr>
          <p:cNvPr id="5" name="Date Placeholder 4"/>
          <p:cNvSpPr>
            <a:spLocks noGrp="1"/>
          </p:cNvSpPr>
          <p:nvPr>
            <p:ph type="dt" sz="half" idx="10"/>
          </p:nvPr>
        </p:nvSpPr>
        <p:spPr/>
        <p:txBody>
          <a:bodyPr/>
          <a:lstStyle/>
          <a:p>
            <a:fld id="{AF6E2C9B-5FA2-460D-9BE7-B0812FC2A6FF}" type="datetimeFigureOut">
              <a:rPr lang="en-US" dirty="0"/>
              <a:t>8/7/2024</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lvl1pPr>
              <a:defRPr>
                <a:solidFill>
                  <a:srgbClr val="FFFFFF">
                    <a:alpha val="20000"/>
                  </a:srgbClr>
                </a:solidFill>
              </a:defRPr>
            </a:lvl1pPr>
          </a:lstStyle>
          <a:p>
            <a:fld id="{4FAB73BC-B049-4115-A692-8D63A059BFB8}" type="slidenum">
              <a:rPr lang="en-US" dirty="0"/>
              <a:pPr/>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49224" y="5418667"/>
            <a:ext cx="10780776" cy="613283"/>
          </a:xfrm>
        </p:spPr>
        <p:txBody>
          <a:bodyPr anchor="b">
            <a:normAutofit/>
          </a:bodyPr>
          <a:lstStyle>
            <a:lvl1pPr>
              <a:defRPr sz="32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2192000" cy="5330952"/>
          </a:xfrm>
          <a:solidFill>
            <a:schemeClr val="accent1">
              <a:lumMod val="40000"/>
              <a:lumOff val="60000"/>
            </a:schemeClr>
          </a:solidFill>
        </p:spPr>
        <p:txBody>
          <a:bodyPr anchor="t"/>
          <a:lstStyle>
            <a:lvl1pPr marL="0" indent="0" algn="ctr">
              <a:spcBef>
                <a:spcPts val="800"/>
              </a:spcBef>
              <a:buNone/>
              <a:defRPr sz="3200">
                <a:solidFill>
                  <a:schemeClr val="tx1">
                    <a:lumMod val="75000"/>
                    <a:lumOff val="2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76656" y="5909735"/>
            <a:ext cx="9229344" cy="533400"/>
          </a:xfrm>
        </p:spPr>
        <p:txBody>
          <a:bodyPr>
            <a:normAutofit/>
          </a:bodyPr>
          <a:lstStyle>
            <a:lvl1pPr marL="0" indent="0">
              <a:lnSpc>
                <a:spcPct val="90000"/>
              </a:lnSpc>
              <a:buNone/>
              <a:defRPr sz="1400">
                <a:solidFill>
                  <a:srgbClr val="262626"/>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2" name="Date Placeholder 11"/>
          <p:cNvSpPr>
            <a:spLocks noGrp="1"/>
          </p:cNvSpPr>
          <p:nvPr>
            <p:ph type="dt" sz="half" idx="10"/>
          </p:nvPr>
        </p:nvSpPr>
        <p:spPr/>
        <p:txBody>
          <a:bodyPr/>
          <a:lstStyle>
            <a:lvl1pPr>
              <a:defRPr>
                <a:solidFill>
                  <a:srgbClr val="FFFFFF">
                    <a:alpha val="80000"/>
                  </a:srgbClr>
                </a:solidFill>
              </a:defRPr>
            </a:lvl1pPr>
          </a:lstStyle>
          <a:p>
            <a:fld id="{5586B75A-687E-405C-8A0B-8D00578BA2C3}" type="datetimeFigureOut">
              <a:rPr lang="en-US" dirty="0"/>
              <a:pPr/>
              <a:t>8/7/2024</a:t>
            </a:fld>
            <a:endParaRPr lang="en-US" dirty="0"/>
          </a:p>
        </p:txBody>
      </p:sp>
      <p:sp>
        <p:nvSpPr>
          <p:cNvPr id="13" name="Footer Placeholder 12"/>
          <p:cNvSpPr>
            <a:spLocks noGrp="1"/>
          </p:cNvSpPr>
          <p:nvPr>
            <p:ph type="ftr" sz="quarter" idx="11"/>
          </p:nvPr>
        </p:nvSpPr>
        <p:spPr/>
        <p:txBody>
          <a:bodyPr/>
          <a:lstStyle>
            <a:lvl1pPr>
              <a:defRPr>
                <a:solidFill>
                  <a:srgbClr val="FFFFFF">
                    <a:alpha val="80000"/>
                  </a:srgbClr>
                </a:solidFill>
              </a:defRPr>
            </a:lvl1pPr>
          </a:lstStyle>
          <a:p>
            <a:endParaRPr lang="en-US" dirty="0"/>
          </a:p>
        </p:txBody>
      </p:sp>
      <p:sp>
        <p:nvSpPr>
          <p:cNvPr id="14" name="Slide Number Placeholder 13"/>
          <p:cNvSpPr>
            <a:spLocks noGrp="1"/>
          </p:cNvSpPr>
          <p:nvPr>
            <p:ph type="sldNum" sz="quarter" idx="12"/>
          </p:nvPr>
        </p:nvSpPr>
        <p:spPr/>
        <p:txBody>
          <a:bodyPr/>
          <a:lstStyle>
            <a:lvl1pPr>
              <a:defRPr>
                <a:solidFill>
                  <a:srgbClr val="FFFFFF">
                    <a:alpha val="25000"/>
                  </a:srgbClr>
                </a:solidFill>
              </a:defRPr>
            </a:lvl1pPr>
          </a:lstStyle>
          <a:p>
            <a:fld id="{4FAB73BC-B049-4115-A692-8D63A059BFB8}" type="slidenum">
              <a:rPr lang="en-US" dirty="0"/>
              <a:pPr/>
              <a:t>‹#›</a:t>
            </a:fld>
            <a:endParaRPr 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F4E5243-F52A-4D37-9694-EB26C6C31910}" type="datetimeFigureOut">
              <a:rPr lang="en-US" dirty="0"/>
              <a:t>8/7/2024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43950" y="695325"/>
            <a:ext cx="2628900" cy="48006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1525" y="714375"/>
            <a:ext cx="7734300" cy="540067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A77B6E1-634A-48DC-9E8B-D894023267EF}" type="datetimeFigureOut">
              <a:rPr lang="en-US" dirty="0"/>
              <a:t>8/7/2024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57224" y="499533"/>
            <a:ext cx="10772775" cy="1658198"/>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76656" y="2011680"/>
            <a:ext cx="10753725" cy="376618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85800" y="6412447"/>
            <a:ext cx="4114800" cy="228600"/>
          </a:xfrm>
          <a:prstGeom prst="rect">
            <a:avLst/>
          </a:prstGeom>
        </p:spPr>
        <p:txBody>
          <a:bodyPr vert="horz" lIns="91440" tIns="45720" rIns="91440" bIns="45720" rtlCol="0" anchor="ctr"/>
          <a:lstStyle>
            <a:lvl1pPr algn="l">
              <a:defRPr sz="950">
                <a:solidFill>
                  <a:schemeClr val="tx1">
                    <a:alpha val="80000"/>
                  </a:schemeClr>
                </a:solidFill>
              </a:defRPr>
            </a:lvl1pPr>
          </a:lstStyle>
          <a:p>
            <a:fld id="{5586B75A-687E-405C-8A0B-8D00578BA2C3}" type="datetimeFigureOut">
              <a:rPr lang="en-US" dirty="0"/>
              <a:pPr/>
              <a:t>8/7/2024</a:t>
            </a:fld>
            <a:endParaRPr lang="en-US" dirty="0"/>
          </a:p>
        </p:txBody>
      </p:sp>
      <p:sp>
        <p:nvSpPr>
          <p:cNvPr id="5" name="Footer Placeholder 4"/>
          <p:cNvSpPr>
            <a:spLocks noGrp="1"/>
          </p:cNvSpPr>
          <p:nvPr>
            <p:ph type="ftr" sz="quarter" idx="3"/>
          </p:nvPr>
        </p:nvSpPr>
        <p:spPr>
          <a:xfrm>
            <a:off x="685800" y="6554697"/>
            <a:ext cx="5029200" cy="228600"/>
          </a:xfrm>
          <a:prstGeom prst="rect">
            <a:avLst/>
          </a:prstGeom>
        </p:spPr>
        <p:txBody>
          <a:bodyPr vert="horz" lIns="91440" tIns="45720" rIns="91440" bIns="45720" rtlCol="0" anchor="ctr"/>
          <a:lstStyle>
            <a:lvl1pPr algn="l">
              <a:defRPr sz="950" cap="all" baseline="0">
                <a:solidFill>
                  <a:schemeClr val="tx1">
                    <a:alpha val="80000"/>
                  </a:schemeClr>
                </a:solidFill>
              </a:defRPr>
            </a:lvl1pPr>
          </a:lstStyle>
          <a:p>
            <a:endParaRPr lang="en-US" dirty="0"/>
          </a:p>
        </p:txBody>
      </p:sp>
      <p:sp>
        <p:nvSpPr>
          <p:cNvPr id="6" name="Slide Number Placeholder 5"/>
          <p:cNvSpPr>
            <a:spLocks noGrp="1"/>
          </p:cNvSpPr>
          <p:nvPr>
            <p:ph type="sldNum" sz="quarter" idx="4"/>
          </p:nvPr>
        </p:nvSpPr>
        <p:spPr>
          <a:xfrm>
            <a:off x="8763926" y="5876412"/>
            <a:ext cx="2926080" cy="1397039"/>
          </a:xfrm>
          <a:prstGeom prst="rect">
            <a:avLst/>
          </a:prstGeom>
        </p:spPr>
        <p:txBody>
          <a:bodyPr vert="horz" lIns="91440" tIns="45720" rIns="91440" bIns="45720" rtlCol="0" anchor="b"/>
          <a:lstStyle>
            <a:lvl1pPr algn="r">
              <a:defRPr sz="10300" b="0">
                <a:ln>
                  <a:noFill/>
                </a:ln>
                <a:solidFill>
                  <a:schemeClr val="accent1">
                    <a:alpha val="25000"/>
                  </a:schemeClr>
                </a:solidFill>
                <a:latin typeface="+mj-lt"/>
              </a:defRPr>
            </a:lvl1pPr>
          </a:lstStyle>
          <a:p>
            <a:fld id="{4FAB73BC-B049-4115-A692-8D63A059BFB8}" type="slidenum">
              <a:rPr lang="en-US" dirty="0"/>
              <a:pPr/>
              <a:t>‹#›</a:t>
            </a:fld>
            <a:endParaRPr lang="en-US" dirty="0"/>
          </a:p>
        </p:txBody>
      </p:sp>
    </p:spTree>
  </p:cSld>
  <p:clrMap bg1="lt1" tx1="dk1" bg2="lt2" tx2="dk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Lst>
  <p:hf sldNum="0" hdr="0" ftr="0" dt="0"/>
  <p:txStyles>
    <p:titleStyle>
      <a:lvl1pPr algn="l" defTabSz="914400" rtl="0" eaLnBrk="1" latinLnBrk="0" hangingPunct="1">
        <a:lnSpc>
          <a:spcPct val="85000"/>
        </a:lnSpc>
        <a:spcBef>
          <a:spcPct val="0"/>
        </a:spcBef>
        <a:buNone/>
        <a:defRPr sz="5400" kern="1200" spc="-120" baseline="0">
          <a:solidFill>
            <a:schemeClr val="accent1"/>
          </a:solidFill>
          <a:latin typeface="+mj-lt"/>
          <a:ea typeface="+mj-ea"/>
          <a:cs typeface="+mj-cs"/>
        </a:defRPr>
      </a:lvl1pPr>
    </p:titleStyle>
    <p:bodyStyle>
      <a:lvl1pPr marL="91440" indent="-91440" algn="l" defTabSz="914400" rtl="0" eaLnBrk="1" latinLnBrk="0" hangingPunct="1">
        <a:lnSpc>
          <a:spcPct val="85000"/>
        </a:lnSpc>
        <a:spcBef>
          <a:spcPts val="1300"/>
        </a:spcBef>
        <a:buFont typeface="Arial" pitchFamily="34" charset="0"/>
        <a:buChar char=" "/>
        <a:defRPr sz="2400" kern="1200">
          <a:solidFill>
            <a:schemeClr val="tx1">
              <a:lumMod val="85000"/>
              <a:lumOff val="15000"/>
            </a:schemeClr>
          </a:solidFill>
          <a:latin typeface="+mn-lt"/>
          <a:ea typeface="+mn-ea"/>
          <a:cs typeface="+mn-cs"/>
        </a:defRPr>
      </a:lvl1pPr>
      <a:lvl2pPr marL="347472" indent="-342900" algn="l" defTabSz="914400" rtl="0" eaLnBrk="1" latinLnBrk="0" hangingPunct="1">
        <a:lnSpc>
          <a:spcPct val="85000"/>
        </a:lnSpc>
        <a:spcBef>
          <a:spcPts val="600"/>
        </a:spcBef>
        <a:buFont typeface="Arial" pitchFamily="34" charset="0"/>
        <a:buChar char=" "/>
        <a:defRPr sz="2400" kern="1200">
          <a:solidFill>
            <a:schemeClr val="tx1">
              <a:lumMod val="85000"/>
              <a:lumOff val="15000"/>
            </a:schemeClr>
          </a:solidFill>
          <a:latin typeface="+mn-lt"/>
          <a:ea typeface="+mn-ea"/>
          <a:cs typeface="+mn-cs"/>
        </a:defRPr>
      </a:lvl2pPr>
      <a:lvl3pPr marL="548640" indent="-548640" algn="l" defTabSz="914400" rtl="0" eaLnBrk="1" latinLnBrk="0" hangingPunct="1">
        <a:lnSpc>
          <a:spcPct val="85000"/>
        </a:lnSpc>
        <a:spcBef>
          <a:spcPts val="600"/>
        </a:spcBef>
        <a:buFont typeface="Arial" pitchFamily="34" charset="0"/>
        <a:buChar char=" "/>
        <a:defRPr sz="2000" i="1" kern="1200">
          <a:solidFill>
            <a:schemeClr val="tx1">
              <a:lumMod val="85000"/>
              <a:lumOff val="15000"/>
            </a:schemeClr>
          </a:solidFill>
          <a:latin typeface="+mn-lt"/>
          <a:ea typeface="+mn-ea"/>
          <a:cs typeface="+mn-cs"/>
        </a:defRPr>
      </a:lvl3pPr>
      <a:lvl4pPr marL="822960" indent="-82296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4pPr>
      <a:lvl5pPr marL="1097280" indent="-109728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5pPr>
      <a:lvl6pPr marL="12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6pPr>
      <a:lvl7pPr marL="14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7pPr>
      <a:lvl8pPr marL="16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8pPr>
      <a:lvl9pPr marL="18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67512" y="739987"/>
            <a:ext cx="10782300" cy="2501053"/>
          </a:xfrm>
        </p:spPr>
        <p:txBody>
          <a:bodyPr/>
          <a:lstStyle/>
          <a:p>
            <a:pPr algn="ctr"/>
            <a:r>
              <a:rPr lang="en-AU" dirty="0"/>
              <a:t>Using Quotations in your Writing.</a:t>
            </a:r>
            <a:endParaRPr lang="en-US" dirty="0"/>
          </a:p>
        </p:txBody>
      </p:sp>
      <p:sp>
        <p:nvSpPr>
          <p:cNvPr id="3" name="Subtitle 2"/>
          <p:cNvSpPr>
            <a:spLocks noGrp="1"/>
          </p:cNvSpPr>
          <p:nvPr>
            <p:ph type="subTitle" idx="1"/>
          </p:nvPr>
        </p:nvSpPr>
        <p:spPr/>
        <p:txBody>
          <a:bodyPr/>
          <a:lstStyle/>
          <a:p>
            <a:endParaRPr lang="en-US"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210050" y="4206876"/>
            <a:ext cx="2857500" cy="2295525"/>
          </a:xfrm>
          <a:prstGeom prst="rect">
            <a:avLst/>
          </a:prstGeom>
        </p:spPr>
      </p:pic>
    </p:spTree>
    <p:extLst>
      <p:ext uri="{BB962C8B-B14F-4D97-AF65-F5344CB8AC3E}">
        <p14:creationId xmlns:p14="http://schemas.microsoft.com/office/powerpoint/2010/main" val="22296137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ctr"/>
            <a:r>
              <a:rPr lang="en-AU" dirty="0"/>
              <a:t>Using quotes in your writing helps </a:t>
            </a:r>
            <a:r>
              <a:rPr lang="en-AU"/>
              <a:t>to support </a:t>
            </a:r>
            <a:r>
              <a:rPr lang="en-AU" dirty="0"/>
              <a:t>your ideas.</a:t>
            </a:r>
            <a:endParaRPr lang="en-US" dirty="0"/>
          </a:p>
        </p:txBody>
      </p:sp>
      <p:sp>
        <p:nvSpPr>
          <p:cNvPr id="3" name="Content Placeholder 2"/>
          <p:cNvSpPr>
            <a:spLocks noGrp="1"/>
          </p:cNvSpPr>
          <p:nvPr>
            <p:ph idx="1"/>
          </p:nvPr>
        </p:nvSpPr>
        <p:spPr/>
        <p:txBody>
          <a:bodyPr/>
          <a:lstStyle/>
          <a:p>
            <a:endParaRPr lang="en-AU" dirty="0"/>
          </a:p>
          <a:p>
            <a:endParaRPr lang="en-AU" dirty="0"/>
          </a:p>
          <a:p>
            <a:r>
              <a:rPr lang="en-AU" sz="3200" dirty="0"/>
              <a:t>Used effectively, quotations can provide important pieces of evidence and lend fresh voices and perspectives to your story. </a:t>
            </a:r>
          </a:p>
          <a:p>
            <a:r>
              <a:rPr lang="en-AU" sz="3200" dirty="0"/>
              <a:t>Used ineffectively, however, quotations can clutter your text and interrupt the flow of your writing.</a:t>
            </a:r>
            <a:endParaRPr lang="en-US" sz="3200" dirty="0"/>
          </a:p>
        </p:txBody>
      </p:sp>
    </p:spTree>
    <p:extLst>
      <p:ext uri="{BB962C8B-B14F-4D97-AF65-F5344CB8AC3E}">
        <p14:creationId xmlns:p14="http://schemas.microsoft.com/office/powerpoint/2010/main" val="42736555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AU" i="1" dirty="0"/>
              <a:t>Embedding </a:t>
            </a:r>
            <a:r>
              <a:rPr lang="en-AU" dirty="0"/>
              <a:t>Quotes</a:t>
            </a:r>
            <a:endParaRPr lang="en-US" dirty="0"/>
          </a:p>
        </p:txBody>
      </p:sp>
      <p:sp>
        <p:nvSpPr>
          <p:cNvPr id="3" name="Content Placeholder 2"/>
          <p:cNvSpPr>
            <a:spLocks noGrp="1"/>
          </p:cNvSpPr>
          <p:nvPr>
            <p:ph idx="1"/>
          </p:nvPr>
        </p:nvSpPr>
        <p:spPr/>
        <p:txBody>
          <a:bodyPr/>
          <a:lstStyle/>
          <a:p>
            <a:r>
              <a:rPr lang="en-AU" sz="2800" b="1" dirty="0"/>
              <a:t>Embed</a:t>
            </a:r>
            <a:r>
              <a:rPr lang="en-AU" sz="2800" dirty="0"/>
              <a:t>: place something or be placed solidly: to fix something or become fixed in a surrounding mass.</a:t>
            </a:r>
          </a:p>
          <a:p>
            <a:endParaRPr lang="en-US"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362450" y="3257550"/>
            <a:ext cx="2857500" cy="2095500"/>
          </a:xfrm>
          <a:prstGeom prst="rect">
            <a:avLst/>
          </a:prstGeom>
        </p:spPr>
      </p:pic>
    </p:spTree>
    <p:extLst>
      <p:ext uri="{BB962C8B-B14F-4D97-AF65-F5344CB8AC3E}">
        <p14:creationId xmlns:p14="http://schemas.microsoft.com/office/powerpoint/2010/main" val="23919436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AU" b="1" dirty="0"/>
              <a:t>Embedding</a:t>
            </a:r>
            <a:r>
              <a:rPr lang="en-AU" dirty="0"/>
              <a:t> Quotes</a:t>
            </a:r>
            <a:endParaRPr lang="en-US" dirty="0"/>
          </a:p>
        </p:txBody>
      </p:sp>
      <p:sp>
        <p:nvSpPr>
          <p:cNvPr id="3" name="Content Placeholder 2"/>
          <p:cNvSpPr>
            <a:spLocks noGrp="1"/>
          </p:cNvSpPr>
          <p:nvPr>
            <p:ph idx="1"/>
          </p:nvPr>
        </p:nvSpPr>
        <p:spPr>
          <a:xfrm>
            <a:off x="676274" y="1981200"/>
            <a:ext cx="10753725" cy="3766185"/>
          </a:xfrm>
        </p:spPr>
        <p:txBody>
          <a:bodyPr>
            <a:normAutofit/>
          </a:bodyPr>
          <a:lstStyle/>
          <a:p>
            <a:r>
              <a:rPr lang="en-AU" sz="2800" dirty="0"/>
              <a:t>Embedding a quote from a text is like ‘weaving’ someone else’s words into your own piece of writing. It has to fit perfectly in order for it to work. It needs to support your own writing, your ideas.</a:t>
            </a:r>
            <a:endParaRPr lang="en-US" sz="2800"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84968" y="3495213"/>
            <a:ext cx="2619375" cy="2781300"/>
          </a:xfrm>
          <a:prstGeom prst="rect">
            <a:avLst/>
          </a:prstGeo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88000" y="3183891"/>
            <a:ext cx="3291840" cy="3092622"/>
          </a:xfrm>
          <a:prstGeom prst="rect">
            <a:avLst/>
          </a:prstGeom>
        </p:spPr>
      </p:pic>
    </p:spTree>
    <p:extLst>
      <p:ext uri="{BB962C8B-B14F-4D97-AF65-F5344CB8AC3E}">
        <p14:creationId xmlns:p14="http://schemas.microsoft.com/office/powerpoint/2010/main" val="2739716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AU" dirty="0"/>
              <a:t>Embedding Quotes</a:t>
            </a:r>
            <a:endParaRPr lang="en-US" dirty="0"/>
          </a:p>
        </p:txBody>
      </p:sp>
      <p:sp>
        <p:nvSpPr>
          <p:cNvPr id="3" name="Content Placeholder 2"/>
          <p:cNvSpPr>
            <a:spLocks noGrp="1"/>
          </p:cNvSpPr>
          <p:nvPr>
            <p:ph idx="1"/>
          </p:nvPr>
        </p:nvSpPr>
        <p:spPr/>
        <p:txBody>
          <a:bodyPr>
            <a:normAutofit lnSpcReduction="10000"/>
          </a:bodyPr>
          <a:lstStyle/>
          <a:p>
            <a:r>
              <a:rPr lang="en-AU" sz="2800" dirty="0"/>
              <a:t>So, an effective use of quotations is to </a:t>
            </a:r>
            <a:r>
              <a:rPr lang="en-AU" sz="2800" b="1" dirty="0"/>
              <a:t>embed</a:t>
            </a:r>
            <a:r>
              <a:rPr lang="en-AU" sz="2800" dirty="0"/>
              <a:t> a part of the sentence into your writing. </a:t>
            </a:r>
          </a:p>
          <a:p>
            <a:r>
              <a:rPr lang="en-AU" sz="2800" b="1" u="sng" dirty="0"/>
              <a:t>Example:</a:t>
            </a:r>
          </a:p>
          <a:p>
            <a:r>
              <a:rPr lang="en-AU" sz="2800" dirty="0"/>
              <a:t>Jimmie had not explored down the hill from her home near the centre because she felt a sense of “sadness in the air” (pg.43) when she was nearby. </a:t>
            </a:r>
          </a:p>
          <a:p>
            <a:r>
              <a:rPr lang="en-AU" sz="2800" dirty="0"/>
              <a:t>Jimmie is determined to explore the centre, as she looks at the fence for a long time and knows that all she has to do is “find it’s weak spot”. (pg.45) A small opening that will let her enter this other world.</a:t>
            </a:r>
          </a:p>
        </p:txBody>
      </p:sp>
    </p:spTree>
    <p:extLst>
      <p:ext uri="{BB962C8B-B14F-4D97-AF65-F5344CB8AC3E}">
        <p14:creationId xmlns:p14="http://schemas.microsoft.com/office/powerpoint/2010/main" val="34095869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AU" dirty="0"/>
              <a:t>Embedding Quotes</a:t>
            </a:r>
            <a:endParaRPr lang="en-US" dirty="0"/>
          </a:p>
        </p:txBody>
      </p:sp>
      <p:sp>
        <p:nvSpPr>
          <p:cNvPr id="3" name="Content Placeholder 2"/>
          <p:cNvSpPr>
            <a:spLocks noGrp="1"/>
          </p:cNvSpPr>
          <p:nvPr>
            <p:ph idx="1"/>
          </p:nvPr>
        </p:nvSpPr>
        <p:spPr>
          <a:xfrm>
            <a:off x="676274" y="1669002"/>
            <a:ext cx="10753725" cy="4689465"/>
          </a:xfrm>
        </p:spPr>
        <p:txBody>
          <a:bodyPr>
            <a:noAutofit/>
          </a:bodyPr>
          <a:lstStyle/>
          <a:p>
            <a:r>
              <a:rPr lang="en-AU" sz="2800" dirty="0"/>
              <a:t>All quotations should be tied into your sentences. They should never appear out of nowhere. Never use a quotation in a complete sentence by itself.</a:t>
            </a:r>
          </a:p>
          <a:p>
            <a:r>
              <a:rPr lang="en-AU" sz="2800" b="1" u="sng" dirty="0"/>
              <a:t>Ineffective examples</a:t>
            </a:r>
            <a:r>
              <a:rPr lang="en-AU" sz="2800" u="sng" dirty="0"/>
              <a:t>:  </a:t>
            </a:r>
          </a:p>
          <a:p>
            <a:pPr lvl="1"/>
            <a:r>
              <a:rPr lang="en-AU" sz="2800" dirty="0"/>
              <a:t>1. </a:t>
            </a:r>
            <a:r>
              <a:rPr lang="en-AU" sz="2800" dirty="0" err="1"/>
              <a:t>Subhi</a:t>
            </a:r>
            <a:r>
              <a:rPr lang="en-AU" sz="2800" dirty="0"/>
              <a:t> “starts to lose that piece of themselves”. (pg.37)</a:t>
            </a:r>
          </a:p>
          <a:p>
            <a:pPr lvl="1"/>
            <a:r>
              <a:rPr lang="en-AU" sz="2800" dirty="0"/>
              <a:t>2. </a:t>
            </a:r>
            <a:r>
              <a:rPr lang="en-AU" sz="2800" dirty="0" err="1"/>
              <a:t>Subhi</a:t>
            </a:r>
            <a:r>
              <a:rPr lang="en-AU" sz="2800" dirty="0"/>
              <a:t> wants to hear a story from his mother every night, “they start to lose that piece of themselves”. (pg. 37)</a:t>
            </a:r>
          </a:p>
          <a:p>
            <a:r>
              <a:rPr lang="en-AU" sz="2800" b="1" u="sng" dirty="0"/>
              <a:t>Effective example:</a:t>
            </a:r>
            <a:r>
              <a:rPr lang="en-US" sz="2800" b="1" u="sng" dirty="0"/>
              <a:t> </a:t>
            </a:r>
          </a:p>
          <a:p>
            <a:r>
              <a:rPr lang="en-US" sz="2800" dirty="0" err="1"/>
              <a:t>Subhi</a:t>
            </a:r>
            <a:r>
              <a:rPr lang="en-US" sz="2800" dirty="0"/>
              <a:t> asks his mother to tell him a story every night because he knows that stories connect you to your past and if people stop telling them they “start to lose that piece of themselves”. (pg. 37)</a:t>
            </a:r>
          </a:p>
          <a:p>
            <a:endParaRPr lang="en-AU" sz="2800" dirty="0"/>
          </a:p>
        </p:txBody>
      </p:sp>
    </p:spTree>
    <p:extLst>
      <p:ext uri="{BB962C8B-B14F-4D97-AF65-F5344CB8AC3E}">
        <p14:creationId xmlns:p14="http://schemas.microsoft.com/office/powerpoint/2010/main" val="18950230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AU" dirty="0"/>
              <a:t>Embedding Quotes</a:t>
            </a:r>
            <a:endParaRPr lang="en-US" dirty="0"/>
          </a:p>
        </p:txBody>
      </p:sp>
      <p:sp>
        <p:nvSpPr>
          <p:cNvPr id="3" name="Content Placeholder 2"/>
          <p:cNvSpPr>
            <a:spLocks noGrp="1"/>
          </p:cNvSpPr>
          <p:nvPr>
            <p:ph idx="1"/>
          </p:nvPr>
        </p:nvSpPr>
        <p:spPr>
          <a:xfrm>
            <a:off x="676656" y="1731146"/>
            <a:ext cx="10753725" cy="4046719"/>
          </a:xfrm>
        </p:spPr>
        <p:txBody>
          <a:bodyPr>
            <a:noAutofit/>
          </a:bodyPr>
          <a:lstStyle/>
          <a:p>
            <a:r>
              <a:rPr lang="en-AU" sz="2800" dirty="0"/>
              <a:t>When inserting a quote from the book, make sure that it flows so that if you were to take the quotations marks away it would still make sense.</a:t>
            </a:r>
          </a:p>
          <a:p>
            <a:endParaRPr lang="en-AU" sz="2800" dirty="0"/>
          </a:p>
          <a:p>
            <a:r>
              <a:rPr lang="en-AU" sz="2800" b="1" dirty="0"/>
              <a:t>Example with quotation marks</a:t>
            </a:r>
            <a:r>
              <a:rPr lang="en-AU" sz="2800" dirty="0"/>
              <a:t>: When Jimmie’s dad planted her mum’s favourite tree - a wattle tree, in the front garden after her mother’s death, she knew that they would not be leaving because this was where her “mum had been the happiest”. ( pg.41)  </a:t>
            </a:r>
          </a:p>
          <a:p>
            <a:r>
              <a:rPr lang="en-AU" sz="2800" b="1" dirty="0"/>
              <a:t>Example without quotation marks: </a:t>
            </a:r>
            <a:r>
              <a:rPr lang="en-AU" sz="2800" dirty="0"/>
              <a:t>When Jimmie’s dad planted her mum’s favourite tree - a wattle tree, in the front garden after her mother’s death, she knew that they would not be leaving because this was where her mum had been the happiest.</a:t>
            </a:r>
          </a:p>
        </p:txBody>
      </p:sp>
    </p:spTree>
    <p:extLst>
      <p:ext uri="{BB962C8B-B14F-4D97-AF65-F5344CB8AC3E}">
        <p14:creationId xmlns:p14="http://schemas.microsoft.com/office/powerpoint/2010/main" val="34710117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AU" dirty="0"/>
              <a:t>Embedding Quotes</a:t>
            </a:r>
            <a:endParaRPr lang="en-US" dirty="0"/>
          </a:p>
        </p:txBody>
      </p:sp>
      <p:sp>
        <p:nvSpPr>
          <p:cNvPr id="3" name="Content Placeholder 2"/>
          <p:cNvSpPr>
            <a:spLocks noGrp="1"/>
          </p:cNvSpPr>
          <p:nvPr>
            <p:ph idx="1"/>
          </p:nvPr>
        </p:nvSpPr>
        <p:spPr/>
        <p:txBody>
          <a:bodyPr>
            <a:normAutofit lnSpcReduction="10000"/>
          </a:bodyPr>
          <a:lstStyle/>
          <a:p>
            <a:r>
              <a:rPr lang="en-AU" sz="2800" dirty="0"/>
              <a:t>When using a quote from a text in your own piece of writing, you must add the page number from where you have taken the quote. This not only proves that you have cited someone else’s words but also gives the reader the information, should they want to verify the quote.</a:t>
            </a:r>
          </a:p>
          <a:p>
            <a:endParaRPr lang="en-AU" sz="2800" dirty="0"/>
          </a:p>
          <a:p>
            <a:r>
              <a:rPr lang="en-AU" sz="2800" b="1" dirty="0"/>
              <a:t>Example</a:t>
            </a:r>
            <a:r>
              <a:rPr lang="en-AU" sz="2800" dirty="0"/>
              <a:t>: The psychological effect on the men living together without their families, or any purpose in life is significant, they are different, “they can be real mean” (pg.58) and “it changes a person” (pg.58) when all they do is listen to the jangling keys of the guards, as they patrol the centre.</a:t>
            </a:r>
            <a:endParaRPr lang="en-US" dirty="0"/>
          </a:p>
        </p:txBody>
      </p:sp>
    </p:spTree>
    <p:extLst>
      <p:ext uri="{BB962C8B-B14F-4D97-AF65-F5344CB8AC3E}">
        <p14:creationId xmlns:p14="http://schemas.microsoft.com/office/powerpoint/2010/main" val="36399516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AU" dirty="0"/>
              <a:t>Embedding Quotes</a:t>
            </a:r>
            <a:endParaRPr lang="en-US" dirty="0"/>
          </a:p>
        </p:txBody>
      </p:sp>
      <p:sp>
        <p:nvSpPr>
          <p:cNvPr id="3" name="Content Placeholder 2"/>
          <p:cNvSpPr>
            <a:spLocks noGrp="1"/>
          </p:cNvSpPr>
          <p:nvPr>
            <p:ph idx="1"/>
          </p:nvPr>
        </p:nvSpPr>
        <p:spPr/>
        <p:txBody>
          <a:bodyPr>
            <a:normAutofit/>
          </a:bodyPr>
          <a:lstStyle/>
          <a:p>
            <a:r>
              <a:rPr lang="en-AU" sz="2800" dirty="0"/>
              <a:t>Over to you…..</a:t>
            </a:r>
          </a:p>
          <a:p>
            <a:endParaRPr lang="en-AU" sz="2800" dirty="0"/>
          </a:p>
          <a:p>
            <a:r>
              <a:rPr lang="en-AU" sz="2800" dirty="0"/>
              <a:t>You will be given a sheet with questions from chapter ______ of </a:t>
            </a:r>
            <a:r>
              <a:rPr lang="en-AU" sz="2800" u="sng" dirty="0"/>
              <a:t>The Bone Sparrow</a:t>
            </a:r>
            <a:r>
              <a:rPr lang="en-AU" sz="2800" dirty="0"/>
              <a:t>. </a:t>
            </a:r>
          </a:p>
          <a:p>
            <a:r>
              <a:rPr lang="en-AU" sz="2800" dirty="0"/>
              <a:t>Answer the questions in full sentences, inserting quotes from the book to support your answer. </a:t>
            </a:r>
          </a:p>
          <a:p>
            <a:r>
              <a:rPr lang="en-AU" sz="2800" dirty="0"/>
              <a:t>Don’t forget to add your quotation marks and page number in brackets.</a:t>
            </a:r>
          </a:p>
        </p:txBody>
      </p:sp>
    </p:spTree>
    <p:extLst>
      <p:ext uri="{BB962C8B-B14F-4D97-AF65-F5344CB8AC3E}">
        <p14:creationId xmlns:p14="http://schemas.microsoft.com/office/powerpoint/2010/main" val="3187883885"/>
      </p:ext>
    </p:extLst>
  </p:cSld>
  <p:clrMapOvr>
    <a:masterClrMapping/>
  </p:clrMapOvr>
</p:sld>
</file>

<file path=ppt/theme/theme1.xml><?xml version="1.0" encoding="utf-8"?>
<a:theme xmlns:a="http://schemas.openxmlformats.org/drawingml/2006/main" name="Metropolitan">
  <a:themeElements>
    <a:clrScheme name="Metropolitan">
      <a:dk1>
        <a:sysClr val="windowText" lastClr="000000"/>
      </a:dk1>
      <a:lt1>
        <a:sysClr val="window" lastClr="FFFFFF"/>
      </a:lt1>
      <a:dk2>
        <a:srgbClr val="162F33"/>
      </a:dk2>
      <a:lt2>
        <a:srgbClr val="EAF0E0"/>
      </a:lt2>
      <a:accent1>
        <a:srgbClr val="50B4C8"/>
      </a:accent1>
      <a:accent2>
        <a:srgbClr val="A8B97F"/>
      </a:accent2>
      <a:accent3>
        <a:srgbClr val="9B9256"/>
      </a:accent3>
      <a:accent4>
        <a:srgbClr val="657689"/>
      </a:accent4>
      <a:accent5>
        <a:srgbClr val="7A855D"/>
      </a:accent5>
      <a:accent6>
        <a:srgbClr val="84AC9D"/>
      </a:accent6>
      <a:hlink>
        <a:srgbClr val="2370CD"/>
      </a:hlink>
      <a:folHlink>
        <a:srgbClr val="877589"/>
      </a:folHlink>
    </a:clrScheme>
    <a:fontScheme name="Metropolitan">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Metropolitan">
      <a:fillStyleLst>
        <a:solidFill>
          <a:schemeClr val="phClr"/>
        </a:solidFill>
        <a:gradFill rotWithShape="1">
          <a:gsLst>
            <a:gs pos="0">
              <a:schemeClr val="phClr">
                <a:tint val="70000"/>
                <a:satMod val="100000"/>
                <a:lumMod val="110000"/>
              </a:schemeClr>
            </a:gs>
            <a:gs pos="50000">
              <a:schemeClr val="phClr">
                <a:tint val="75000"/>
                <a:satMod val="101000"/>
                <a:lumMod val="105000"/>
              </a:schemeClr>
            </a:gs>
            <a:gs pos="100000">
              <a:schemeClr val="phClr">
                <a:tint val="82000"/>
                <a:satMod val="104000"/>
                <a:lumMod val="105000"/>
              </a:schemeClr>
            </a:gs>
          </a:gsLst>
          <a:lin ang="2700000" scaled="0"/>
        </a:gradFill>
        <a:gradFill rotWithShape="1">
          <a:gsLst>
            <a:gs pos="0">
              <a:schemeClr val="phClr">
                <a:tint val="97000"/>
                <a:satMod val="100000"/>
                <a:lumMod val="102000"/>
              </a:schemeClr>
            </a:gs>
            <a:gs pos="50000">
              <a:schemeClr val="phClr">
                <a:shade val="100000"/>
                <a:satMod val="100000"/>
                <a:lumMod val="100000"/>
              </a:schemeClr>
            </a:gs>
            <a:gs pos="100000">
              <a:schemeClr val="phClr">
                <a:shade val="80000"/>
                <a:satMod val="100000"/>
                <a:lumMod val="99000"/>
              </a:schemeClr>
            </a:gs>
          </a:gsLst>
          <a:lin ang="27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solidFill>
          <a:schemeClr val="phClr">
            <a:shade val="95000"/>
            <a:satMod val="170000"/>
          </a:schemeClr>
        </a:solidFill>
      </a:bgFillStyleLst>
    </a:fmtScheme>
  </a:themeElements>
  <a:objectDefaults/>
  <a:extraClrSchemeLst/>
  <a:extLst>
    <a:ext uri="{05A4C25C-085E-4340-85A3-A5531E510DB2}">
      <thm15:themeFamily xmlns:thm15="http://schemas.microsoft.com/office/thememl/2012/main" name="Metropolitan" id="{4C5440D6-04D2-4954-96CF-F251137069B2}" vid="{79CFCA13-9412-4290-BB4B-85112F88857B}"/>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C5A3D4F247C9741BCA78F26B98D0AB7" ma:contentTypeVersion="17" ma:contentTypeDescription="Create a new document." ma:contentTypeScope="" ma:versionID="539b02d923bb555703caf23504a7cb02">
  <xsd:schema xmlns:xsd="http://www.w3.org/2001/XMLSchema" xmlns:xs="http://www.w3.org/2001/XMLSchema" xmlns:p="http://schemas.microsoft.com/office/2006/metadata/properties" xmlns:ns2="46846ff6-a39a-4f56-aca6-b2ea1af70d2e" xmlns:ns3="a8299878-b215-4b71-83d0-6b3d83d7e5d9" targetNamespace="http://schemas.microsoft.com/office/2006/metadata/properties" ma:root="true" ma:fieldsID="e414e06b879c708180ee4e9731c4d399" ns2:_="" ns3:_="">
    <xsd:import namespace="46846ff6-a39a-4f56-aca6-b2ea1af70d2e"/>
    <xsd:import namespace="a8299878-b215-4b71-83d0-6b3d83d7e5d9"/>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KeyPoints" minOccurs="0"/>
                <xsd:element ref="ns2:MediaServiceKeyPoints" minOccurs="0"/>
                <xsd:element ref="ns2:MediaServiceSearchPropertie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3:SharedWithUsers" minOccurs="0"/>
                <xsd:element ref="ns3:SharedWithDetails" minOccurs="0"/>
                <xsd:element ref="ns2:MediaLengthInSeconds" minOccurs="0"/>
                <xsd:element ref="ns2:MediaServiceObjectDetectorVersion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6846ff6-a39a-4f56-aca6-b2ea1af70d2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KeyPoints" ma:index="11" nillable="true" ma:displayName="MediaServiceAutoKeyPoints" ma:hidden="true" ma:internalName="MediaServiceAutoKeyPoints" ma:readOnly="true">
      <xsd:simpleType>
        <xsd:restriction base="dms:Note"/>
      </xsd:simpleType>
    </xsd:element>
    <xsd:element name="MediaServiceKeyPoints" ma:index="12" nillable="true" ma:displayName="KeyPoints" ma:internalName="MediaServiceKeyPoints" ma:readOnly="true">
      <xsd:simpleType>
        <xsd:restriction base="dms:Note">
          <xsd:maxLength value="255"/>
        </xsd:restriction>
      </xsd:simpleType>
    </xsd:element>
    <xsd:element name="MediaServiceSearchProperties" ma:index="13" nillable="true" ma:displayName="MediaServiceSearchProperties" ma:hidden="true" ma:internalName="MediaServiceSearchProperties" ma:readOnly="true">
      <xsd:simpleType>
        <xsd:restriction base="dms:Note"/>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94073e9b-c14b-4f43-8554-77a15894e206" ma:termSetId="09814cd3-568e-fe90-9814-8d621ff8fb84" ma:anchorId="fba54fb3-c3e1-fe81-a776-ca4b69148c4d" ma:open="true" ma:isKeyword="false">
      <xsd:complexType>
        <xsd:sequence>
          <xsd:element ref="pc:Terms" minOccurs="0" maxOccurs="1"/>
        </xsd:sequence>
      </xsd:complex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Location" ma:index="24"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8299878-b215-4b71-83d0-6b3d83d7e5d9"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19187b04-ede7-4ab0-a3a9-aa9f31dff0a7}" ma:internalName="TaxCatchAll" ma:showField="CatchAllData" ma:web="a8299878-b215-4b71-83d0-6b3d83d7e5d9">
      <xsd:complexType>
        <xsd:complexContent>
          <xsd:extension base="dms:MultiChoiceLookup">
            <xsd:sequence>
              <xsd:element name="Value" type="dms:Lookup" maxOccurs="unbounded" minOccurs="0" nillable="true"/>
            </xsd:sequence>
          </xsd:extension>
        </xsd:complexContent>
      </xsd:complexType>
    </xsd:element>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46846ff6-a39a-4f56-aca6-b2ea1af70d2e">
      <Terms xmlns="http://schemas.microsoft.com/office/infopath/2007/PartnerControls"/>
    </lcf76f155ced4ddcb4097134ff3c332f>
    <TaxCatchAll xmlns="a8299878-b215-4b71-83d0-6b3d83d7e5d9" xsi:nil="true"/>
  </documentManagement>
</p:properties>
</file>

<file path=customXml/itemProps1.xml><?xml version="1.0" encoding="utf-8"?>
<ds:datastoreItem xmlns:ds="http://schemas.openxmlformats.org/officeDocument/2006/customXml" ds:itemID="{70615DAE-F00E-4E59-83BE-E5EA25ABB475}"/>
</file>

<file path=customXml/itemProps2.xml><?xml version="1.0" encoding="utf-8"?>
<ds:datastoreItem xmlns:ds="http://schemas.openxmlformats.org/officeDocument/2006/customXml" ds:itemID="{2B205949-E271-43DA-BDD4-035A583F6AB1}"/>
</file>

<file path=customXml/itemProps3.xml><?xml version="1.0" encoding="utf-8"?>
<ds:datastoreItem xmlns:ds="http://schemas.openxmlformats.org/officeDocument/2006/customXml" ds:itemID="{D3566535-D58E-4ECD-8A15-BC96AD6B470F}"/>
</file>

<file path=docProps/app.xml><?xml version="1.0" encoding="utf-8"?>
<Properties xmlns="http://schemas.openxmlformats.org/officeDocument/2006/extended-properties" xmlns:vt="http://schemas.openxmlformats.org/officeDocument/2006/docPropsVTypes">
  <Template>TC103457491[[fn=Metropolitan]]</Template>
  <TotalTime>217</TotalTime>
  <Words>664</Words>
  <Application>Microsoft Office PowerPoint</Application>
  <PresentationFormat>Widescreen</PresentationFormat>
  <Paragraphs>37</Paragraphs>
  <Slides>9</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 Light</vt:lpstr>
      <vt:lpstr>Metropolitan</vt:lpstr>
      <vt:lpstr>Using Quotations in your Writing.</vt:lpstr>
      <vt:lpstr>Using quotes in your writing helps to support your ideas.</vt:lpstr>
      <vt:lpstr>Embedding Quotes</vt:lpstr>
      <vt:lpstr>Embedding Quotes</vt:lpstr>
      <vt:lpstr>Embedding Quotes</vt:lpstr>
      <vt:lpstr>Embedding Quotes</vt:lpstr>
      <vt:lpstr>Embedding Quotes</vt:lpstr>
      <vt:lpstr>Embedding Quotes</vt:lpstr>
      <vt:lpstr>Embedding Quotes</vt:lpstr>
    </vt:vector>
  </TitlesOfParts>
  <Company>DEECD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Using Quotations in your writing.</dc:title>
  <dc:creator>Victoria</dc:creator>
  <cp:lastModifiedBy>Lincoln LE FEVRE</cp:lastModifiedBy>
  <cp:revision>21</cp:revision>
  <dcterms:created xsi:type="dcterms:W3CDTF">2014-08-11T00:30:21Z</dcterms:created>
  <dcterms:modified xsi:type="dcterms:W3CDTF">2024-08-07T04:57:29Z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0x010100AC5A3D4F247C9741BCA78F26B98D0AB7</vt:lpwstr>
  </property>
</Properties>
</file>