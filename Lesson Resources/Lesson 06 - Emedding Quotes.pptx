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8" r:id="rId3"/>
    <p:sldId id="257" r:id="rId4"/>
    <p:sldId id="262" r:id="rId5"/>
    <p:sldId id="261" r:id="rId6"/>
    <p:sldId id="259" r:id="rId7"/>
    <p:sldId id="260"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9CD3E1-C5B7-4EA0-88E6-10D85CE8199C}" v="1" dt="2019-07-14T02:20:51.1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0" autoAdjust="0"/>
    <p:restoredTop sz="94660"/>
  </p:normalViewPr>
  <p:slideViewPr>
    <p:cSldViewPr snapToGrid="0">
      <p:cViewPr varScale="1">
        <p:scale>
          <a:sx n="66" d="100"/>
          <a:sy n="66" d="100"/>
        </p:scale>
        <p:origin x="6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5586B75A-687E-405C-8A0B-8D00578BA2C3}" type="datetimeFigureOut">
              <a:rPr lang="en-US" dirty="0"/>
              <a:pPr/>
              <a:t>8/7/2024</a:t>
            </a:fld>
            <a:endParaRPr lang="en-US" dirty="0"/>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2D3E9E-A95C-48F2-B4BF-A71542E0BE9A}" type="datetimeFigureOut">
              <a:rPr lang="en-US" dirty="0"/>
              <a:t>8/7/2024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8/7/2024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12952B5-7A2F-4CC8-B7CE-9234E21C2837}" type="datetimeFigureOut">
              <a:rPr lang="en-US" dirty="0"/>
              <a:t>8/7/2024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1DA07A-9201-4B4B-BAF2-015AFA30F520}" type="datetimeFigureOut">
              <a:rPr lang="en-US" dirty="0"/>
              <a:t>8/7/2024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D7E00A-486F-4252-8B1D-E32645521F49}" type="datetimeFigureOut">
              <a:rPr lang="en-US" dirty="0"/>
              <a:t>8/7/2024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F5F92-E675-4B36-9A60-69A962A68675}" type="datetimeFigureOut">
              <a:rPr lang="en-US" dirty="0"/>
              <a:t>8/7/2024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AF6E2C9B-5FA2-460D-9BE7-B0812FC2A6FF}" type="datetimeFigureOut">
              <a:rPr lang="en-US" dirty="0"/>
              <a:t>8/7/2024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5586B75A-687E-405C-8A0B-8D00578BA2C3}" type="datetimeFigureOut">
              <a:rPr lang="en-US" dirty="0"/>
              <a:pPr/>
              <a:t>8/7/2024</a:t>
            </a:fld>
            <a:endParaRPr lang="en-US" dirty="0"/>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dirty="0"/>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4FAB73BC-B049-4115-A692-8D63A059BFB8}" type="slidenum">
              <a:rPr lang="en-US" dirty="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4E5243-F52A-4D37-9694-EB26C6C31910}" type="datetimeFigureOut">
              <a:rPr lang="en-US" dirty="0"/>
              <a:t>8/7/2024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77B6E1-634A-48DC-9E8B-D894023267EF}" type="datetimeFigureOut">
              <a:rPr lang="en-US" dirty="0"/>
              <a:t>8/7/2024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5586B75A-687E-405C-8A0B-8D00578BA2C3}" type="datetimeFigureOut">
              <a:rPr lang="en-US" dirty="0"/>
              <a:pPr/>
              <a:t>8/7/2024</a:t>
            </a:fld>
            <a:endParaRPr lang="en-US" dirty="0"/>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dirty="0"/>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67512" y="739987"/>
            <a:ext cx="10782300" cy="2501053"/>
          </a:xfrm>
        </p:spPr>
        <p:txBody>
          <a:bodyPr/>
          <a:lstStyle/>
          <a:p>
            <a:pPr algn="ctr"/>
            <a:r>
              <a:rPr lang="en-AU" dirty="0"/>
              <a:t>Using Quotations in your Writing.</a:t>
            </a:r>
            <a:endParaRPr lang="en-US" dirty="0"/>
          </a:p>
        </p:txBody>
      </p:sp>
      <p:sp>
        <p:nvSpPr>
          <p:cNvPr id="3" name="Subtitle 2"/>
          <p:cNvSpPr>
            <a:spLocks noGrp="1"/>
          </p:cNvSpPr>
          <p:nvPr>
            <p:ph type="subTitle" idx="1"/>
          </p:nvPr>
        </p:nvSpPr>
        <p:spPr/>
        <p:txBody>
          <a:bodyPr/>
          <a:lstStyle/>
          <a:p>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0050" y="4206876"/>
            <a:ext cx="2857500" cy="2295525"/>
          </a:xfrm>
          <a:prstGeom prst="rect">
            <a:avLst/>
          </a:prstGeom>
        </p:spPr>
      </p:pic>
    </p:spTree>
    <p:extLst>
      <p:ext uri="{BB962C8B-B14F-4D97-AF65-F5344CB8AC3E}">
        <p14:creationId xmlns:p14="http://schemas.microsoft.com/office/powerpoint/2010/main" val="2229613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dirty="0"/>
              <a:t>Using quotes in your writing helps </a:t>
            </a:r>
            <a:r>
              <a:rPr lang="en-AU"/>
              <a:t>to support </a:t>
            </a:r>
            <a:r>
              <a:rPr lang="en-AU" dirty="0"/>
              <a:t>your ideas.</a:t>
            </a:r>
            <a:endParaRPr lang="en-US" dirty="0"/>
          </a:p>
        </p:txBody>
      </p:sp>
      <p:sp>
        <p:nvSpPr>
          <p:cNvPr id="3" name="Content Placeholder 2"/>
          <p:cNvSpPr>
            <a:spLocks noGrp="1"/>
          </p:cNvSpPr>
          <p:nvPr>
            <p:ph idx="1"/>
          </p:nvPr>
        </p:nvSpPr>
        <p:spPr/>
        <p:txBody>
          <a:bodyPr/>
          <a:lstStyle/>
          <a:p>
            <a:endParaRPr lang="en-AU" dirty="0"/>
          </a:p>
          <a:p>
            <a:endParaRPr lang="en-AU" dirty="0"/>
          </a:p>
          <a:p>
            <a:r>
              <a:rPr lang="en-AU" sz="3200" dirty="0"/>
              <a:t>Used effectively, quotations can provide important pieces of evidence and lend fresh voices and perspectives to your story. </a:t>
            </a:r>
          </a:p>
          <a:p>
            <a:r>
              <a:rPr lang="en-AU" sz="3200" dirty="0"/>
              <a:t>Used ineffectively, however, quotations can clutter your text and interrupt the flow of your writing.</a:t>
            </a:r>
            <a:endParaRPr lang="en-US" sz="3200" dirty="0"/>
          </a:p>
        </p:txBody>
      </p:sp>
    </p:spTree>
    <p:extLst>
      <p:ext uri="{BB962C8B-B14F-4D97-AF65-F5344CB8AC3E}">
        <p14:creationId xmlns:p14="http://schemas.microsoft.com/office/powerpoint/2010/main" val="4273655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i="1" dirty="0"/>
              <a:t>Embedding </a:t>
            </a:r>
            <a:r>
              <a:rPr lang="en-AU" dirty="0"/>
              <a:t>Quotes</a:t>
            </a:r>
            <a:endParaRPr lang="en-US" dirty="0"/>
          </a:p>
        </p:txBody>
      </p:sp>
      <p:sp>
        <p:nvSpPr>
          <p:cNvPr id="3" name="Content Placeholder 2"/>
          <p:cNvSpPr>
            <a:spLocks noGrp="1"/>
          </p:cNvSpPr>
          <p:nvPr>
            <p:ph idx="1"/>
          </p:nvPr>
        </p:nvSpPr>
        <p:spPr/>
        <p:txBody>
          <a:bodyPr/>
          <a:lstStyle/>
          <a:p>
            <a:r>
              <a:rPr lang="en-AU" sz="2800" b="1" dirty="0"/>
              <a:t>Embed</a:t>
            </a:r>
            <a:r>
              <a:rPr lang="en-AU" sz="2800" dirty="0"/>
              <a:t>: place something or be placed solidly: to fix something or become fixed in a surrounding mass.</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62450" y="3257550"/>
            <a:ext cx="2857500" cy="2095500"/>
          </a:xfrm>
          <a:prstGeom prst="rect">
            <a:avLst/>
          </a:prstGeom>
        </p:spPr>
      </p:pic>
    </p:spTree>
    <p:extLst>
      <p:ext uri="{BB962C8B-B14F-4D97-AF65-F5344CB8AC3E}">
        <p14:creationId xmlns:p14="http://schemas.microsoft.com/office/powerpoint/2010/main" val="2391943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b="1" dirty="0"/>
              <a:t>Embedding</a:t>
            </a:r>
            <a:r>
              <a:rPr lang="en-AU" dirty="0"/>
              <a:t> Quotes</a:t>
            </a:r>
            <a:endParaRPr lang="en-US" dirty="0"/>
          </a:p>
        </p:txBody>
      </p:sp>
      <p:sp>
        <p:nvSpPr>
          <p:cNvPr id="3" name="Content Placeholder 2"/>
          <p:cNvSpPr>
            <a:spLocks noGrp="1"/>
          </p:cNvSpPr>
          <p:nvPr>
            <p:ph idx="1"/>
          </p:nvPr>
        </p:nvSpPr>
        <p:spPr>
          <a:xfrm>
            <a:off x="676274" y="1981200"/>
            <a:ext cx="10753725" cy="3766185"/>
          </a:xfrm>
        </p:spPr>
        <p:txBody>
          <a:bodyPr>
            <a:normAutofit/>
          </a:bodyPr>
          <a:lstStyle/>
          <a:p>
            <a:r>
              <a:rPr lang="en-AU" sz="2800" dirty="0"/>
              <a:t>Embedding a quote from a text is like ‘weaving’ someone else’s words into your own piece of writing. It has to fit perfectly in order for it to work. It needs to support your own writing, your ideas.</a:t>
            </a:r>
            <a:endParaRPr lang="en-US" sz="2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4968" y="3495213"/>
            <a:ext cx="2619375" cy="27813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8000" y="3183891"/>
            <a:ext cx="3291840" cy="3092622"/>
          </a:xfrm>
          <a:prstGeom prst="rect">
            <a:avLst/>
          </a:prstGeom>
        </p:spPr>
      </p:pic>
    </p:spTree>
    <p:extLst>
      <p:ext uri="{BB962C8B-B14F-4D97-AF65-F5344CB8AC3E}">
        <p14:creationId xmlns:p14="http://schemas.microsoft.com/office/powerpoint/2010/main" val="273971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a:t>Embedding Quotes</a:t>
            </a:r>
            <a:endParaRPr lang="en-US" dirty="0"/>
          </a:p>
        </p:txBody>
      </p:sp>
      <p:sp>
        <p:nvSpPr>
          <p:cNvPr id="3" name="Content Placeholder 2"/>
          <p:cNvSpPr>
            <a:spLocks noGrp="1"/>
          </p:cNvSpPr>
          <p:nvPr>
            <p:ph idx="1"/>
          </p:nvPr>
        </p:nvSpPr>
        <p:spPr/>
        <p:txBody>
          <a:bodyPr>
            <a:normAutofit lnSpcReduction="10000"/>
          </a:bodyPr>
          <a:lstStyle/>
          <a:p>
            <a:r>
              <a:rPr lang="en-AU" sz="2800" dirty="0"/>
              <a:t>So, an effective use of quotations is to </a:t>
            </a:r>
            <a:r>
              <a:rPr lang="en-AU" sz="2800" b="1" dirty="0"/>
              <a:t>embed</a:t>
            </a:r>
            <a:r>
              <a:rPr lang="en-AU" sz="2800" dirty="0"/>
              <a:t> a part of the sentence into your writing. </a:t>
            </a:r>
          </a:p>
          <a:p>
            <a:r>
              <a:rPr lang="en-AU" sz="2800" b="1" u="sng" dirty="0"/>
              <a:t>Example:</a:t>
            </a:r>
          </a:p>
          <a:p>
            <a:r>
              <a:rPr lang="en-AU" sz="2800" dirty="0"/>
              <a:t>Jimmie had not explored down the hill from her home near the centre because she felt a sense of “sadness in the air” (pg.43) when she was nearby. </a:t>
            </a:r>
          </a:p>
          <a:p>
            <a:r>
              <a:rPr lang="en-AU" sz="2800" dirty="0"/>
              <a:t>Jimmie is determined to explore the centre, as she looks at the fence for a long time and knows that all she has to do is “find it’s weak spot”. (pg.45) A small opening that will let her enter this other world.</a:t>
            </a:r>
          </a:p>
        </p:txBody>
      </p:sp>
    </p:spTree>
    <p:extLst>
      <p:ext uri="{BB962C8B-B14F-4D97-AF65-F5344CB8AC3E}">
        <p14:creationId xmlns:p14="http://schemas.microsoft.com/office/powerpoint/2010/main" val="3409586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a:t>Embedding Quotes</a:t>
            </a:r>
            <a:endParaRPr lang="en-US" dirty="0"/>
          </a:p>
        </p:txBody>
      </p:sp>
      <p:sp>
        <p:nvSpPr>
          <p:cNvPr id="3" name="Content Placeholder 2"/>
          <p:cNvSpPr>
            <a:spLocks noGrp="1"/>
          </p:cNvSpPr>
          <p:nvPr>
            <p:ph idx="1"/>
          </p:nvPr>
        </p:nvSpPr>
        <p:spPr>
          <a:xfrm>
            <a:off x="676274" y="1669002"/>
            <a:ext cx="10753725" cy="4689465"/>
          </a:xfrm>
        </p:spPr>
        <p:txBody>
          <a:bodyPr>
            <a:noAutofit/>
          </a:bodyPr>
          <a:lstStyle/>
          <a:p>
            <a:r>
              <a:rPr lang="en-AU" sz="2800" dirty="0"/>
              <a:t>All quotations should be tied into your sentences. They should never appear out of nowhere. Never use a quotation in a complete sentence by itself.</a:t>
            </a:r>
          </a:p>
          <a:p>
            <a:r>
              <a:rPr lang="en-AU" sz="2800" b="1" u="sng" dirty="0"/>
              <a:t>Ineffective examples</a:t>
            </a:r>
            <a:r>
              <a:rPr lang="en-AU" sz="2800" u="sng" dirty="0"/>
              <a:t>:  </a:t>
            </a:r>
          </a:p>
          <a:p>
            <a:pPr lvl="1"/>
            <a:r>
              <a:rPr lang="en-AU" sz="2800" dirty="0"/>
              <a:t>1. </a:t>
            </a:r>
            <a:r>
              <a:rPr lang="en-AU" sz="2800" dirty="0" err="1"/>
              <a:t>Subhi</a:t>
            </a:r>
            <a:r>
              <a:rPr lang="en-AU" sz="2800" dirty="0"/>
              <a:t> “starts to lose that piece of themselves”. (pg.37)</a:t>
            </a:r>
          </a:p>
          <a:p>
            <a:pPr lvl="1"/>
            <a:r>
              <a:rPr lang="en-AU" sz="2800" dirty="0"/>
              <a:t>2. </a:t>
            </a:r>
            <a:r>
              <a:rPr lang="en-AU" sz="2800" dirty="0" err="1"/>
              <a:t>Subhi</a:t>
            </a:r>
            <a:r>
              <a:rPr lang="en-AU" sz="2800" dirty="0"/>
              <a:t> wants to hear a story from his mother every night, “they start to lose that piece of themselves”. (pg. 37)</a:t>
            </a:r>
          </a:p>
          <a:p>
            <a:r>
              <a:rPr lang="en-AU" sz="2800" b="1" u="sng" dirty="0"/>
              <a:t>Effective example:</a:t>
            </a:r>
            <a:r>
              <a:rPr lang="en-US" sz="2800" b="1" u="sng" dirty="0"/>
              <a:t> </a:t>
            </a:r>
          </a:p>
          <a:p>
            <a:r>
              <a:rPr lang="en-US" sz="2800" dirty="0" err="1"/>
              <a:t>Subhi</a:t>
            </a:r>
            <a:r>
              <a:rPr lang="en-US" sz="2800" dirty="0"/>
              <a:t> asks his mother to tell him a story every night because he knows that stories connect you to your past and if people stop telling them they “start to lose that piece of themselves”. (pg. 37)</a:t>
            </a:r>
          </a:p>
          <a:p>
            <a:endParaRPr lang="en-AU" sz="2800" dirty="0"/>
          </a:p>
        </p:txBody>
      </p:sp>
    </p:spTree>
    <p:extLst>
      <p:ext uri="{BB962C8B-B14F-4D97-AF65-F5344CB8AC3E}">
        <p14:creationId xmlns:p14="http://schemas.microsoft.com/office/powerpoint/2010/main" val="1895023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a:t>Embedding Quotes</a:t>
            </a:r>
            <a:endParaRPr lang="en-US" dirty="0"/>
          </a:p>
        </p:txBody>
      </p:sp>
      <p:sp>
        <p:nvSpPr>
          <p:cNvPr id="3" name="Content Placeholder 2"/>
          <p:cNvSpPr>
            <a:spLocks noGrp="1"/>
          </p:cNvSpPr>
          <p:nvPr>
            <p:ph idx="1"/>
          </p:nvPr>
        </p:nvSpPr>
        <p:spPr>
          <a:xfrm>
            <a:off x="676656" y="1731146"/>
            <a:ext cx="10753725" cy="4046719"/>
          </a:xfrm>
        </p:spPr>
        <p:txBody>
          <a:bodyPr>
            <a:noAutofit/>
          </a:bodyPr>
          <a:lstStyle/>
          <a:p>
            <a:r>
              <a:rPr lang="en-AU" sz="2800" dirty="0"/>
              <a:t>When inserting a quote from the book, make sure that it flows so that if you were to take the quotations marks away it would still make sense.</a:t>
            </a:r>
          </a:p>
          <a:p>
            <a:endParaRPr lang="en-AU" sz="2800" dirty="0"/>
          </a:p>
          <a:p>
            <a:r>
              <a:rPr lang="en-AU" sz="2800" b="1" dirty="0"/>
              <a:t>Example with quotation marks</a:t>
            </a:r>
            <a:r>
              <a:rPr lang="en-AU" sz="2800" dirty="0"/>
              <a:t>: When Jimmie’s dad planted her mum’s favourite tree - a wattle tree, in the front garden after her mother’s death, she knew that they would not be leaving because this was where her “mum had been the happiest”. ( pg.41)  </a:t>
            </a:r>
          </a:p>
          <a:p>
            <a:r>
              <a:rPr lang="en-AU" sz="2800" b="1" dirty="0"/>
              <a:t>Example without quotation marks: </a:t>
            </a:r>
            <a:r>
              <a:rPr lang="en-AU" sz="2800" dirty="0"/>
              <a:t>When Jimmie’s dad planted her mum’s favourite tree - a wattle tree, in the front garden after her mother’s death, she knew that they would not be leaving because this was where her mum had been the happiest.</a:t>
            </a:r>
          </a:p>
        </p:txBody>
      </p:sp>
    </p:spTree>
    <p:extLst>
      <p:ext uri="{BB962C8B-B14F-4D97-AF65-F5344CB8AC3E}">
        <p14:creationId xmlns:p14="http://schemas.microsoft.com/office/powerpoint/2010/main" val="3471011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a:t>Embedding Quotes</a:t>
            </a:r>
            <a:endParaRPr lang="en-US" dirty="0"/>
          </a:p>
        </p:txBody>
      </p:sp>
      <p:sp>
        <p:nvSpPr>
          <p:cNvPr id="3" name="Content Placeholder 2"/>
          <p:cNvSpPr>
            <a:spLocks noGrp="1"/>
          </p:cNvSpPr>
          <p:nvPr>
            <p:ph idx="1"/>
          </p:nvPr>
        </p:nvSpPr>
        <p:spPr/>
        <p:txBody>
          <a:bodyPr>
            <a:normAutofit lnSpcReduction="10000"/>
          </a:bodyPr>
          <a:lstStyle/>
          <a:p>
            <a:r>
              <a:rPr lang="en-AU" sz="2800" dirty="0"/>
              <a:t>When using a quote from a text in your own piece of writing, you must add the page number from where you have taken the quote. This not only proves that you have cited someone else’s words but also gives the reader the information, should they want to verify the quote.</a:t>
            </a:r>
          </a:p>
          <a:p>
            <a:endParaRPr lang="en-AU" sz="2800" dirty="0"/>
          </a:p>
          <a:p>
            <a:r>
              <a:rPr lang="en-AU" sz="2800" b="1" dirty="0"/>
              <a:t>Example</a:t>
            </a:r>
            <a:r>
              <a:rPr lang="en-AU" sz="2800" dirty="0"/>
              <a:t>: The psychological effect on the men living together without their families, or any purpose in life is significant, they are different, “they can be real mean” (pg.58) and “it changes a person” (pg.58) when all they do is listen to the jangling keys of the guards, as they patrol the centre.</a:t>
            </a:r>
            <a:endParaRPr lang="en-US" dirty="0"/>
          </a:p>
        </p:txBody>
      </p:sp>
    </p:spTree>
    <p:extLst>
      <p:ext uri="{BB962C8B-B14F-4D97-AF65-F5344CB8AC3E}">
        <p14:creationId xmlns:p14="http://schemas.microsoft.com/office/powerpoint/2010/main" val="3639951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a:t>Embedding Quotes</a:t>
            </a:r>
            <a:endParaRPr lang="en-US" dirty="0"/>
          </a:p>
        </p:txBody>
      </p:sp>
      <p:sp>
        <p:nvSpPr>
          <p:cNvPr id="3" name="Content Placeholder 2"/>
          <p:cNvSpPr>
            <a:spLocks noGrp="1"/>
          </p:cNvSpPr>
          <p:nvPr>
            <p:ph idx="1"/>
          </p:nvPr>
        </p:nvSpPr>
        <p:spPr/>
        <p:txBody>
          <a:bodyPr>
            <a:normAutofit/>
          </a:bodyPr>
          <a:lstStyle/>
          <a:p>
            <a:r>
              <a:rPr lang="en-AU" sz="2800" dirty="0"/>
              <a:t>Over to you…..</a:t>
            </a:r>
          </a:p>
          <a:p>
            <a:endParaRPr lang="en-AU" sz="2800" dirty="0"/>
          </a:p>
          <a:p>
            <a:r>
              <a:rPr lang="en-AU" sz="2800" dirty="0"/>
              <a:t>You will be given a sheet with questions from chapter ______ of </a:t>
            </a:r>
            <a:r>
              <a:rPr lang="en-AU" sz="2800" u="sng" dirty="0"/>
              <a:t>The Bone Sparrow</a:t>
            </a:r>
            <a:r>
              <a:rPr lang="en-AU" sz="2800" dirty="0"/>
              <a:t>. </a:t>
            </a:r>
          </a:p>
          <a:p>
            <a:r>
              <a:rPr lang="en-AU" sz="2800" dirty="0"/>
              <a:t>Answer the questions in full sentences, inserting quotes from the book to support your answer. </a:t>
            </a:r>
          </a:p>
          <a:p>
            <a:r>
              <a:rPr lang="en-AU" sz="2800" dirty="0"/>
              <a:t>Don’t forget to add your quotation marks and page number in brackets.</a:t>
            </a:r>
          </a:p>
        </p:txBody>
      </p:sp>
    </p:spTree>
    <p:extLst>
      <p:ext uri="{BB962C8B-B14F-4D97-AF65-F5344CB8AC3E}">
        <p14:creationId xmlns:p14="http://schemas.microsoft.com/office/powerpoint/2010/main" val="3187883885"/>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5A3D4F247C9741BCA78F26B98D0AB7" ma:contentTypeVersion="17" ma:contentTypeDescription="Create a new document." ma:contentTypeScope="" ma:versionID="539b02d923bb555703caf23504a7cb02">
  <xsd:schema xmlns:xsd="http://www.w3.org/2001/XMLSchema" xmlns:xs="http://www.w3.org/2001/XMLSchema" xmlns:p="http://schemas.microsoft.com/office/2006/metadata/properties" xmlns:ns2="46846ff6-a39a-4f56-aca6-b2ea1af70d2e" xmlns:ns3="a8299878-b215-4b71-83d0-6b3d83d7e5d9" targetNamespace="http://schemas.microsoft.com/office/2006/metadata/properties" ma:root="true" ma:fieldsID="e414e06b879c708180ee4e9731c4d399" ns2:_="" ns3:_="">
    <xsd:import namespace="46846ff6-a39a-4f56-aca6-b2ea1af70d2e"/>
    <xsd:import namespace="a8299878-b215-4b71-83d0-6b3d83d7e5d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ObjectDetectorVersion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846ff6-a39a-4f56-aca6-b2ea1af70d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94073e9b-c14b-4f43-8554-77a15894e20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8299878-b215-4b71-83d0-6b3d83d7e5d9"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9187b04-ede7-4ab0-a3a9-aa9f31dff0a7}" ma:internalName="TaxCatchAll" ma:showField="CatchAllData" ma:web="a8299878-b215-4b71-83d0-6b3d83d7e5d9">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6846ff6-a39a-4f56-aca6-b2ea1af70d2e">
      <Terms xmlns="http://schemas.microsoft.com/office/infopath/2007/PartnerControls"/>
    </lcf76f155ced4ddcb4097134ff3c332f>
    <TaxCatchAll xmlns="a8299878-b215-4b71-83d0-6b3d83d7e5d9" xsi:nil="true"/>
  </documentManagement>
</p:properties>
</file>

<file path=customXml/itemProps1.xml><?xml version="1.0" encoding="utf-8"?>
<ds:datastoreItem xmlns:ds="http://schemas.openxmlformats.org/officeDocument/2006/customXml" ds:itemID="{70615DAE-F00E-4E59-83BE-E5EA25ABB475}"/>
</file>

<file path=customXml/itemProps2.xml><?xml version="1.0" encoding="utf-8"?>
<ds:datastoreItem xmlns:ds="http://schemas.openxmlformats.org/officeDocument/2006/customXml" ds:itemID="{2B205949-E271-43DA-BDD4-035A583F6AB1}"/>
</file>

<file path=customXml/itemProps3.xml><?xml version="1.0" encoding="utf-8"?>
<ds:datastoreItem xmlns:ds="http://schemas.openxmlformats.org/officeDocument/2006/customXml" ds:itemID="{D3566535-D58E-4ECD-8A15-BC96AD6B470F}"/>
</file>

<file path=docProps/app.xml><?xml version="1.0" encoding="utf-8"?>
<Properties xmlns="http://schemas.openxmlformats.org/officeDocument/2006/extended-properties" xmlns:vt="http://schemas.openxmlformats.org/officeDocument/2006/docPropsVTypes">
  <Template>TC103457491[[fn=Metropolitan]]</Template>
  <TotalTime>217</TotalTime>
  <Words>664</Words>
  <Application>Microsoft Office PowerPoint</Application>
  <PresentationFormat>Widescreen</PresentationFormat>
  <Paragraphs>37</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 Light</vt:lpstr>
      <vt:lpstr>Metropolitan</vt:lpstr>
      <vt:lpstr>Using Quotations in your Writing.</vt:lpstr>
      <vt:lpstr>Using quotes in your writing helps to support your ideas.</vt:lpstr>
      <vt:lpstr>Embedding Quotes</vt:lpstr>
      <vt:lpstr>Embedding Quotes</vt:lpstr>
      <vt:lpstr>Embedding Quotes</vt:lpstr>
      <vt:lpstr>Embedding Quotes</vt:lpstr>
      <vt:lpstr>Embedding Quotes</vt:lpstr>
      <vt:lpstr>Embedding Quotes</vt:lpstr>
      <vt:lpstr>Embedding Quotes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Quotations in your writing.</dc:title>
  <dc:creator/>
  <cp:lastModifiedBy/>
  <cp:revision>21</cp:revision>
  <dcterms:created xsi:type="dcterms:W3CDTF">2014-08-11T00:30:21Z</dcterms:created>
  <dcterms:modified xsi:type="dcterms:W3CDTF">2024-08-07T04:57:29Z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0x010100AC5A3D4F247C9741BCA78F26B98D0AB7</vt:lpwstr>
  </property>
</Properties>
</file>