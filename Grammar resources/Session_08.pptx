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62" r:id="rId7"/>
    <p:sldId id="258" r:id="rId8"/>
    <p:sldId id="259" r:id="rId9"/>
    <p:sldId id="265" r:id="rId10"/>
    <p:sldId id="264" r:id="rId11"/>
    <p:sldId id="26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16163-8615-31FC-5694-57FFBC7CB4F5}" v="2" dt="2026-10-12T00:09:24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254" autoAdjust="0"/>
  </p:normalViewPr>
  <p:slideViewPr>
    <p:cSldViewPr snapToGrid="0" snapToObjects="1">
      <p:cViewPr varScale="1">
        <p:scale>
          <a:sx n="90" d="100"/>
          <a:sy n="90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er" userId="Teacher" providerId="AD" clId="Web-{DBB16163-8615-31FC-5694-57FFBC7CB4F5}"/>
    <pc:docChg chg="modSld">
      <pc:chgData name="Teacher" userId="Teacher" providerId="AD" clId="Web-{DBB16163-8615-31FC-5694-57FFBC7CB4F5}" dt="2026-10-12T00:09:24.490" v="1" actId="1076"/>
      <pc:docMkLst>
        <pc:docMk/>
      </pc:docMkLst>
      <pc:sldChg chg="modSp">
        <pc:chgData name="Teacher" userId="Teacher" providerId="AD" clId="Web-{DBB16163-8615-31FC-5694-57FFBC7CB4F5}" dt="2026-10-12T00:09:24.490" v="1" actId="1076"/>
        <pc:sldMkLst>
          <pc:docMk/>
          <pc:sldMk cId="0" sldId="259"/>
        </pc:sldMkLst>
        <pc:spChg chg="mod">
          <ac:chgData name="Teacher" userId="Teacher" providerId="AD" clId="Web-{DBB16163-8615-31FC-5694-57FFBC7CB4F5}" dt="2026-10-12T00:09:24.490" v="1" actId="1076"/>
          <ac:spMkLst>
            <pc:docMk/>
            <pc:sldMk cId="0" sldId="259"/>
            <ac:spMk id="8" creationId="{D351EC9F-46C7-0C8F-C259-2E20340923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1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Both facts and claims use declarative sentences. The difference is verifiability: facts can be independently checked; claims are arguments the writer wants you to accept. Good persuasive writing blends both — facts lend authority, claims carry the argument. Learning to spot the difference is essential for reading persuasion critically.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700E-0A0A-CBC0-4F45-1765B814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EC0F6-4AF3-9D0D-764C-B8DA832C8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18469-2E73-A51F-A2B3-514F84A74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46F55-22DE-A549-28F4-3F24E6B10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6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C297-2B6A-C71A-1D7B-1BFA4CC1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7F934-F429-C758-4859-0238A9F4F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6E485-137B-DE82-3BEA-7A15EBEE2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BCDA-7238-B51C-8298-A1CC6198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1 — Fact  (verifiable from data)
2. 2 — Claim  (a prediction; not proven)
3. 1 — Fact  (research has been conducted — verifiable)
4. 2 — Claim  ("most important" = value judgement)
──
After each vote, ask: "What word or phrase gave it away?"
Key signal words for claims: "will", "most important", "seriously harmful", comparatives.
Sentence 3 is worth discussing: "Research has found links" — the link itself is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sentences in persuasive writing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declarative sentences that make claims and distinguish them from statements of verifiable fact.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04 — Persuasive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F94E3-7E9E-1DFD-A69E-B613018EB0B2}"/>
              </a:ext>
            </a:extLst>
          </p:cNvPr>
          <p:cNvSpPr txBox="1"/>
          <p:nvPr/>
        </p:nvSpPr>
        <p:spPr>
          <a:xfrm>
            <a:off x="0" y="5372100"/>
            <a:ext cx="9144000" cy="14542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Both facts and claims use declarative sentences. The difference is verifiability: facts can be independently checked; claims are arguments the writer wants you to accept. Good persuasive writing blends both — facts lend authority, claims carry the argument. Learning to spot the difference is essential for reading persuasion critically.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46132"/>
            <a:ext cx="8229600" cy="3654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persuasive writing, a declarative sentence creates 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r>
              <a:rPr lang="en-US" sz="22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something verifiable. Someone else can check it.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"Australia introduced the ban in November 2024."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r>
              <a:rPr lang="en-US" sz="22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 statement that is presented as if it is true. It could either be proven or disproven.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"The ban will protect young people."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persuasive writing mixes both: facts lend authority, claims carry the argument.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89AB6-4C91-45E0-7574-93CCE729687B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1431BF-6AC9-53EA-2850-52E20ED05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59FF7B0-54E2-CA21-2278-793C4FACB3C7}"/>
              </a:ext>
            </a:extLst>
          </p:cNvPr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Jot</a:t>
            </a:r>
            <a:endParaRPr lang="en-US" sz="2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2FA5E6E-CC0A-033E-18BC-4F8115CE40E9}"/>
              </a:ext>
            </a:extLst>
          </p:cNvPr>
          <p:cNvSpPr/>
          <p:nvPr/>
        </p:nvSpPr>
        <p:spPr>
          <a:xfrm>
            <a:off x="457200" y="1146133"/>
            <a:ext cx="8229600" cy="3043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8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your own words now: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In persuasive writing, what is the difference between a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</a:rPr>
              <a:t>fact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 and a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</a:rPr>
              <a:t>claim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?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C778C83-5813-C74F-0C3C-425C444209BB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DD75A-1E29-D60B-33FD-4322D7EB6B10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72A70D7-CF10-62BB-A410-EF8DEC503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3923" y="164591"/>
            <a:ext cx="740477" cy="74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6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and talk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342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a fact or a claim, or something different? How can you tell?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73692"/>
            <a:ext cx="8229600" cy="326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 introduced the social media ban for under-16s in November 2024.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social media ban will protect young people from serious harm.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really prepared to sacrifice our mental health so companies can profit?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12D27-A30F-B119-8BC6-6E88372364C5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A8072DF-7961-F9F8-CE7F-FAA311393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680" y="187158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social media ban for under-16s </a:t>
            </a:r>
            <a:r>
              <a:rPr lang="en-US" sz="2400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November 2024</a:t>
            </a: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E2E6D2-4718-FB62-D7FB-E506D9D0C967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1EC9F-46C7-0C8F-C259-2E2034092319}"/>
              </a:ext>
            </a:extLst>
          </p:cNvPr>
          <p:cNvSpPr txBox="1"/>
          <p:nvPr/>
        </p:nvSpPr>
        <p:spPr>
          <a:xfrm>
            <a:off x="951482" y="2229416"/>
            <a:ext cx="69215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Australia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introduced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Prepositional phrase: WHEN – </a:t>
            </a:r>
            <a:r>
              <a:rPr lang="en-US" sz="2000" i="1" dirty="0">
                <a:solidFill>
                  <a:schemeClr val="accent3"/>
                </a:solidFill>
                <a:latin typeface="Aptos" pitchFamily="34" charset="0"/>
              </a:rPr>
              <a:t>in November 2024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Declarative: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+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000" b="1" i="1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FACT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: it is true. The information is documented.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BAD1F08-72B6-D4C7-2B99-42F57CAA4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BD26718-C3F0-9125-123F-E283F76D9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D1F1-A3B5-B871-0145-9495ED0D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0FC7A4-69BB-9DD7-4A5A-D2697500271C}"/>
              </a:ext>
            </a:extLst>
          </p:cNvPr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5726F1-D5B1-D52C-166A-C2BD10F3070F}"/>
              </a:ext>
            </a:extLst>
          </p:cNvPr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social media ban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protect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people from serious harm.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97A62F-D4A8-5747-DA08-094B34368594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3B15C1-C58C-BA3C-97C7-A90137D0D8EC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C7A98-C495-EB7D-46DF-3B5C03F27D03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24A26-ECE5-09B8-2E74-F608F94BF252}"/>
              </a:ext>
            </a:extLst>
          </p:cNvPr>
          <p:cNvSpPr txBox="1"/>
          <p:nvPr/>
        </p:nvSpPr>
        <p:spPr>
          <a:xfrm>
            <a:off x="951481" y="2257499"/>
            <a:ext cx="73458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The social media ban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will protect</a:t>
            </a:r>
          </a:p>
          <a:p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Declarative: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+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CLAIM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: it could be proven or disproven, but there is no definite answer about how much or why.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44A36F0-0FFE-19D7-70C3-E18669853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16C7B1-3C44-58EF-7F6E-D590D8FEB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1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7832-AC10-4A97-C1ED-A281BF4F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2A43FC-7AD9-5269-313F-CED1C8005CC0}"/>
              </a:ext>
            </a:extLst>
          </p:cNvPr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0C778D-7D5B-A074-D32C-14C31E85CA53}"/>
              </a:ext>
            </a:extLst>
          </p:cNvPr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really prepared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sacrifice our mental health so companies can profit?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1FAFC9-9D9F-C078-87F4-80A72A743BDD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A248E4-449F-1CD2-722E-2976F26A38D5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5A36E-43E7-57C2-6B02-6A14C4B8E349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0695A-76CA-803D-2636-8D41A10322F2}"/>
              </a:ext>
            </a:extLst>
          </p:cNvPr>
          <p:cNvSpPr txBox="1"/>
          <p:nvPr/>
        </p:nvSpPr>
        <p:spPr>
          <a:xfrm>
            <a:off x="951481" y="2229416"/>
            <a:ext cx="7345851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we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Are … really prepared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Interrogative: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the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is in the middle of the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 group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 this case, it’s a </a:t>
            </a: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rhetorical question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because the reader isn’t expected to give an answer.</a:t>
            </a:r>
            <a:endParaRPr lang="en-US" sz="2000" b="1" i="1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E6D471-634F-A8FD-1000-5C42D0EDE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E08F17F-F7E9-E908-F1D6-D35CCE008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0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419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Fact   ·   2 = Claim   ·   3 = Neither   ·   4 = Not 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49400"/>
            <a:ext cx="8229600" cy="3278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 has one of the highest rates of youth social media use in the world.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Restricting screen time will significantly improve the mental health of teenagers.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has found links between social media and disrupted sleep.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social media ban the most important piece of legislation in a decade?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F6E12-AC96-5611-5D52-E4E4AE55320C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1 — Fact  (verifiable from data)
2. 2 — Claim  (a prediction; not proven)
3. 1 — Fact  (research has been conducted — verifiable)
4. 2 — Claim  ("most important" = value judgement)
──
After each vote, ask: "What word or phrase gave it away?"
Key signal words for claims: "will", "most important", "seriously harmful", comparatives.
Sentence 3 is worth discussing: "Research has found links" — the link itself is evidence-based.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4685C3-669B-184D-FCE1-A9E8B8184697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9335306-1B17-C58D-3E1A-6D0375BDEA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F8526E3-ACF3-6D03-C239-18D93207EB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DBB33F2-953F-29DE-6B93-B919D3825E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FE11A1F-2922-0416-C87F-F068EA067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E5285C-D8A4-42F8-AC0F-C5D5FC9F3CE7}">
  <ds:schemaRefs>
    <ds:schemaRef ds:uri="http://schemas.microsoft.com/office/2006/metadata/properties"/>
    <ds:schemaRef ds:uri="http://schemas.microsoft.com/office/infopath/2007/PartnerControls"/>
    <ds:schemaRef ds:uri="46846ff6-a39a-4f56-aca6-b2ea1af70d2e"/>
    <ds:schemaRef ds:uri="a8299878-b215-4b71-83d0-6b3d83d7e5d9"/>
  </ds:schemaRefs>
</ds:datastoreItem>
</file>

<file path=customXml/itemProps2.xml><?xml version="1.0" encoding="utf-8"?>
<ds:datastoreItem xmlns:ds="http://schemas.openxmlformats.org/officeDocument/2006/customXml" ds:itemID="{5DE3CCB3-223F-40B9-A43E-50678AA755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445225-A542-4ED1-988D-8D366D3AB5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46ff6-a39a-4f56-aca6-b2ea1af70d2e"/>
    <ds:schemaRef ds:uri="a8299878-b215-4b71-83d0-6b3d83d7e5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2311</Words>
  <Application>Microsoft Office PowerPoint</Application>
  <PresentationFormat>On-screen Show (16:9)</PresentationFormat>
  <Paragraphs>97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6</cp:revision>
  <dcterms:created xsi:type="dcterms:W3CDTF">2026-08-14T04:38:46Z</dcterms:created>
  <dcterms:modified xsi:type="dcterms:W3CDTF">2026-10-12T00:09:34Z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