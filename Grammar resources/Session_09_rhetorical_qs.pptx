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media/image2.svg" ContentType="image/svg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media/image3.svg" ContentType="image/svg+xml"/>
  <Override PartName="/ppt/slides/slide2.xml" ContentType="application/vnd.openxmlformats-officedocument.presentationml.slide+xml"/>
  <Override PartName="/ppt/media/image1.svg" ContentType="image/svg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media/image4.svg" ContentType="image/svg+xml"/>
  <Override PartName="/ppt/notesSlides/notesSlide4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media/image5.svg" ContentType="image/svg+xml"/>
  <Override PartName="/ppt/notesSlides/notesSlide8.xml" ContentType="application/vnd.openxmlformats-officedocument.presentationml.notesSlide+xml"/>
  <Override PartName="/ppt/media/image8.svg" ContentType="image/svg+xml"/>
  <Override PartName="/ppt/media/image7.svg" ContentType="image/svg+xml"/>
  <Override PartName="/ppt/media/image6.svg" ContentType="image/svg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3" r:id="rId7"/>
    <p:sldId id="264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802" autoAdjust="0"/>
  </p:normalViewPr>
  <p:slideViewPr>
    <p:cSldViewPr snapToGrid="0" snapToObjects="1">
      <p:cViewPr varScale="1">
        <p:scale>
          <a:sx n="90" d="100"/>
          <a:sy n="90" d="100"/>
        </p:scale>
        <p:origin x="11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454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A rhetorical question does not expect an answer — it makes an argument by implication. The reader is guided toward the conclusion the writer has already reached. The question form creates urgency that a declarative sentence alone cannot. Notice that all three are interrogative clauses with inverted subject-verb order.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Implication hunt
Present a rhetorical question; students say the implied claim aloud.
  "How many more studies do we need before we act?" → [We already have enough evidence.]
  "What kind of world are we leaving for our children?" → [We are failing the next generation.]
Choral completion:
  "A rhetorical question does not expect an ___." → [answer]
  "It makes an ___ by implication." → [argument / claim]
Turn and talk: "Write a rhetorical question that argues social media is positive. What implied claim does it make?"
Cold call 2 students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C575-70C1-1DE4-441D-FA0BEBB63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959B0-1F8B-BCAE-325A-0564467C7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F8B81-E04F-36A6-35CC-06F552770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Implication hunt
Present a rhetorical question; students say the implied claim aloud.
  "How many more studies do we need before we act?" → [We already have enough evidence.]
  "What kind of world are we leaving for our children?" → [We are failing the next generation.]
Choral completion:
  "A rhetorical question does not expect an ___." → [answer]
  "It makes an ___ by implication." → [argument / claim]
Turn and talk: "Write a rhetorical question that argues social media is positive. What implied claim does it make?"
Cold call 2 students to share.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47B30-4A56-6881-CAB4-2F9277913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0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What is the subject? (we)</a:t>
            </a:r>
          </a:p>
          <a:p>
            <a:r>
              <a:rPr lang="en-US" dirty="0"/>
              <a:t>Where is the verb? (are prepared)</a:t>
            </a:r>
          </a:p>
          <a:p>
            <a:r>
              <a:rPr lang="en-US" dirty="0"/>
              <a:t>What answer is being implied? 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9FE7-0DA5-13DD-25DE-0D13F7A33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B15B2-7FAE-B9ED-94B7-3203C9712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2F2A2-681A-2588-DC7A-99040B439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What is the subject? (who) – “who” is already a question word, so it appears first.</a:t>
            </a:r>
          </a:p>
          <a:p>
            <a:r>
              <a:rPr lang="en-US" dirty="0"/>
              <a:t>Where is the verb? (can truly say)</a:t>
            </a:r>
          </a:p>
          <a:p>
            <a:r>
              <a:rPr lang="en-US" dirty="0"/>
              <a:t>What answer is being implied? That nobody can say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EC498-86F5-38B4-D931-CCFD2677F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05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ED83F-6ED2-780A-F41E-52B60F798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A1286-0702-C377-7F9C-A0968374C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DE082-CC60-37FA-373C-9D0EBBA83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What is the subject? (we)</a:t>
            </a:r>
          </a:p>
          <a:p>
            <a:r>
              <a:rPr lang="en-US" dirty="0"/>
              <a:t>Where is the verb? (are building)</a:t>
            </a:r>
          </a:p>
          <a:p>
            <a:r>
              <a:rPr lang="en-US" dirty="0"/>
              <a:t>The question, reworded: Are we building a good future for the next generation?</a:t>
            </a:r>
          </a:p>
          <a:p>
            <a:r>
              <a:rPr lang="en-US" dirty="0"/>
              <a:t>The answer implied: No, we are not building a good future.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317C-8060-752C-0D03-D0E247A7A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98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1 — Rhetorical question  (implied claim: we need to act now)
2. 2 — Genuine question  (expects a factual answer)
3. 3 — Declarative
4. 4 — Imperative  (verb-first: Read)
──
The key discussion: "What is the difference between sentences 1 and 2? Both are questions — both are interrogatives."
Expected: intent. A rhetorical question doesn't expect an answer; a genuine question does.
The grammar is the same; the purpose is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sv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Persuasive writing: argument and interrogative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rhetorical questions work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rhetorical questions, understand the implied claim each one makes, and practise rewriting them as declarative sentences.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04 — Persuasive writing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472C9A-5B88-D69C-EA69-B9700024DEEF}"/>
              </a:ext>
            </a:extLst>
          </p:cNvPr>
          <p:cNvSpPr txBox="1"/>
          <p:nvPr/>
        </p:nvSpPr>
        <p:spPr>
          <a:xfrm>
            <a:off x="0" y="5372100"/>
            <a:ext cx="9144000" cy="14542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A rhetorical question does not expect an answer — it makes an argument by implication. The reader is guided toward the conclusion the writer has already reached. The question form creates urgency that a declarative sentence alone cannot. Notice that all three are interrogative clauses with inverted subject-verb order.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83710"/>
            <a:ext cx="8229600" cy="1388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2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rhetorical question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does not expect an answer — it makes an argument.</a:t>
            </a:r>
            <a:endParaRPr lang="en-US" sz="20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writer </a:t>
            </a:r>
            <a:r>
              <a:rPr lang="en-US" sz="20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implies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answer they want the reader to reach.</a:t>
            </a:r>
            <a:endParaRPr lang="en-US" sz="2000" dirty="0">
              <a:solidFill>
                <a:srgbClr val="000000"/>
              </a:solidFill>
              <a:latin typeface="Apto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23220-B7EF-1E54-9B2E-63F65E8599E9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Implication hunt
Present a rhetorical question; students say the implied claim aloud.
  "How many more studies do we need before we act?" → [We already have enough evidence.]
  "What kind of world are we leaving for our children?" → [We are failing the next generation.]
Choral completion:
  "A rhetorical question does not expect an ___." → [answer]
  "It makes an ___ by implication." → [argument / claim]
Turn and talk: "Write a rhetorical question that argues social media is positive. What implied claim does it make?"
Cold call 2 students to share.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DC4BE-417C-9E32-50D3-2F1D7491DCD2}"/>
              </a:ext>
            </a:extLst>
          </p:cNvPr>
          <p:cNvSpPr/>
          <p:nvPr/>
        </p:nvSpPr>
        <p:spPr>
          <a:xfrm>
            <a:off x="1057523" y="2482126"/>
            <a:ext cx="6683562" cy="88515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400" i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"Should we really allow corporations to profit from our children?"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7B56D-C112-AB2F-2693-4B21EC604E92}"/>
              </a:ext>
            </a:extLst>
          </p:cNvPr>
          <p:cNvSpPr txBox="1"/>
          <p:nvPr/>
        </p:nvSpPr>
        <p:spPr>
          <a:xfrm>
            <a:off x="457200" y="3408103"/>
            <a:ext cx="8029184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“No, we shouldn’t” isn’t stated. It is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implied</a:t>
            </a:r>
            <a:r>
              <a:rPr lang="en-US" sz="2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Rhetorical questions create urgency that a declarative sentence cannot.</a:t>
            </a:r>
            <a:endParaRPr lang="en-US" sz="2200" dirty="0"/>
          </a:p>
        </p:txBody>
      </p:sp>
      <p:pic>
        <p:nvPicPr>
          <p:cNvPr id="10" name="Picture 9" descr="R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A2F2-2CD7-904D-D948-7EB1D04F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2EE49-E646-0A15-8B66-7D4A770C3CF6}"/>
              </a:ext>
            </a:extLst>
          </p:cNvPr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</a:rPr>
              <a:t>Statement or rhetorical question?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6003CA-9F29-1C4E-1EC5-DF6801054CE2}"/>
              </a:ext>
            </a:extLst>
          </p:cNvPr>
          <p:cNvSpPr/>
          <p:nvPr/>
        </p:nvSpPr>
        <p:spPr>
          <a:xfrm>
            <a:off x="457200" y="735772"/>
            <a:ext cx="8229600" cy="10100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</a:rPr>
              <a:t>Read and listen to each sentence.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</a:rPr>
              <a:t>Is it a </a:t>
            </a:r>
            <a:r>
              <a:rPr lang="en-US" sz="2000" b="1" dirty="0">
                <a:solidFill>
                  <a:srgbClr val="000000"/>
                </a:solidFill>
                <a:latin typeface="Aptos" pitchFamily="34" charset="0"/>
              </a:rPr>
              <a:t>statement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</a:rPr>
              <a:t> or a </a:t>
            </a:r>
            <a:r>
              <a:rPr lang="en-US" sz="2000" b="1" dirty="0">
                <a:solidFill>
                  <a:srgbClr val="000000"/>
                </a:solidFill>
                <a:latin typeface="Aptos" pitchFamily="34" charset="0"/>
              </a:rPr>
              <a:t>rhetorical question</a:t>
            </a:r>
            <a:r>
              <a:rPr lang="en-US" sz="2000" dirty="0">
                <a:solidFill>
                  <a:srgbClr val="000000"/>
                </a:solidFill>
                <a:latin typeface="Aptos" pitchFamily="34" charset="0"/>
              </a:rPr>
              <a:t>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274E89-4C1A-6B4D-93E2-BF832679D192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61764-A45B-1034-A5F0-CC679CFB5507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Implication hunt
Present a rhetorical question; students say the implied claim aloud.
  "How many more studies do we need before we act?" → [We already have enough evidence.]
  "What kind of world are we leaving for our children?" → [We are failing the next generation.]
Choral completion:
  "A rhetorical question does not expect an ___." → [answer]
  "It makes an ___ by implication." → [argument / claim]
Turn and talk: "Write a rhetorical question that argues social media is positive. What implied claim does it make?"
Cold call 2 students to share.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FE25D-CF26-B7B9-25AE-417E7656E534}"/>
              </a:ext>
            </a:extLst>
          </p:cNvPr>
          <p:cNvSpPr/>
          <p:nvPr/>
        </p:nvSpPr>
        <p:spPr>
          <a:xfrm>
            <a:off x="782877" y="1673928"/>
            <a:ext cx="7515615" cy="3236275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could have disastrous consequences.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solidFill>
                  <a:schemeClr val="tx1"/>
                </a:solidFill>
                <a:latin typeface="Aptos" pitchFamily="34" charset="0"/>
              </a:rPr>
              <a:t>Are we really prepared to trust something when we don’t understand how it works?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solidFill>
                  <a:schemeClr val="tx1"/>
                </a:solidFill>
                <a:latin typeface="Aptos" pitchFamily="34" charset="0"/>
              </a:rPr>
              <a:t>We can’t sit back and wait for something bad to happen.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solidFill>
                  <a:schemeClr val="tx1"/>
                </a:solidFill>
                <a:latin typeface="Aptos" pitchFamily="34" charset="0"/>
              </a:rPr>
              <a:t>Social media impacted society in ways nobody predicted.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solidFill>
                  <a:schemeClr val="tx1"/>
                </a:solidFill>
                <a:latin typeface="Aptos" pitchFamily="34" charset="0"/>
              </a:rPr>
              <a:t>Who can truly say if the same will happen again?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8" name="Picture 7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9" name="Picture 8" descr="Stop_and_j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9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7613"/>
            <a:ext cx="596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C072D"/>
                </a:solidFill>
                <a:latin typeface="Aptos" pitchFamily="34" charset="0"/>
              </a:rPr>
              <a:t>Turn a question into a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4127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each rhetorical question imply? Rewrite each as a declarative sentence.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45185"/>
            <a:ext cx="8229600" cy="290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Are we really prepared to trust something when we don’t understand how it works?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Who can truly say if the same will happen again?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What kind of future are we building for the next generation?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731238-84E5-AFC3-5C28-3569A74118F5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12" name="Picture 11" descr="Turn_and_tal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923" y="164591"/>
            <a:ext cx="740477" cy="740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92668"/>
            <a:ext cx="8229600" cy="4025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800"/>
              </a:spcBef>
              <a:spcAft>
                <a:spcPts val="1200"/>
              </a:spcAft>
            </a:pP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Are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accent1"/>
                </a:solidFill>
              </a:rPr>
              <a:t>we</a:t>
            </a:r>
            <a:r>
              <a:rPr lang="en-US" sz="2400" b="1" dirty="0"/>
              <a:t> </a:t>
            </a:r>
            <a:r>
              <a:rPr lang="en-US" sz="2400" dirty="0">
                <a:solidFill>
                  <a:schemeClr val="accent3"/>
                </a:solidFill>
              </a:rPr>
              <a:t>really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prepared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to trust something when we don’t understand how it works?</a:t>
            </a:r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Subject: </a:t>
            </a:r>
            <a:r>
              <a:rPr lang="en-US" sz="2400" dirty="0">
                <a:solidFill>
                  <a:schemeClr val="accent1"/>
                </a:solidFill>
              </a:rPr>
              <a:t>we</a:t>
            </a:r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Verb: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Are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…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really prepared</a:t>
            </a:r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answer is being implied? No, we are not prepared.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accent1"/>
                </a:solidFill>
              </a:rPr>
              <a:t>We</a:t>
            </a:r>
            <a:r>
              <a:rPr lang="en-US" sz="2400" i="1" dirty="0"/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are not prepared </a:t>
            </a:r>
            <a:r>
              <a:rPr lang="en-US" sz="2400" dirty="0"/>
              <a:t>to trust something when we don’t understand how it works.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34872-E364-FFF2-394C-190B32280488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allow  |  Who? We
   Text: →  We should not allow corporations to profit from the wellbeing of our children.   → Implied claim: the current situation is unacceptable.
2. Verb: have  |  Who? We
   Text: →  We already have sufficient evidence to act.   → Implied claim: inaction is inexcusable.
3. Verb: are building  |  Who? We
   Text: →  We are building a dangerous future for the next generation.   → Implied claim: current policy is failing.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19" name="Picture 18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20" name="Picture 19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7A59A-01A1-ED5A-4FA7-CF076639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652024-5C18-0F64-3BDC-AEA05CD1B36A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24D454-3F95-8C7C-15C6-BAAA27EFC246}"/>
              </a:ext>
            </a:extLst>
          </p:cNvPr>
          <p:cNvSpPr/>
          <p:nvPr/>
        </p:nvSpPr>
        <p:spPr>
          <a:xfrm>
            <a:off x="457200" y="592668"/>
            <a:ext cx="8229600" cy="4025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sz="2400" b="1" dirty="0">
                <a:solidFill>
                  <a:schemeClr val="accent1"/>
                </a:solidFill>
              </a:rPr>
              <a:t>Who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can </a:t>
            </a:r>
            <a:r>
              <a:rPr lang="en-US" sz="2400" dirty="0">
                <a:solidFill>
                  <a:schemeClr val="accent3"/>
                </a:solidFill>
              </a:rPr>
              <a:t>truly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 say </a:t>
            </a:r>
            <a:r>
              <a:rPr lang="en-US" sz="2400" dirty="0"/>
              <a:t>if the same will happen again?</a:t>
            </a:r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Subject: </a:t>
            </a:r>
            <a:r>
              <a:rPr lang="en-US" sz="2400" dirty="0">
                <a:solidFill>
                  <a:schemeClr val="accent1"/>
                </a:solidFill>
              </a:rPr>
              <a:t>who</a:t>
            </a:r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Verb: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can truly say</a:t>
            </a:r>
          </a:p>
          <a:p>
            <a:pPr marL="541338">
              <a:spcAft>
                <a:spcPts val="18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answer is being implied? Nobody can say.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accent1"/>
                </a:solidFill>
              </a:rPr>
              <a:t>Nobody</a:t>
            </a:r>
            <a:r>
              <a:rPr lang="en-US" sz="2400" b="1" i="1" dirty="0"/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can </a:t>
            </a:r>
            <a:r>
              <a:rPr lang="en-US" sz="2400" dirty="0">
                <a:solidFill>
                  <a:schemeClr val="accent3"/>
                </a:solidFill>
              </a:rPr>
              <a:t>truly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 say </a:t>
            </a:r>
            <a:r>
              <a:rPr lang="en-US" sz="2400" dirty="0"/>
              <a:t>if the same will happen again.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55694B-B845-889D-C57B-62677959E20B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EC7ACB-1666-B731-6AD0-301193C7ACC4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CB9A8-7C13-5CEE-345D-E08685902DF3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allow  |  Who? We
   Text: →  We should not allow corporations to profit from the wellbeing of our children.   → Implied claim: the current situation is unacceptable.
2. Verb: have  |  Who? We
   Text: →  We already have sufficient evidence to act.   → Implied claim: inaction is inexcusable.
3. Verb: are building  |  Who? We
   Text: →  We are building a dangerous future for the next generation.   → Implied claim: current policy is failing.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24" name="Picture 23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25" name="Picture 24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0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C52B-57E4-AEBE-6832-3783FB1E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783B1A-1122-7CA4-540F-3D0209802347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2E14F8-A244-F8B4-41C7-9A574DAF16FD}"/>
              </a:ext>
            </a:extLst>
          </p:cNvPr>
          <p:cNvSpPr/>
          <p:nvPr/>
        </p:nvSpPr>
        <p:spPr>
          <a:xfrm>
            <a:off x="457200" y="592668"/>
            <a:ext cx="8229600" cy="4025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sz="24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What kind of future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ea typeface="Aptos" pitchFamily="34" charset="-122"/>
                <a:cs typeface="Aptos" pitchFamily="34" charset="-120"/>
              </a:rPr>
              <a:t>are</a:t>
            </a:r>
            <a:r>
              <a:rPr lang="en-US" sz="24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we</a:t>
            </a:r>
            <a:r>
              <a:rPr lang="en-US" sz="24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ea typeface="Aptos" pitchFamily="34" charset="-122"/>
                <a:cs typeface="Aptos" pitchFamily="34" charset="-120"/>
              </a:rPr>
              <a:t>building</a:t>
            </a:r>
            <a:r>
              <a:rPr lang="en-US" sz="24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 for the next generation?</a:t>
            </a:r>
            <a:endParaRPr lang="en-US" sz="2400" dirty="0"/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Subject: </a:t>
            </a:r>
            <a:r>
              <a:rPr lang="en-US" sz="2400" dirty="0">
                <a:solidFill>
                  <a:schemeClr val="accent1"/>
                </a:solidFill>
              </a:rPr>
              <a:t>we</a:t>
            </a:r>
          </a:p>
          <a:p>
            <a:pPr marL="541338"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Verb: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are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…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building</a:t>
            </a:r>
          </a:p>
          <a:p>
            <a:pPr marL="541338">
              <a:spcAft>
                <a:spcPts val="180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answer is being implied? No, we are not prepared.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accent1"/>
                </a:solidFill>
              </a:rPr>
              <a:t>We</a:t>
            </a:r>
            <a:r>
              <a:rPr lang="en-US" sz="2400" i="1" dirty="0"/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are not building </a:t>
            </a:r>
            <a:r>
              <a:rPr lang="en-US" sz="2400" dirty="0"/>
              <a:t>a good future </a:t>
            </a:r>
            <a:r>
              <a:rPr lang="en-US" sz="24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for the next generation?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4A6E24-E4B9-7AA1-4AEB-B9AB31DE2B74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03C9B8-596C-1F51-D773-8548B6844520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B6B44-2CB3-F115-A773-AEBCAD470B2F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allow  |  Who? We
   Text: →  We should not allow corporations to profit from the wellbeing of our children.   → Implied claim: the current situation is unacceptable.
2. Verb: have  |  Who? We
   Text: →  We already have sufficient evidence to act.   → Implied claim: inaction is inexcusable.
3. Verb: are building  |  Who? We
   Text: →  We are building a dangerous future for the next generation.   → Implied claim: current policy is failing.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24" name="Picture 23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25" name="Picture 24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706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Rhetorical question   ·   2 = Genuine question   ·   3 = Declarative   ·   4 = Imperative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74800"/>
            <a:ext cx="8229600" cy="32532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has transformed how young people experience adolescence.</a:t>
            </a:r>
            <a:endParaRPr lang="en-US" sz="2600" dirty="0"/>
          </a:p>
          <a:p>
            <a:pPr marL="355600" indent="-3556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more tragedies do we need before action is taken?</a:t>
            </a:r>
            <a:endParaRPr lang="en-US" sz="2600" dirty="0"/>
          </a:p>
          <a:p>
            <a:pPr marL="355600" indent="-3556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movie before you form an opinion.</a:t>
            </a:r>
            <a:endParaRPr lang="en-US" sz="2600" dirty="0"/>
          </a:p>
          <a:p>
            <a:pPr marL="355600" indent="-3556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time does the submission close?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S09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40CC6-0A07-D438-EA9B-C9FA62638ECB}"/>
              </a:ext>
            </a:extLst>
          </p:cNvPr>
          <p:cNvSpPr txBox="1"/>
          <p:nvPr/>
        </p:nvSpPr>
        <p:spPr>
          <a:xfrm>
            <a:off x="0" y="5372100"/>
            <a:ext cx="9144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1 — Rhetorical question  (implied claim: we need to act now)
2. 2 — Genuine question  (expects a factual answer)
3. 3 — Declarative
4. 4 — Imperative  (verb-first: Read)
──
The key discussion: "What is the difference between sentences 1 and 2? Both are questions — both are interrogatives."
Expected: intent. A rhetorical question doesn't expect an answer; a genuine question does.
The grammar is the same; the purpose is different.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0F5E1-D37D-4E75-0DB1-12820488A3A1}"/>
              </a:ext>
            </a:extLst>
          </p:cNvPr>
          <p:cNvSpPr txBox="1"/>
          <p:nvPr/>
        </p:nvSpPr>
        <p:spPr>
          <a:xfrm>
            <a:off x="4539678" y="2059493"/>
            <a:ext cx="285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accent1"/>
                </a:solidFill>
              </a:rPr>
              <a:t>Declarative statement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007E8A-63AF-F316-346C-4F089D2182D1}"/>
              </a:ext>
            </a:extLst>
          </p:cNvPr>
          <p:cNvSpPr txBox="1"/>
          <p:nvPr/>
        </p:nvSpPr>
        <p:spPr>
          <a:xfrm>
            <a:off x="1917700" y="3091934"/>
            <a:ext cx="2349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accent1"/>
                </a:solidFill>
              </a:rPr>
              <a:t>Rhetorical question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738A69-4C27-A6FE-4288-B2966D3116CC}"/>
              </a:ext>
            </a:extLst>
          </p:cNvPr>
          <p:cNvSpPr txBox="1"/>
          <p:nvPr/>
        </p:nvSpPr>
        <p:spPr>
          <a:xfrm>
            <a:off x="7302500" y="3693068"/>
            <a:ext cx="163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accent1"/>
                </a:solidFill>
              </a:rPr>
              <a:t>Imperative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19854D-9370-F5F4-077B-AAB708468D7C}"/>
              </a:ext>
            </a:extLst>
          </p:cNvPr>
          <p:cNvSpPr txBox="1"/>
          <p:nvPr/>
        </p:nvSpPr>
        <p:spPr>
          <a:xfrm>
            <a:off x="6373281" y="4318703"/>
            <a:ext cx="204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accent1"/>
                </a:solidFill>
              </a:rPr>
              <a:t>Genuine question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8736CC-8303-7693-134E-ED1C232ECBAD}"/>
              </a:ext>
            </a:extLst>
          </p:cNvPr>
          <p:cNvGrpSpPr/>
          <p:nvPr/>
        </p:nvGrpSpPr>
        <p:grpSpPr>
          <a:xfrm>
            <a:off x="5744633" y="137160"/>
            <a:ext cx="2652183" cy="609600"/>
            <a:chOff x="5744633" y="137160"/>
            <a:chExt cx="2652183" cy="6096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DCED391-F326-7510-F5BB-D49346A205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17FD6CE-2316-BC26-FE48-804AC819E9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3EE3932-1B01-FC68-9657-AD8BAAB181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E99DEDC-F5BD-488F-74DA-0250AAC403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9AEE4385-E65E-44B2-BF42-59A407EE056D}"/>
</file>

<file path=customXml/itemProps2.xml><?xml version="1.0" encoding="utf-8"?>
<ds:datastoreItem xmlns:ds="http://schemas.openxmlformats.org/officeDocument/2006/customXml" ds:itemID="{AC4BD0B2-8314-4084-905F-09CE72D3E835}"/>
</file>

<file path=customXml/itemProps3.xml><?xml version="1.0" encoding="utf-8"?>
<ds:datastoreItem xmlns:ds="http://schemas.openxmlformats.org/officeDocument/2006/customXml" ds:itemID="{A6752360-BCD9-4FE6-8D1F-F81EAB884DDD}"/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2449</Words>
  <Application>Microsoft Office PowerPoint</Application>
  <PresentationFormat>On-screen Show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4</cp:revision>
  <dcterms:created xsi:type="dcterms:W3CDTF">2026-08-14T04:38:46Z</dcterms:created>
  <dcterms:modified xsi:type="dcterms:W3CDTF">2026-10-05T05:42:50Z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